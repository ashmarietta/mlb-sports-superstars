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7"/>
  </p:notesMasterIdLst>
  <p:sldIdLst>
    <p:sldId id="256" r:id="rId2"/>
    <p:sldId id="258" r:id="rId3"/>
    <p:sldId id="260" r:id="rId4"/>
    <p:sldId id="262" r:id="rId5"/>
    <p:sldId id="303" r:id="rId6"/>
    <p:sldId id="261" r:id="rId7"/>
    <p:sldId id="304" r:id="rId8"/>
    <p:sldId id="263" r:id="rId9"/>
    <p:sldId id="269" r:id="rId10"/>
    <p:sldId id="275" r:id="rId11"/>
    <p:sldId id="305" r:id="rId12"/>
    <p:sldId id="279" r:id="rId13"/>
    <p:sldId id="278" r:id="rId14"/>
    <p:sldId id="268" r:id="rId15"/>
    <p:sldId id="284" r:id="rId16"/>
  </p:sldIdLst>
  <p:sldSz cx="9144000" cy="5143500" type="screen16x9"/>
  <p:notesSz cx="6858000" cy="9144000"/>
  <p:embeddedFontLst>
    <p:embeddedFont>
      <p:font typeface="PT Sans" panose="020B0503020203020204" pitchFamily="34" charset="77"/>
      <p:regular r:id="rId18"/>
      <p:bold r:id="rId18"/>
      <p:italic r:id="rId18"/>
      <p:boldItalic r:id="rId18"/>
    </p:embeddedFont>
    <p:embeddedFont>
      <p:font typeface="Racing Sans One" panose="020B0606020202050201" pitchFamily="34" charset="77"/>
      <p:regular r:id="rId18"/>
    </p:embeddedFont>
    <p:embeddedFont>
      <p:font typeface="Roboto Condensed Light" panose="02000000000000000000" pitchFamily="2" charset="0"/>
      <p:regular r:id="rId19"/>
      <p:italic r:id="rId20"/>
    </p:embeddedFont>
    <p:embeddedFont>
      <p:font typeface="Rubik" panose="020B0606020202050201" pitchFamily="34" charset="77"/>
      <p:regular r:id="rId18"/>
      <p:bold r:id="rId18"/>
      <p:italic r:id="rId21"/>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C45BE0-54C6-4141-8A78-08D6E01A83F6}">
  <a:tblStyle styleId="{B1C45BE0-54C6-4141-8A78-08D6E01A83F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63213"/>
  </p:normalViewPr>
  <p:slideViewPr>
    <p:cSldViewPr snapToGrid="0">
      <p:cViewPr varScale="1">
        <p:scale>
          <a:sx n="94" d="100"/>
          <a:sy n="94" d="100"/>
        </p:scale>
        <p:origin x="11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3"/>
        <p:cNvGrpSpPr/>
        <p:nvPr/>
      </p:nvGrpSpPr>
      <p:grpSpPr>
        <a:xfrm>
          <a:off x="0" y="0"/>
          <a:ext cx="0" cy="0"/>
          <a:chOff x="0" y="0"/>
          <a:chExt cx="0" cy="0"/>
        </a:xfrm>
      </p:grpSpPr>
      <p:sp>
        <p:nvSpPr>
          <p:cNvPr id="7944" name="Google Shape;79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5" name="Google Shape;79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Good morning! My presentation looks to confront </a:t>
            </a:r>
            <a:r>
              <a:rPr lang="en-US" sz="1100" b="0" i="0" u="none" strike="noStrike" cap="none" dirty="0">
                <a:solidFill>
                  <a:srgbClr val="000000"/>
                </a:solidFill>
                <a:effectLst/>
                <a:latin typeface="Arial"/>
                <a:ea typeface="Arial"/>
                <a:cs typeface="Arial"/>
                <a:sym typeface="Arial"/>
              </a:rPr>
              <a:t>whether superstar players increase Major League Baseball game-level attendance beyond what can be explained by team performance and market size.</a:t>
            </a:r>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 As you can see from the title, I label their impact a groundout – not a strikeout and not a grand slam - given the results of the various models I ran.</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5"/>
        <p:cNvGrpSpPr/>
        <p:nvPr/>
      </p:nvGrpSpPr>
      <p:grpSpPr>
        <a:xfrm>
          <a:off x="0" y="0"/>
          <a:ext cx="0" cy="0"/>
          <a:chOff x="0" y="0"/>
          <a:chExt cx="0" cy="0"/>
        </a:xfrm>
      </p:grpSpPr>
      <p:sp>
        <p:nvSpPr>
          <p:cNvPr id="7956" name="Google Shape;7956;g102b93b31aa_1_1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7" name="Google Shape;7957;g102b93b31aa_1_1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In this presentation, I will explain why all-stars seem to impact the MLB more now, how I went about evaluating their influence, and end with some suggestions for teams going forward.</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7"/>
        <p:cNvGrpSpPr/>
        <p:nvPr/>
      </p:nvGrpSpPr>
      <p:grpSpPr>
        <a:xfrm>
          <a:off x="0" y="0"/>
          <a:ext cx="0" cy="0"/>
          <a:chOff x="0" y="0"/>
          <a:chExt cx="0" cy="0"/>
        </a:xfrm>
      </p:grpSpPr>
      <p:sp>
        <p:nvSpPr>
          <p:cNvPr id="8608" name="Google Shape;8608;g102c67ce48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09" name="Google Shape;8609;g102c67ce48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8"/>
        <p:cNvGrpSpPr/>
        <p:nvPr/>
      </p:nvGrpSpPr>
      <p:grpSpPr>
        <a:xfrm>
          <a:off x="0" y="0"/>
          <a:ext cx="0" cy="0"/>
          <a:chOff x="0" y="0"/>
          <a:chExt cx="0" cy="0"/>
        </a:xfrm>
      </p:grpSpPr>
      <p:sp>
        <p:nvSpPr>
          <p:cNvPr id="8829" name="Google Shape;8829;g102c67ce48c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0" name="Google Shape;8830;g102c67ce48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sz="1100" b="0" i="0" u="none" strike="noStrike" cap="none" dirty="0">
                <a:solidFill>
                  <a:srgbClr val="000000"/>
                </a:solidFill>
                <a:effectLst/>
                <a:latin typeface="Arial"/>
                <a:ea typeface="Arial"/>
                <a:cs typeface="Arial"/>
                <a:sym typeface="Arial"/>
              </a:rPr>
              <a:t>Professional sports teams have two goals in business: to make money and to win championships. While these two may seem to be antithetical, a recent Major League Baseball (MLB) trend of increasing top-end salaries for MLB stars may disprove the idea that revenue and win maximization are separate entities.</a:t>
            </a:r>
          </a:p>
          <a:p>
            <a:pPr marL="171450" lvl="0" indent="-171450" algn="l" rtl="0">
              <a:spcBef>
                <a:spcPts val="0"/>
              </a:spcBef>
              <a:spcAft>
                <a:spcPts val="0"/>
              </a:spcAft>
              <a:buFontTx/>
              <a:buChar char="-"/>
            </a:pPr>
            <a:r>
              <a:rPr lang="en-US" sz="1100" b="0" i="0" u="none" strike="noStrike" cap="none" dirty="0">
                <a:solidFill>
                  <a:srgbClr val="000000"/>
                </a:solidFill>
                <a:effectLst/>
                <a:latin typeface="Arial"/>
                <a:ea typeface="Arial"/>
                <a:cs typeface="Arial"/>
                <a:sym typeface="Arial"/>
              </a:rPr>
              <a:t>In baseball, fewer competitive balance checks exist than in other leagues, such as salary caps. Thus, there exists the problem of a larger disparity between small-market and large-market teams manifests itself, with clubs like the Yankees and Dodgers owning an uneven proportion of market share.</a:t>
            </a:r>
          </a:p>
          <a:p>
            <a:pPr marL="171450" lvl="0" indent="-171450" algn="l" rtl="0">
              <a:spcBef>
                <a:spcPts val="0"/>
              </a:spcBef>
              <a:spcAft>
                <a:spcPts val="0"/>
              </a:spcAft>
              <a:buFontTx/>
              <a:buChar char="-"/>
            </a:pPr>
            <a:r>
              <a:rPr lang="en-US" sz="1100" b="0" i="0" u="none" strike="noStrike" cap="none" dirty="0">
                <a:solidFill>
                  <a:srgbClr val="000000"/>
                </a:solidFill>
                <a:effectLst/>
                <a:latin typeface="Arial"/>
                <a:ea typeface="Arial"/>
                <a:cs typeface="Arial"/>
                <a:sym typeface="Arial"/>
              </a:rPr>
              <a:t>With higher payrolls, these teams can afford expensive names like Aaron Judge and Shohei Ohtani and also see higher fan turnout. Thus, I set out to find if these phenomena are correlated.</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7">
          <a:extLst>
            <a:ext uri="{FF2B5EF4-FFF2-40B4-BE49-F238E27FC236}">
              <a16:creationId xmlns:a16="http://schemas.microsoft.com/office/drawing/2014/main" id="{44D4167B-6A16-05C4-8CB4-4C5B55B440E8}"/>
            </a:ext>
          </a:extLst>
        </p:cNvPr>
        <p:cNvGrpSpPr/>
        <p:nvPr/>
      </p:nvGrpSpPr>
      <p:grpSpPr>
        <a:xfrm>
          <a:off x="0" y="0"/>
          <a:ext cx="0" cy="0"/>
          <a:chOff x="0" y="0"/>
          <a:chExt cx="0" cy="0"/>
        </a:xfrm>
      </p:grpSpPr>
      <p:sp>
        <p:nvSpPr>
          <p:cNvPr id="8608" name="Google Shape;8608;g102c67ce48c_0_0:notes">
            <a:extLst>
              <a:ext uri="{FF2B5EF4-FFF2-40B4-BE49-F238E27FC236}">
                <a16:creationId xmlns:a16="http://schemas.microsoft.com/office/drawing/2014/main" id="{7CC6EF24-E66D-7F44-4C89-AE59078D9A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09" name="Google Shape;8609;g102c67ce48c_0_0:notes">
            <a:extLst>
              <a:ext uri="{FF2B5EF4-FFF2-40B4-BE49-F238E27FC236}">
                <a16:creationId xmlns:a16="http://schemas.microsoft.com/office/drawing/2014/main" id="{D8CA47DA-07EC-28A9-4F74-E8C548FE1E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0760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6"/>
        <p:cNvGrpSpPr/>
        <p:nvPr/>
      </p:nvGrpSpPr>
      <p:grpSpPr>
        <a:xfrm>
          <a:off x="0" y="0"/>
          <a:ext cx="0" cy="0"/>
          <a:chOff x="0" y="0"/>
          <a:chExt cx="0" cy="0"/>
        </a:xfrm>
      </p:grpSpPr>
      <p:sp>
        <p:nvSpPr>
          <p:cNvPr id="8727" name="Google Shape;8727;g1044073d9b2_0_7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28" name="Google Shape;8728;g1044073d9b2_0_7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buFontTx/>
              <a:buChar char="-"/>
              <a:tabLst/>
              <a:defRPr/>
            </a:pPr>
            <a:r>
              <a:rPr lang="en-US" sz="1100" b="0" i="0" u="none" strike="noStrike" cap="none" dirty="0">
                <a:solidFill>
                  <a:srgbClr val="000000"/>
                </a:solidFill>
                <a:effectLst/>
                <a:latin typeface="Arial"/>
                <a:ea typeface="Arial"/>
                <a:cs typeface="Arial"/>
                <a:sym typeface="Arial"/>
              </a:rPr>
              <a:t>The variables of payroll, city population, win percentage, and stars per team were chosen for their implied impact on driving fans to the ballpark.</a:t>
            </a:r>
          </a:p>
          <a:p>
            <a:pPr marL="628650" marR="0" lvl="1" indent="-171450" algn="l" defTabSz="914400" rtl="0" eaLnBrk="1" fontAlgn="auto" latinLnBrk="0" hangingPunct="1">
              <a:lnSpc>
                <a:spcPct val="100000"/>
              </a:lnSpc>
              <a:spcBef>
                <a:spcPts val="0"/>
              </a:spcBef>
              <a:spcAft>
                <a:spcPts val="0"/>
              </a:spcAft>
              <a:buClr>
                <a:srgbClr val="000000"/>
              </a:buClr>
              <a:buSzPts val="1100"/>
              <a:buFontTx/>
              <a:buChar char="-"/>
              <a:tabLst/>
              <a:defRPr/>
            </a:pPr>
            <a:r>
              <a:rPr lang="en-US" sz="1100" b="0" i="0" u="none" strike="noStrike" cap="none" dirty="0">
                <a:solidFill>
                  <a:srgbClr val="000000"/>
                </a:solidFill>
                <a:effectLst/>
                <a:latin typeface="Arial"/>
                <a:ea typeface="Arial"/>
                <a:cs typeface="Arial"/>
                <a:sym typeface="Arial"/>
              </a:rPr>
              <a:t>Here, the number of all-star players was defined as having a WAR, or Wins Above Replacement level, greater than or equal to five.</a:t>
            </a:r>
          </a:p>
          <a:p>
            <a:pPr marL="171450" marR="0" lvl="0" indent="-171450" algn="l" defTabSz="914400" rtl="0" eaLnBrk="1" fontAlgn="auto" latinLnBrk="0" hangingPunct="1">
              <a:lnSpc>
                <a:spcPct val="100000"/>
              </a:lnSpc>
              <a:spcBef>
                <a:spcPts val="0"/>
              </a:spcBef>
              <a:spcAft>
                <a:spcPts val="0"/>
              </a:spcAft>
              <a:buClr>
                <a:srgbClr val="000000"/>
              </a:buClr>
              <a:buSzPts val="1100"/>
              <a:buFontTx/>
              <a:buChar char="-"/>
              <a:tabLst/>
              <a:defRPr/>
            </a:pPr>
            <a:r>
              <a:rPr lang="en-US" sz="1100" b="0" i="0" u="none" strike="noStrike" cap="none" dirty="0">
                <a:solidFill>
                  <a:srgbClr val="000000"/>
                </a:solidFill>
                <a:effectLst/>
                <a:latin typeface="Arial"/>
                <a:ea typeface="Arial"/>
                <a:cs typeface="Arial"/>
                <a:sym typeface="Arial"/>
              </a:rPr>
              <a:t>Large-market teams that can afford higher-salaried players and more marketing campaigns were predicted to have higher attendance. Additionally, teams that win more were forecasted to draw more fans to games. Cities with greater populations were generally anticipated to bring in more supporters.</a:t>
            </a:r>
          </a:p>
          <a:p>
            <a:pPr marL="171450" marR="0" lvl="0" indent="-171450" algn="l" defTabSz="914400" rtl="0" eaLnBrk="1" fontAlgn="auto" latinLnBrk="0" hangingPunct="1">
              <a:lnSpc>
                <a:spcPct val="100000"/>
              </a:lnSpc>
              <a:spcBef>
                <a:spcPts val="0"/>
              </a:spcBef>
              <a:spcAft>
                <a:spcPts val="0"/>
              </a:spcAft>
              <a:buClr>
                <a:srgbClr val="000000"/>
              </a:buClr>
              <a:buSzPts val="1100"/>
              <a:buFontTx/>
              <a:buChar char="-"/>
              <a:tabLst/>
              <a:defRPr/>
            </a:pPr>
            <a:r>
              <a:rPr lang="en-US" sz="1100" b="0" i="0" u="none" strike="noStrike" cap="none" dirty="0">
                <a:solidFill>
                  <a:srgbClr val="000000"/>
                </a:solidFill>
                <a:effectLst/>
                <a:latin typeface="Arial"/>
                <a:ea typeface="Arial"/>
                <a:cs typeface="Arial"/>
                <a:sym typeface="Arial"/>
              </a:rPr>
              <a:t>Finally, the variable I cared about, when a team had more all-star players, was predicted to have a higher game-level attendance because athlete popularity, especially driven by social media advertising, could influence even non-avid baseball followers to head to the ballpark.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7">
          <a:extLst>
            <a:ext uri="{FF2B5EF4-FFF2-40B4-BE49-F238E27FC236}">
              <a16:creationId xmlns:a16="http://schemas.microsoft.com/office/drawing/2014/main" id="{7C4CA323-59CB-51AF-6A7E-BBB399ECB33C}"/>
            </a:ext>
          </a:extLst>
        </p:cNvPr>
        <p:cNvGrpSpPr/>
        <p:nvPr/>
      </p:nvGrpSpPr>
      <p:grpSpPr>
        <a:xfrm>
          <a:off x="0" y="0"/>
          <a:ext cx="0" cy="0"/>
          <a:chOff x="0" y="0"/>
          <a:chExt cx="0" cy="0"/>
        </a:xfrm>
      </p:grpSpPr>
      <p:sp>
        <p:nvSpPr>
          <p:cNvPr id="8608" name="Google Shape;8608;g102c67ce48c_0_0:notes">
            <a:extLst>
              <a:ext uri="{FF2B5EF4-FFF2-40B4-BE49-F238E27FC236}">
                <a16:creationId xmlns:a16="http://schemas.microsoft.com/office/drawing/2014/main" id="{24A67720-CF2D-44EA-00C0-CDA600EC4D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09" name="Google Shape;8609;g102c67ce48c_0_0:notes">
            <a:extLst>
              <a:ext uri="{FF2B5EF4-FFF2-40B4-BE49-F238E27FC236}">
                <a16:creationId xmlns:a16="http://schemas.microsoft.com/office/drawing/2014/main" id="{C9269D89-7E0D-E4D8-B9B3-E03148C2CE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r>
              <a:rPr lang="en-US" sz="1100" b="0" i="0" u="none" strike="noStrike" cap="none" dirty="0">
                <a:solidFill>
                  <a:srgbClr val="000000"/>
                </a:solidFill>
                <a:effectLst/>
                <a:latin typeface="Arial"/>
                <a:ea typeface="Arial"/>
                <a:cs typeface="Arial"/>
                <a:sym typeface="Arial"/>
              </a:rPr>
              <a:t>Several models were run, including linear regression, LASSO, decision tree, hierarchical clustering, and </a:t>
            </a:r>
            <a:r>
              <a:rPr lang="en-US" sz="1100" b="0" i="0" u="none" strike="noStrike" cap="none" dirty="0" err="1">
                <a:solidFill>
                  <a:srgbClr val="000000"/>
                </a:solidFill>
                <a:effectLst/>
                <a:latin typeface="Arial"/>
                <a:ea typeface="Arial"/>
                <a:cs typeface="Arial"/>
                <a:sym typeface="Arial"/>
              </a:rPr>
              <a:t>XGBoost</a:t>
            </a:r>
            <a:r>
              <a:rPr lang="en-US" sz="1100" b="0" i="0" u="none" strike="noStrike" cap="none" dirty="0">
                <a:solidFill>
                  <a:srgbClr val="000000"/>
                </a:solidFill>
                <a:effectLst/>
                <a:latin typeface="Arial"/>
                <a:ea typeface="Arial"/>
                <a:cs typeface="Arial"/>
                <a:sym typeface="Arial"/>
              </a:rPr>
              <a:t> with SHAP values models.</a:t>
            </a:r>
            <a:endParaRPr dirty="0"/>
          </a:p>
        </p:txBody>
      </p:sp>
    </p:spTree>
    <p:extLst>
      <p:ext uri="{BB962C8B-B14F-4D97-AF65-F5344CB8AC3E}">
        <p14:creationId xmlns:p14="http://schemas.microsoft.com/office/powerpoint/2010/main" val="929147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5"/>
        <p:cNvGrpSpPr/>
        <p:nvPr/>
      </p:nvGrpSpPr>
      <p:grpSpPr>
        <a:xfrm>
          <a:off x="0" y="0"/>
          <a:ext cx="0" cy="0"/>
          <a:chOff x="0" y="0"/>
          <a:chExt cx="0" cy="0"/>
        </a:xfrm>
      </p:grpSpPr>
      <p:sp>
        <p:nvSpPr>
          <p:cNvPr id="8886" name="Google Shape;8886;g102c67ce48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7" name="Google Shape;8887;g102c67ce48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sz="1100" b="0" i="0" u="none" strike="noStrike" cap="none" dirty="0">
                <a:solidFill>
                  <a:srgbClr val="000000"/>
                </a:solidFill>
                <a:effectLst/>
                <a:latin typeface="Arial"/>
                <a:ea typeface="Arial"/>
                <a:cs typeface="Arial"/>
                <a:sym typeface="Arial"/>
              </a:rPr>
              <a:t>The linear regression found that payroll and win percentage were the only statistically significant variables at the 95% confidence interval, holding other variables constant.</a:t>
            </a:r>
          </a:p>
          <a:p>
            <a:pPr marL="171450" marR="0" lvl="0" indent="-171450" algn="l" defTabSz="914400" rtl="0" eaLnBrk="1" fontAlgn="auto" latinLnBrk="0" hangingPunct="1">
              <a:lnSpc>
                <a:spcPct val="100000"/>
              </a:lnSpc>
              <a:spcBef>
                <a:spcPts val="0"/>
              </a:spcBef>
              <a:spcAft>
                <a:spcPts val="0"/>
              </a:spcAft>
              <a:buClr>
                <a:srgbClr val="000000"/>
              </a:buClr>
              <a:buSzPts val="1100"/>
              <a:buFontTx/>
              <a:buChar char="-"/>
              <a:tabLst/>
              <a:defRPr/>
            </a:pPr>
            <a:r>
              <a:rPr lang="en-US" sz="1100" b="0" i="0" u="none" strike="noStrike" cap="none" dirty="0">
                <a:solidFill>
                  <a:srgbClr val="000000"/>
                </a:solidFill>
                <a:effectLst/>
                <a:latin typeface="Arial"/>
                <a:ea typeface="Arial"/>
                <a:cs typeface="Arial"/>
                <a:sym typeface="Arial"/>
              </a:rPr>
              <a:t>Once again, in the LASSO model, payroll showed the largest impact, followed by win percentage, population, and stars per team.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8"/>
        <p:cNvGrpSpPr/>
        <p:nvPr/>
      </p:nvGrpSpPr>
      <p:grpSpPr>
        <a:xfrm>
          <a:off x="0" y="0"/>
          <a:ext cx="0" cy="0"/>
          <a:chOff x="0" y="0"/>
          <a:chExt cx="0" cy="0"/>
        </a:xfrm>
      </p:grpSpPr>
      <p:sp>
        <p:nvSpPr>
          <p:cNvPr id="9509" name="Google Shape;9509;g102c67ce48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0" name="Google Shape;9510;g102c67ce48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en-US" sz="1100" b="0" i="0" u="none" strike="noStrike" cap="none" dirty="0">
                <a:solidFill>
                  <a:srgbClr val="000000"/>
                </a:solidFill>
                <a:effectLst/>
                <a:latin typeface="Arial"/>
                <a:ea typeface="Arial"/>
                <a:cs typeface="Arial"/>
                <a:sym typeface="Arial"/>
              </a:rPr>
              <a:t>Even in the cluster analysis, the model groups teams with similar payrolls and winning percentages, with large-market, successful teams like the New York Yankees and Los Angeles Dodgers being in the purple cluster and teams like the 2025 Colorado Rockies, who had zero all-stars and one of the worst records in baseball history, in their own separate green attendance category.</a:t>
            </a:r>
          </a:p>
          <a:p>
            <a:pPr marL="171450" lvl="0" indent="-171450" algn="l" rtl="0">
              <a:spcBef>
                <a:spcPts val="0"/>
              </a:spcBef>
              <a:spcAft>
                <a:spcPts val="0"/>
              </a:spcAft>
              <a:buFontTx/>
              <a:buChar char="-"/>
            </a:pPr>
            <a:r>
              <a:rPr lang="en-US" sz="1100" b="0" i="0" u="none" strike="noStrike" cap="none" dirty="0">
                <a:solidFill>
                  <a:srgbClr val="000000"/>
                </a:solidFill>
                <a:effectLst/>
                <a:latin typeface="Arial"/>
                <a:ea typeface="Arial"/>
                <a:cs typeface="Arial"/>
                <a:sym typeface="Arial"/>
              </a:rPr>
              <a:t>The number of all-stars did not appear to impact the clusters at all, with teams like the 2023 San Diego Padres and 2023 Atlanta Braves existing in the same </a:t>
            </a:r>
            <a:r>
              <a:rPr lang="en-US" sz="1100" b="0" i="0" u="none" strike="noStrike" cap="none">
                <a:solidFill>
                  <a:srgbClr val="000000"/>
                </a:solidFill>
                <a:effectLst/>
                <a:latin typeface="Arial"/>
                <a:ea typeface="Arial"/>
                <a:cs typeface="Arial"/>
                <a:sym typeface="Arial"/>
              </a:rPr>
              <a:t>light blue cluster </a:t>
            </a:r>
            <a:r>
              <a:rPr lang="en-US" sz="1100" b="0" i="0" u="none" strike="noStrike" cap="none" dirty="0">
                <a:solidFill>
                  <a:srgbClr val="000000"/>
                </a:solidFill>
                <a:effectLst/>
                <a:latin typeface="Arial"/>
                <a:ea typeface="Arial"/>
                <a:cs typeface="Arial"/>
                <a:sym typeface="Arial"/>
              </a:rPr>
              <a:t>despite having three and four all-star players, respectively.</a:t>
            </a:r>
            <a:r>
              <a:rPr lang="en-US" dirty="0">
                <a:effectLst/>
              </a:rPr>
              <a:t>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4"/>
        <p:cNvGrpSpPr/>
        <p:nvPr/>
      </p:nvGrpSpPr>
      <p:grpSpPr>
        <a:xfrm>
          <a:off x="0" y="0"/>
          <a:ext cx="0" cy="0"/>
          <a:chOff x="0" y="0"/>
          <a:chExt cx="0" cy="0"/>
        </a:xfrm>
      </p:grpSpPr>
      <p:sp>
        <p:nvSpPr>
          <p:cNvPr id="11075" name="Google Shape;11075;g102c67ce48c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6" name="Google Shape;11076;g102c67ce48c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r>
              <a:rPr lang="en-US" sz="1100" b="0" i="0" u="none" strike="noStrike" cap="none" dirty="0">
                <a:solidFill>
                  <a:srgbClr val="000000"/>
                </a:solidFill>
                <a:effectLst/>
                <a:latin typeface="Arial"/>
                <a:ea typeface="Arial"/>
                <a:cs typeface="Arial"/>
                <a:sym typeface="Arial"/>
              </a:rPr>
              <a:t>The SHAP values showed the same thing as the other models: payroll and win-loss percentages have a much greater impact than the number of stars per team in driving attendance.</a:t>
            </a:r>
            <a:r>
              <a:rPr lang="en-US" dirty="0">
                <a:effectLst/>
              </a:rPr>
              <a:t> </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7">
          <a:extLst>
            <a:ext uri="{FF2B5EF4-FFF2-40B4-BE49-F238E27FC236}">
              <a16:creationId xmlns:a16="http://schemas.microsoft.com/office/drawing/2014/main" id="{0FEF9088-5AF5-4C09-8F44-1B41815A53A4}"/>
            </a:ext>
          </a:extLst>
        </p:cNvPr>
        <p:cNvGrpSpPr/>
        <p:nvPr/>
      </p:nvGrpSpPr>
      <p:grpSpPr>
        <a:xfrm>
          <a:off x="0" y="0"/>
          <a:ext cx="0" cy="0"/>
          <a:chOff x="0" y="0"/>
          <a:chExt cx="0" cy="0"/>
        </a:xfrm>
      </p:grpSpPr>
      <p:sp>
        <p:nvSpPr>
          <p:cNvPr id="8608" name="Google Shape;8608;g102c67ce48c_0_0:notes">
            <a:extLst>
              <a:ext uri="{FF2B5EF4-FFF2-40B4-BE49-F238E27FC236}">
                <a16:creationId xmlns:a16="http://schemas.microsoft.com/office/drawing/2014/main" id="{F1019C26-1346-B243-F007-A2B8D5DF2D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09" name="Google Shape;8609;g102c67ce48c_0_0:notes">
            <a:extLst>
              <a:ext uri="{FF2B5EF4-FFF2-40B4-BE49-F238E27FC236}">
                <a16:creationId xmlns:a16="http://schemas.microsoft.com/office/drawing/2014/main" id="{EEFB0E1A-BD97-8B0D-1933-BCB11A23F5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378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2"/>
        <p:cNvGrpSpPr/>
        <p:nvPr/>
      </p:nvGrpSpPr>
      <p:grpSpPr>
        <a:xfrm>
          <a:off x="0" y="0"/>
          <a:ext cx="0" cy="0"/>
          <a:chOff x="0" y="0"/>
          <a:chExt cx="0" cy="0"/>
        </a:xfrm>
      </p:grpSpPr>
      <p:sp>
        <p:nvSpPr>
          <p:cNvPr id="11253" name="Google Shape;11253;g102c67ce48c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4" name="Google Shape;11254;g102c67ce48c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indent="-298450">
              <a:buFontTx/>
              <a:buChar char="-"/>
            </a:pPr>
            <a:r>
              <a:rPr lang="en-US" sz="1100" b="0" i="0" u="none" strike="noStrike" cap="none" dirty="0">
                <a:solidFill>
                  <a:srgbClr val="000000"/>
                </a:solidFill>
                <a:effectLst/>
                <a:latin typeface="Arial"/>
                <a:ea typeface="Arial"/>
                <a:cs typeface="Arial"/>
                <a:sym typeface="Arial"/>
              </a:rPr>
              <a:t>Teams should use their payroll to have the best winning percentage, not one all-star, likely meaning spreading their funding for a more balanced lineup.</a:t>
            </a:r>
          </a:p>
          <a:p>
            <a:pPr marL="457200" indent="-298450">
              <a:buFontTx/>
              <a:buChar char="-"/>
            </a:pPr>
            <a:r>
              <a:rPr lang="en-US" sz="1100" b="0" i="0" u="none" strike="noStrike" cap="none" dirty="0">
                <a:solidFill>
                  <a:srgbClr val="000000"/>
                </a:solidFill>
                <a:effectLst/>
                <a:latin typeface="Arial"/>
                <a:ea typeface="Arial"/>
                <a:cs typeface="Arial"/>
                <a:sym typeface="Arial"/>
              </a:rPr>
              <a:t>Small-market teams thus have two options if they aim to maximize attendance. First, they could choose to incorporate more rebuilding years where they take a hit on attendance for a few seasons to save for a year to push for the pennant, making their ticket money back in one season.</a:t>
            </a:r>
          </a:p>
          <a:p>
            <a:pPr marL="914400" lvl="1" indent="-298450">
              <a:buFontTx/>
              <a:buChar char="-"/>
            </a:pPr>
            <a:r>
              <a:rPr lang="en-US" sz="1100" b="0" i="0" u="none" strike="noStrike" cap="none" dirty="0">
                <a:solidFill>
                  <a:srgbClr val="000000"/>
                </a:solidFill>
                <a:effectLst/>
                <a:latin typeface="Arial"/>
                <a:ea typeface="Arial"/>
                <a:cs typeface="Arial"/>
                <a:sym typeface="Arial"/>
              </a:rPr>
              <a:t>The other option is to keep their win-loss record as consistent as possible, never fully optimizing their attendance but keeping fans steadily engaged.</a:t>
            </a:r>
          </a:p>
          <a:p>
            <a:pPr marL="457200" indent="-298450">
              <a:buFontTx/>
              <a:buChar char="-"/>
            </a:pPr>
            <a:r>
              <a:rPr lang="en-US" sz="1100" b="0" i="0" u="none" strike="noStrike" cap="none" dirty="0">
                <a:solidFill>
                  <a:srgbClr val="000000"/>
                </a:solidFill>
                <a:effectLst/>
                <a:latin typeface="Arial"/>
                <a:ea typeface="Arial"/>
                <a:cs typeface="Arial"/>
                <a:sym typeface="Arial"/>
              </a:rPr>
              <a:t>While large-market teams do have a payroll advantage, their disparity is not directly created by big-name players.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4"/>
        <p:cNvGrpSpPr/>
        <p:nvPr/>
      </p:nvGrpSpPr>
      <p:grpSpPr>
        <a:xfrm>
          <a:off x="0" y="0"/>
          <a:ext cx="0" cy="0"/>
          <a:chOff x="0" y="0"/>
          <a:chExt cx="0" cy="0"/>
        </a:xfrm>
      </p:grpSpPr>
      <p:sp>
        <p:nvSpPr>
          <p:cNvPr id="11245" name="Google Shape;11245;g102c67ce48c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6" name="Google Shape;11246;g102c67ce48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indent="-298450">
              <a:buFontTx/>
              <a:buChar char="-"/>
            </a:pPr>
            <a:r>
              <a:rPr lang="en-US" sz="1100" b="0" i="0" u="none" strike="noStrike" cap="none" dirty="0">
                <a:solidFill>
                  <a:srgbClr val="000000"/>
                </a:solidFill>
                <a:effectLst/>
                <a:latin typeface="Arial"/>
                <a:ea typeface="Arial"/>
                <a:cs typeface="Arial"/>
                <a:sym typeface="Arial"/>
              </a:rPr>
              <a:t>However, why a groundout and not a strikeout?</a:t>
            </a:r>
          </a:p>
          <a:p>
            <a:pPr marL="457200" indent="-298450">
              <a:buFontTx/>
              <a:buChar char="-"/>
            </a:pPr>
            <a:r>
              <a:rPr lang="en-US" sz="1100" b="0" i="0" u="none" strike="noStrike" cap="none" dirty="0">
                <a:solidFill>
                  <a:srgbClr val="000000"/>
                </a:solidFill>
                <a:effectLst/>
                <a:latin typeface="Arial"/>
                <a:ea typeface="Arial"/>
                <a:cs typeface="Arial"/>
                <a:sym typeface="Arial"/>
              </a:rPr>
              <a:t>Star players are not completely a strikeout because they have an impact on other variables like win percentage, even if they do not directly affect game-level attendance in the way originally predicted.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3"/>
        <p:cNvGrpSpPr/>
        <p:nvPr/>
      </p:nvGrpSpPr>
      <p:grpSpPr>
        <a:xfrm>
          <a:off x="0" y="0"/>
          <a:ext cx="0" cy="0"/>
          <a:chOff x="0" y="0"/>
          <a:chExt cx="0" cy="0"/>
        </a:xfrm>
      </p:grpSpPr>
      <p:sp>
        <p:nvSpPr>
          <p:cNvPr id="9504" name="Google Shape;9504;g102c67ce48c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5" name="Google Shape;9505;g102c67ce48c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Thank you for your attention. I now open myself to questions.</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97"/>
        <p:cNvGrpSpPr/>
        <p:nvPr/>
      </p:nvGrpSpPr>
      <p:grpSpPr>
        <a:xfrm>
          <a:off x="0" y="0"/>
          <a:ext cx="0" cy="0"/>
          <a:chOff x="0" y="0"/>
          <a:chExt cx="0" cy="0"/>
        </a:xfrm>
      </p:grpSpPr>
      <p:sp>
        <p:nvSpPr>
          <p:cNvPr id="13198" name="Google Shape;13198;g102c67ce48c_0_107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99" name="Google Shape;13199;g102c67ce48c_0_10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181275" y="922175"/>
            <a:ext cx="6797700" cy="2882100"/>
          </a:xfrm>
          <a:prstGeom prst="roundRect">
            <a:avLst>
              <a:gd name="adj" fmla="val 5945"/>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0800" y="4433175"/>
            <a:ext cx="9228600" cy="75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rot="1097607">
            <a:off x="1491829" y="4195734"/>
            <a:ext cx="1091197" cy="478913"/>
            <a:chOff x="2183975" y="2067550"/>
            <a:chExt cx="819400" cy="359650"/>
          </a:xfrm>
        </p:grpSpPr>
        <p:sp>
          <p:nvSpPr>
            <p:cNvPr id="13" name="Google Shape;13;p2"/>
            <p:cNvSpPr/>
            <p:nvPr/>
          </p:nvSpPr>
          <p:spPr>
            <a:xfrm>
              <a:off x="2183975" y="2389025"/>
              <a:ext cx="76425" cy="38175"/>
            </a:xfrm>
            <a:custGeom>
              <a:avLst/>
              <a:gdLst/>
              <a:ahLst/>
              <a:cxnLst/>
              <a:rect l="l" t="t" r="r" b="b"/>
              <a:pathLst>
                <a:path w="3057" h="1527" extrusionOk="0">
                  <a:moveTo>
                    <a:pt x="2163" y="0"/>
                  </a:moveTo>
                  <a:cubicBezTo>
                    <a:pt x="1160" y="79"/>
                    <a:pt x="0" y="141"/>
                    <a:pt x="94" y="800"/>
                  </a:cubicBezTo>
                  <a:cubicBezTo>
                    <a:pt x="166" y="1384"/>
                    <a:pt x="937" y="1527"/>
                    <a:pt x="1674" y="1527"/>
                  </a:cubicBezTo>
                  <a:cubicBezTo>
                    <a:pt x="2381" y="1527"/>
                    <a:pt x="3057" y="1395"/>
                    <a:pt x="3057" y="1395"/>
                  </a:cubicBezTo>
                  <a:lnTo>
                    <a:pt x="21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392450" y="2067550"/>
              <a:ext cx="45075" cy="28150"/>
            </a:xfrm>
            <a:custGeom>
              <a:avLst/>
              <a:gdLst/>
              <a:ahLst/>
              <a:cxnLst/>
              <a:rect l="l" t="t" r="r" b="b"/>
              <a:pathLst>
                <a:path w="1803" h="1126" extrusionOk="0">
                  <a:moveTo>
                    <a:pt x="993" y="0"/>
                  </a:moveTo>
                  <a:cubicBezTo>
                    <a:pt x="950" y="0"/>
                    <a:pt x="907" y="2"/>
                    <a:pt x="862" y="6"/>
                  </a:cubicBezTo>
                  <a:cubicBezTo>
                    <a:pt x="376" y="53"/>
                    <a:pt x="0" y="336"/>
                    <a:pt x="16" y="633"/>
                  </a:cubicBezTo>
                  <a:cubicBezTo>
                    <a:pt x="44" y="918"/>
                    <a:pt x="384" y="1126"/>
                    <a:pt x="810" y="1126"/>
                  </a:cubicBezTo>
                  <a:cubicBezTo>
                    <a:pt x="853" y="1126"/>
                    <a:pt x="896" y="1124"/>
                    <a:pt x="941" y="1119"/>
                  </a:cubicBezTo>
                  <a:cubicBezTo>
                    <a:pt x="1427" y="1072"/>
                    <a:pt x="1803" y="790"/>
                    <a:pt x="1787" y="477"/>
                  </a:cubicBezTo>
                  <a:cubicBezTo>
                    <a:pt x="1773" y="206"/>
                    <a:pt x="1422" y="0"/>
                    <a:pt x="9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214550" y="2079000"/>
              <a:ext cx="516875" cy="342950"/>
            </a:xfrm>
            <a:custGeom>
              <a:avLst/>
              <a:gdLst/>
              <a:ahLst/>
              <a:cxnLst/>
              <a:rect l="l" t="t" r="r" b="b"/>
              <a:pathLst>
                <a:path w="20675" h="13718" extrusionOk="0">
                  <a:moveTo>
                    <a:pt x="9826" y="1"/>
                  </a:moveTo>
                  <a:cubicBezTo>
                    <a:pt x="7386" y="1"/>
                    <a:pt x="4905" y="399"/>
                    <a:pt x="3151" y="1523"/>
                  </a:cubicBezTo>
                  <a:cubicBezTo>
                    <a:pt x="0" y="3530"/>
                    <a:pt x="1270" y="13608"/>
                    <a:pt x="1270" y="13608"/>
                  </a:cubicBezTo>
                  <a:lnTo>
                    <a:pt x="20674" y="13718"/>
                  </a:lnTo>
                  <a:cubicBezTo>
                    <a:pt x="20674" y="13718"/>
                    <a:pt x="20659" y="2088"/>
                    <a:pt x="16082" y="818"/>
                  </a:cubicBezTo>
                  <a:cubicBezTo>
                    <a:pt x="14496" y="372"/>
                    <a:pt x="12180" y="1"/>
                    <a:pt x="98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470825" y="2079050"/>
              <a:ext cx="260600" cy="342900"/>
            </a:xfrm>
            <a:custGeom>
              <a:avLst/>
              <a:gdLst/>
              <a:ahLst/>
              <a:cxnLst/>
              <a:rect l="l" t="t" r="r" b="b"/>
              <a:pathLst>
                <a:path w="10424" h="13716" extrusionOk="0">
                  <a:moveTo>
                    <a:pt x="0" y="1"/>
                  </a:moveTo>
                  <a:lnTo>
                    <a:pt x="0" y="1"/>
                  </a:lnTo>
                  <a:cubicBezTo>
                    <a:pt x="4828" y="1756"/>
                    <a:pt x="8370" y="7211"/>
                    <a:pt x="8480" y="13716"/>
                  </a:cubicBezTo>
                  <a:lnTo>
                    <a:pt x="10423" y="13716"/>
                  </a:lnTo>
                  <a:cubicBezTo>
                    <a:pt x="10423" y="13716"/>
                    <a:pt x="10408" y="2086"/>
                    <a:pt x="5831" y="816"/>
                  </a:cubicBezTo>
                  <a:cubicBezTo>
                    <a:pt x="4342" y="393"/>
                    <a:pt x="2194" y="48"/>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214550" y="2082600"/>
              <a:ext cx="186525" cy="339350"/>
            </a:xfrm>
            <a:custGeom>
              <a:avLst/>
              <a:gdLst/>
              <a:ahLst/>
              <a:cxnLst/>
              <a:rect l="l" t="t" r="r" b="b"/>
              <a:pathLst>
                <a:path w="7461" h="13574" extrusionOk="0">
                  <a:moveTo>
                    <a:pt x="7461" y="0"/>
                  </a:moveTo>
                  <a:lnTo>
                    <a:pt x="7461" y="0"/>
                  </a:lnTo>
                  <a:cubicBezTo>
                    <a:pt x="5847" y="188"/>
                    <a:pt x="4342" y="611"/>
                    <a:pt x="3151" y="1379"/>
                  </a:cubicBezTo>
                  <a:cubicBezTo>
                    <a:pt x="0" y="3386"/>
                    <a:pt x="862" y="13574"/>
                    <a:pt x="862" y="13574"/>
                  </a:cubicBezTo>
                  <a:lnTo>
                    <a:pt x="7006" y="13574"/>
                  </a:lnTo>
                  <a:cubicBezTo>
                    <a:pt x="6489" y="12320"/>
                    <a:pt x="3746" y="2100"/>
                    <a:pt x="7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218450" y="2136675"/>
              <a:ext cx="85075" cy="285275"/>
            </a:xfrm>
            <a:custGeom>
              <a:avLst/>
              <a:gdLst/>
              <a:ahLst/>
              <a:cxnLst/>
              <a:rect l="l" t="t" r="r" b="b"/>
              <a:pathLst>
                <a:path w="3403" h="11411" extrusionOk="0">
                  <a:moveTo>
                    <a:pt x="2195" y="0"/>
                  </a:moveTo>
                  <a:lnTo>
                    <a:pt x="2195" y="0"/>
                  </a:lnTo>
                  <a:cubicBezTo>
                    <a:pt x="1" y="3088"/>
                    <a:pt x="706" y="11411"/>
                    <a:pt x="706" y="11411"/>
                  </a:cubicBezTo>
                  <a:lnTo>
                    <a:pt x="3402" y="11411"/>
                  </a:lnTo>
                  <a:cubicBezTo>
                    <a:pt x="2399" y="9373"/>
                    <a:pt x="1803" y="6771"/>
                    <a:pt x="1803" y="3903"/>
                  </a:cubicBezTo>
                  <a:cubicBezTo>
                    <a:pt x="1803" y="2539"/>
                    <a:pt x="1944" y="1223"/>
                    <a:pt x="219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234125" y="2405350"/>
              <a:ext cx="769250" cy="21700"/>
            </a:xfrm>
            <a:custGeom>
              <a:avLst/>
              <a:gdLst/>
              <a:ahLst/>
              <a:cxnLst/>
              <a:rect l="l" t="t" r="r" b="b"/>
              <a:pathLst>
                <a:path w="30770" h="868" extrusionOk="0">
                  <a:moveTo>
                    <a:pt x="28366" y="1"/>
                  </a:moveTo>
                  <a:cubicBezTo>
                    <a:pt x="25060" y="1"/>
                    <a:pt x="17454" y="460"/>
                    <a:pt x="1" y="460"/>
                  </a:cubicBezTo>
                  <a:lnTo>
                    <a:pt x="79" y="868"/>
                  </a:lnTo>
                  <a:lnTo>
                    <a:pt x="30472" y="868"/>
                  </a:lnTo>
                  <a:cubicBezTo>
                    <a:pt x="30597" y="868"/>
                    <a:pt x="30707" y="774"/>
                    <a:pt x="30738" y="633"/>
                  </a:cubicBezTo>
                  <a:cubicBezTo>
                    <a:pt x="30769" y="492"/>
                    <a:pt x="30722" y="335"/>
                    <a:pt x="30613" y="272"/>
                  </a:cubicBezTo>
                  <a:cubicBezTo>
                    <a:pt x="30307" y="73"/>
                    <a:pt x="29672" y="1"/>
                    <a:pt x="283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2458675" y="2405300"/>
              <a:ext cx="544700" cy="21750"/>
            </a:xfrm>
            <a:custGeom>
              <a:avLst/>
              <a:gdLst/>
              <a:ahLst/>
              <a:cxnLst/>
              <a:rect l="l" t="t" r="r" b="b"/>
              <a:pathLst>
                <a:path w="21788" h="870" extrusionOk="0">
                  <a:moveTo>
                    <a:pt x="19365" y="1"/>
                  </a:moveTo>
                  <a:cubicBezTo>
                    <a:pt x="16687" y="1"/>
                    <a:pt x="11205" y="300"/>
                    <a:pt x="0" y="415"/>
                  </a:cubicBezTo>
                  <a:cubicBezTo>
                    <a:pt x="173" y="572"/>
                    <a:pt x="329" y="713"/>
                    <a:pt x="455" y="870"/>
                  </a:cubicBezTo>
                  <a:lnTo>
                    <a:pt x="21490" y="870"/>
                  </a:lnTo>
                  <a:cubicBezTo>
                    <a:pt x="21615" y="870"/>
                    <a:pt x="21725" y="776"/>
                    <a:pt x="21756" y="635"/>
                  </a:cubicBezTo>
                  <a:cubicBezTo>
                    <a:pt x="21787" y="494"/>
                    <a:pt x="21740" y="337"/>
                    <a:pt x="21631" y="274"/>
                  </a:cubicBezTo>
                  <a:cubicBezTo>
                    <a:pt x="21321" y="73"/>
                    <a:pt x="20681" y="1"/>
                    <a:pt x="193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2510000" y="2158925"/>
              <a:ext cx="154200" cy="210375"/>
            </a:xfrm>
            <a:custGeom>
              <a:avLst/>
              <a:gdLst/>
              <a:ahLst/>
              <a:cxnLst/>
              <a:rect l="l" t="t" r="r" b="b"/>
              <a:pathLst>
                <a:path w="6168" h="8415" extrusionOk="0">
                  <a:moveTo>
                    <a:pt x="452" y="1"/>
                  </a:moveTo>
                  <a:cubicBezTo>
                    <a:pt x="194" y="1"/>
                    <a:pt x="0" y="229"/>
                    <a:pt x="0" y="568"/>
                  </a:cubicBezTo>
                  <a:cubicBezTo>
                    <a:pt x="0" y="1195"/>
                    <a:pt x="2602" y="3765"/>
                    <a:pt x="5925" y="8358"/>
                  </a:cubicBezTo>
                  <a:cubicBezTo>
                    <a:pt x="5949" y="8398"/>
                    <a:pt x="5979" y="8415"/>
                    <a:pt x="6007" y="8415"/>
                  </a:cubicBezTo>
                  <a:cubicBezTo>
                    <a:pt x="6090" y="8415"/>
                    <a:pt x="6168" y="8275"/>
                    <a:pt x="6098" y="8170"/>
                  </a:cubicBezTo>
                  <a:cubicBezTo>
                    <a:pt x="2775" y="3562"/>
                    <a:pt x="1004" y="66"/>
                    <a:pt x="502" y="4"/>
                  </a:cubicBezTo>
                  <a:cubicBezTo>
                    <a:pt x="485" y="2"/>
                    <a:pt x="469" y="1"/>
                    <a:pt x="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2634600" y="2331025"/>
              <a:ext cx="30200" cy="40400"/>
            </a:xfrm>
            <a:custGeom>
              <a:avLst/>
              <a:gdLst/>
              <a:ahLst/>
              <a:cxnLst/>
              <a:rect l="l" t="t" r="r" b="b"/>
              <a:pathLst>
                <a:path w="1208" h="1616" extrusionOk="0">
                  <a:moveTo>
                    <a:pt x="220" y="1"/>
                  </a:moveTo>
                  <a:lnTo>
                    <a:pt x="1" y="251"/>
                  </a:lnTo>
                  <a:lnTo>
                    <a:pt x="988" y="1615"/>
                  </a:lnTo>
                  <a:lnTo>
                    <a:pt x="1208" y="1364"/>
                  </a:lnTo>
                  <a:lnTo>
                    <a:pt x="220"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2656950" y="2363225"/>
              <a:ext cx="11000" cy="10850"/>
            </a:xfrm>
            <a:custGeom>
              <a:avLst/>
              <a:gdLst/>
              <a:ahLst/>
              <a:cxnLst/>
              <a:rect l="l" t="t" r="r" b="b"/>
              <a:pathLst>
                <a:path w="440" h="434" extrusionOk="0">
                  <a:moveTo>
                    <a:pt x="332" y="1"/>
                  </a:moveTo>
                  <a:cubicBezTo>
                    <a:pt x="278" y="1"/>
                    <a:pt x="206" y="43"/>
                    <a:pt x="141" y="108"/>
                  </a:cubicBezTo>
                  <a:cubicBezTo>
                    <a:pt x="47" y="217"/>
                    <a:pt x="0" y="358"/>
                    <a:pt x="47" y="405"/>
                  </a:cubicBezTo>
                  <a:cubicBezTo>
                    <a:pt x="57" y="425"/>
                    <a:pt x="75" y="434"/>
                    <a:pt x="97" y="434"/>
                  </a:cubicBezTo>
                  <a:cubicBezTo>
                    <a:pt x="146" y="434"/>
                    <a:pt x="218" y="392"/>
                    <a:pt x="282" y="327"/>
                  </a:cubicBezTo>
                  <a:cubicBezTo>
                    <a:pt x="392" y="217"/>
                    <a:pt x="439" y="76"/>
                    <a:pt x="392" y="29"/>
                  </a:cubicBezTo>
                  <a:cubicBezTo>
                    <a:pt x="377" y="10"/>
                    <a:pt x="356" y="1"/>
                    <a:pt x="33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533325" y="2163250"/>
              <a:ext cx="145200" cy="211525"/>
            </a:xfrm>
            <a:custGeom>
              <a:avLst/>
              <a:gdLst/>
              <a:ahLst/>
              <a:cxnLst/>
              <a:rect l="l" t="t" r="r" b="b"/>
              <a:pathLst>
                <a:path w="5808" h="8461" extrusionOk="0">
                  <a:moveTo>
                    <a:pt x="5293" y="0"/>
                  </a:moveTo>
                  <a:cubicBezTo>
                    <a:pt x="5277" y="0"/>
                    <a:pt x="5260" y="1"/>
                    <a:pt x="5243" y="3"/>
                  </a:cubicBezTo>
                  <a:cubicBezTo>
                    <a:pt x="4742" y="66"/>
                    <a:pt x="3158" y="3592"/>
                    <a:pt x="71" y="8216"/>
                  </a:cubicBezTo>
                  <a:cubicBezTo>
                    <a:pt x="1" y="8321"/>
                    <a:pt x="78" y="8461"/>
                    <a:pt x="168" y="8461"/>
                  </a:cubicBezTo>
                  <a:cubicBezTo>
                    <a:pt x="198" y="8461"/>
                    <a:pt x="231" y="8444"/>
                    <a:pt x="259" y="8404"/>
                  </a:cubicBezTo>
                  <a:cubicBezTo>
                    <a:pt x="3331" y="3780"/>
                    <a:pt x="5807" y="1194"/>
                    <a:pt x="5776" y="552"/>
                  </a:cubicBezTo>
                  <a:cubicBezTo>
                    <a:pt x="5761" y="227"/>
                    <a:pt x="5553" y="0"/>
                    <a:pt x="5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529600" y="2368325"/>
              <a:ext cx="11000" cy="10850"/>
            </a:xfrm>
            <a:custGeom>
              <a:avLst/>
              <a:gdLst/>
              <a:ahLst/>
              <a:cxnLst/>
              <a:rect l="l" t="t" r="r" b="b"/>
              <a:pathLst>
                <a:path w="440" h="434" extrusionOk="0">
                  <a:moveTo>
                    <a:pt x="83" y="1"/>
                  </a:moveTo>
                  <a:cubicBezTo>
                    <a:pt x="59" y="1"/>
                    <a:pt x="41" y="10"/>
                    <a:pt x="32" y="29"/>
                  </a:cubicBezTo>
                  <a:cubicBezTo>
                    <a:pt x="0" y="76"/>
                    <a:pt x="47" y="217"/>
                    <a:pt x="141" y="327"/>
                  </a:cubicBezTo>
                  <a:cubicBezTo>
                    <a:pt x="217" y="391"/>
                    <a:pt x="292" y="434"/>
                    <a:pt x="342" y="434"/>
                  </a:cubicBezTo>
                  <a:cubicBezTo>
                    <a:pt x="365" y="434"/>
                    <a:pt x="382" y="425"/>
                    <a:pt x="392" y="405"/>
                  </a:cubicBezTo>
                  <a:cubicBezTo>
                    <a:pt x="439" y="358"/>
                    <a:pt x="392" y="217"/>
                    <a:pt x="282" y="123"/>
                  </a:cubicBezTo>
                  <a:cubicBezTo>
                    <a:pt x="217" y="47"/>
                    <a:pt x="137" y="1"/>
                    <a:pt x="83" y="1"/>
                  </a:cubicBezTo>
                  <a:close/>
                </a:path>
              </a:pathLst>
            </a:custGeom>
            <a:solidFill>
              <a:srgbClr val="8696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533325" y="2281650"/>
              <a:ext cx="65650" cy="93125"/>
            </a:xfrm>
            <a:custGeom>
              <a:avLst/>
              <a:gdLst/>
              <a:ahLst/>
              <a:cxnLst/>
              <a:rect l="l" t="t" r="r" b="b"/>
              <a:pathLst>
                <a:path w="2626" h="3725" extrusionOk="0">
                  <a:moveTo>
                    <a:pt x="2265" y="1"/>
                  </a:moveTo>
                  <a:cubicBezTo>
                    <a:pt x="1638" y="1051"/>
                    <a:pt x="901" y="2226"/>
                    <a:pt x="71" y="3480"/>
                  </a:cubicBezTo>
                  <a:cubicBezTo>
                    <a:pt x="1" y="3585"/>
                    <a:pt x="78" y="3725"/>
                    <a:pt x="161" y="3725"/>
                  </a:cubicBezTo>
                  <a:cubicBezTo>
                    <a:pt x="190" y="3725"/>
                    <a:pt x="219" y="3708"/>
                    <a:pt x="243" y="3668"/>
                  </a:cubicBezTo>
                  <a:cubicBezTo>
                    <a:pt x="1105" y="2399"/>
                    <a:pt x="1904" y="1286"/>
                    <a:pt x="2626" y="314"/>
                  </a:cubicBezTo>
                  <a:cubicBezTo>
                    <a:pt x="2531" y="298"/>
                    <a:pt x="2437" y="251"/>
                    <a:pt x="2375" y="189"/>
                  </a:cubicBezTo>
                  <a:cubicBezTo>
                    <a:pt x="2328" y="126"/>
                    <a:pt x="2296" y="63"/>
                    <a:pt x="22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517825" y="2244825"/>
              <a:ext cx="50575" cy="68975"/>
            </a:xfrm>
            <a:custGeom>
              <a:avLst/>
              <a:gdLst/>
              <a:ahLst/>
              <a:cxnLst/>
              <a:rect l="l" t="t" r="r" b="b"/>
              <a:pathLst>
                <a:path w="2023" h="2759" extrusionOk="0">
                  <a:moveTo>
                    <a:pt x="769" y="0"/>
                  </a:moveTo>
                  <a:cubicBezTo>
                    <a:pt x="769" y="0"/>
                    <a:pt x="1" y="1286"/>
                    <a:pt x="1004" y="2759"/>
                  </a:cubicBezTo>
                  <a:lnTo>
                    <a:pt x="2023" y="1223"/>
                  </a:lnTo>
                  <a:lnTo>
                    <a:pt x="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620500" y="2252275"/>
              <a:ext cx="47050" cy="58800"/>
            </a:xfrm>
            <a:custGeom>
              <a:avLst/>
              <a:gdLst/>
              <a:ahLst/>
              <a:cxnLst/>
              <a:rect l="l" t="t" r="r" b="b"/>
              <a:pathLst>
                <a:path w="1882" h="2352" extrusionOk="0">
                  <a:moveTo>
                    <a:pt x="1113" y="0"/>
                  </a:moveTo>
                  <a:lnTo>
                    <a:pt x="1" y="1113"/>
                  </a:lnTo>
                  <a:lnTo>
                    <a:pt x="988" y="2351"/>
                  </a:lnTo>
                  <a:cubicBezTo>
                    <a:pt x="1881" y="1050"/>
                    <a:pt x="111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367750"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359925"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350900"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344625"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342675"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341500" y="2206800"/>
              <a:ext cx="5125" cy="20800"/>
            </a:xfrm>
            <a:custGeom>
              <a:avLst/>
              <a:gdLst/>
              <a:ahLst/>
              <a:cxnLst/>
              <a:rect l="l" t="t" r="r" b="b"/>
              <a:pathLst>
                <a:path w="205" h="832" extrusionOk="0">
                  <a:moveTo>
                    <a:pt x="189" y="1"/>
                  </a:moveTo>
                  <a:lnTo>
                    <a:pt x="0" y="16"/>
                  </a:lnTo>
                  <a:lnTo>
                    <a:pt x="32" y="832"/>
                  </a:lnTo>
                  <a:lnTo>
                    <a:pt x="204" y="832"/>
                  </a:lnTo>
                  <a:lnTo>
                    <a:pt x="1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342275"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348150" y="2138225"/>
              <a:ext cx="7475" cy="18450"/>
            </a:xfrm>
            <a:custGeom>
              <a:avLst/>
              <a:gdLst/>
              <a:ahLst/>
              <a:cxnLst/>
              <a:rect l="l" t="t" r="r" b="b"/>
              <a:pathLst>
                <a:path w="299" h="738" extrusionOk="0">
                  <a:moveTo>
                    <a:pt x="142" y="1"/>
                  </a:moveTo>
                  <a:lnTo>
                    <a:pt x="1" y="690"/>
                  </a:lnTo>
                  <a:lnTo>
                    <a:pt x="173" y="737"/>
                  </a:lnTo>
                  <a:lnTo>
                    <a:pt x="299" y="32"/>
                  </a:lnTo>
                  <a:lnTo>
                    <a:pt x="1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2357175" y="2106875"/>
              <a:ext cx="11000" cy="18450"/>
            </a:xfrm>
            <a:custGeom>
              <a:avLst/>
              <a:gdLst/>
              <a:ahLst/>
              <a:cxnLst/>
              <a:rect l="l" t="t" r="r" b="b"/>
              <a:pathLst>
                <a:path w="440" h="738" extrusionOk="0">
                  <a:moveTo>
                    <a:pt x="283" y="1"/>
                  </a:moveTo>
                  <a:lnTo>
                    <a:pt x="0" y="643"/>
                  </a:lnTo>
                  <a:lnTo>
                    <a:pt x="157" y="738"/>
                  </a:lnTo>
                  <a:lnTo>
                    <a:pt x="439" y="95"/>
                  </a:lnTo>
                  <a:lnTo>
                    <a:pt x="2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2370500" y="2088475"/>
              <a:ext cx="12550" cy="12550"/>
            </a:xfrm>
            <a:custGeom>
              <a:avLst/>
              <a:gdLst/>
              <a:ahLst/>
              <a:cxnLst/>
              <a:rect l="l" t="t" r="r" b="b"/>
              <a:pathLst>
                <a:path w="502" h="502" extrusionOk="0">
                  <a:moveTo>
                    <a:pt x="361" y="0"/>
                  </a:moveTo>
                  <a:lnTo>
                    <a:pt x="0" y="408"/>
                  </a:lnTo>
                  <a:lnTo>
                    <a:pt x="157" y="502"/>
                  </a:lnTo>
                  <a:lnTo>
                    <a:pt x="502" y="94"/>
                  </a:lnTo>
                  <a:lnTo>
                    <a:pt x="3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2388125"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2380300"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2371275"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2365000"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363050"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2361875" y="2206800"/>
              <a:ext cx="5125" cy="20800"/>
            </a:xfrm>
            <a:custGeom>
              <a:avLst/>
              <a:gdLst/>
              <a:ahLst/>
              <a:cxnLst/>
              <a:rect l="l" t="t" r="r" b="b"/>
              <a:pathLst>
                <a:path w="205" h="832" extrusionOk="0">
                  <a:moveTo>
                    <a:pt x="173" y="1"/>
                  </a:moveTo>
                  <a:lnTo>
                    <a:pt x="1" y="16"/>
                  </a:lnTo>
                  <a:lnTo>
                    <a:pt x="32" y="832"/>
                  </a:lnTo>
                  <a:lnTo>
                    <a:pt x="204" y="832"/>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2362650"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368550" y="2138225"/>
              <a:ext cx="7450" cy="18450"/>
            </a:xfrm>
            <a:custGeom>
              <a:avLst/>
              <a:gdLst/>
              <a:ahLst/>
              <a:cxnLst/>
              <a:rect l="l" t="t" r="r" b="b"/>
              <a:pathLst>
                <a:path w="298" h="738" extrusionOk="0">
                  <a:moveTo>
                    <a:pt x="141" y="1"/>
                  </a:moveTo>
                  <a:lnTo>
                    <a:pt x="0" y="690"/>
                  </a:lnTo>
                  <a:lnTo>
                    <a:pt x="172" y="737"/>
                  </a:lnTo>
                  <a:lnTo>
                    <a:pt x="298" y="32"/>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2377550" y="2106875"/>
              <a:ext cx="11000" cy="18450"/>
            </a:xfrm>
            <a:custGeom>
              <a:avLst/>
              <a:gdLst/>
              <a:ahLst/>
              <a:cxnLst/>
              <a:rect l="l" t="t" r="r" b="b"/>
              <a:pathLst>
                <a:path w="440" h="738" extrusionOk="0">
                  <a:moveTo>
                    <a:pt x="283" y="1"/>
                  </a:moveTo>
                  <a:lnTo>
                    <a:pt x="1" y="643"/>
                  </a:lnTo>
                  <a:lnTo>
                    <a:pt x="157" y="738"/>
                  </a:lnTo>
                  <a:lnTo>
                    <a:pt x="439" y="95"/>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390875" y="2088475"/>
              <a:ext cx="12575" cy="12550"/>
            </a:xfrm>
            <a:custGeom>
              <a:avLst/>
              <a:gdLst/>
              <a:ahLst/>
              <a:cxnLst/>
              <a:rect l="l" t="t" r="r" b="b"/>
              <a:pathLst>
                <a:path w="503" h="502" extrusionOk="0">
                  <a:moveTo>
                    <a:pt x="361" y="0"/>
                  </a:moveTo>
                  <a:lnTo>
                    <a:pt x="0" y="408"/>
                  </a:lnTo>
                  <a:lnTo>
                    <a:pt x="157" y="502"/>
                  </a:lnTo>
                  <a:lnTo>
                    <a:pt x="502" y="94"/>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504125" y="2192300"/>
              <a:ext cx="170475" cy="178725"/>
            </a:xfrm>
            <a:custGeom>
              <a:avLst/>
              <a:gdLst/>
              <a:ahLst/>
              <a:cxnLst/>
              <a:rect l="l" t="t" r="r" b="b"/>
              <a:pathLst>
                <a:path w="6819" h="7149" extrusionOk="0">
                  <a:moveTo>
                    <a:pt x="2649" y="1"/>
                  </a:moveTo>
                  <a:cubicBezTo>
                    <a:pt x="2148" y="95"/>
                    <a:pt x="1677" y="299"/>
                    <a:pt x="1286" y="596"/>
                  </a:cubicBezTo>
                  <a:lnTo>
                    <a:pt x="1411" y="816"/>
                  </a:lnTo>
                  <a:cubicBezTo>
                    <a:pt x="1787" y="534"/>
                    <a:pt x="2226" y="346"/>
                    <a:pt x="2681" y="267"/>
                  </a:cubicBezTo>
                  <a:lnTo>
                    <a:pt x="2649" y="1"/>
                  </a:lnTo>
                  <a:close/>
                  <a:moveTo>
                    <a:pt x="4107" y="95"/>
                  </a:moveTo>
                  <a:lnTo>
                    <a:pt x="4060" y="346"/>
                  </a:lnTo>
                  <a:cubicBezTo>
                    <a:pt x="4499" y="487"/>
                    <a:pt x="4922" y="706"/>
                    <a:pt x="5298" y="1020"/>
                  </a:cubicBezTo>
                  <a:lnTo>
                    <a:pt x="5424" y="800"/>
                  </a:lnTo>
                  <a:cubicBezTo>
                    <a:pt x="5032" y="471"/>
                    <a:pt x="4593" y="236"/>
                    <a:pt x="4107" y="95"/>
                  </a:cubicBezTo>
                  <a:close/>
                  <a:moveTo>
                    <a:pt x="314" y="1850"/>
                  </a:moveTo>
                  <a:cubicBezTo>
                    <a:pt x="110" y="2305"/>
                    <a:pt x="0" y="2791"/>
                    <a:pt x="0" y="3308"/>
                  </a:cubicBezTo>
                  <a:cubicBezTo>
                    <a:pt x="0" y="3355"/>
                    <a:pt x="0" y="3418"/>
                    <a:pt x="16" y="3481"/>
                  </a:cubicBezTo>
                  <a:lnTo>
                    <a:pt x="235" y="3465"/>
                  </a:lnTo>
                  <a:cubicBezTo>
                    <a:pt x="235" y="3418"/>
                    <a:pt x="235" y="3355"/>
                    <a:pt x="235" y="3308"/>
                  </a:cubicBezTo>
                  <a:cubicBezTo>
                    <a:pt x="235" y="2838"/>
                    <a:pt x="329" y="2383"/>
                    <a:pt x="518" y="1976"/>
                  </a:cubicBezTo>
                  <a:lnTo>
                    <a:pt x="314" y="1850"/>
                  </a:lnTo>
                  <a:close/>
                  <a:moveTo>
                    <a:pt x="6411" y="2039"/>
                  </a:moveTo>
                  <a:lnTo>
                    <a:pt x="6207" y="2180"/>
                  </a:lnTo>
                  <a:cubicBezTo>
                    <a:pt x="6442" y="2634"/>
                    <a:pt x="6568" y="3136"/>
                    <a:pt x="6599" y="3637"/>
                  </a:cubicBezTo>
                  <a:lnTo>
                    <a:pt x="6599" y="3653"/>
                  </a:lnTo>
                  <a:lnTo>
                    <a:pt x="6819" y="3637"/>
                  </a:lnTo>
                  <a:cubicBezTo>
                    <a:pt x="6803" y="3073"/>
                    <a:pt x="6662" y="2540"/>
                    <a:pt x="6411" y="2039"/>
                  </a:cubicBezTo>
                  <a:close/>
                  <a:moveTo>
                    <a:pt x="627" y="4938"/>
                  </a:moveTo>
                  <a:lnTo>
                    <a:pt x="424" y="5064"/>
                  </a:lnTo>
                  <a:cubicBezTo>
                    <a:pt x="659" y="5534"/>
                    <a:pt x="1003" y="5973"/>
                    <a:pt x="1395" y="6302"/>
                  </a:cubicBezTo>
                  <a:lnTo>
                    <a:pt x="1536" y="6098"/>
                  </a:lnTo>
                  <a:cubicBezTo>
                    <a:pt x="1160" y="5769"/>
                    <a:pt x="847" y="5377"/>
                    <a:pt x="627" y="4938"/>
                  </a:cubicBezTo>
                  <a:close/>
                  <a:moveTo>
                    <a:pt x="6317" y="5158"/>
                  </a:moveTo>
                  <a:cubicBezTo>
                    <a:pt x="6113" y="5612"/>
                    <a:pt x="5800" y="6004"/>
                    <a:pt x="5424" y="6302"/>
                  </a:cubicBezTo>
                  <a:lnTo>
                    <a:pt x="5549" y="6521"/>
                  </a:lnTo>
                  <a:cubicBezTo>
                    <a:pt x="5972" y="6192"/>
                    <a:pt x="6301" y="5769"/>
                    <a:pt x="6521" y="5267"/>
                  </a:cubicBezTo>
                  <a:lnTo>
                    <a:pt x="6317" y="5158"/>
                  </a:lnTo>
                  <a:close/>
                  <a:moveTo>
                    <a:pt x="2775" y="6756"/>
                  </a:moveTo>
                  <a:lnTo>
                    <a:pt x="2712" y="7023"/>
                  </a:lnTo>
                  <a:cubicBezTo>
                    <a:pt x="2994" y="7101"/>
                    <a:pt x="3292" y="7148"/>
                    <a:pt x="3574" y="7148"/>
                  </a:cubicBezTo>
                  <a:lnTo>
                    <a:pt x="3652" y="7148"/>
                  </a:lnTo>
                  <a:cubicBezTo>
                    <a:pt x="3841" y="7148"/>
                    <a:pt x="4013" y="7133"/>
                    <a:pt x="4185" y="7117"/>
                  </a:cubicBezTo>
                  <a:lnTo>
                    <a:pt x="4138" y="6851"/>
                  </a:lnTo>
                  <a:cubicBezTo>
                    <a:pt x="3982" y="6882"/>
                    <a:pt x="3825" y="6898"/>
                    <a:pt x="3652" y="6898"/>
                  </a:cubicBezTo>
                  <a:lnTo>
                    <a:pt x="3574" y="6882"/>
                  </a:lnTo>
                  <a:cubicBezTo>
                    <a:pt x="3308" y="6882"/>
                    <a:pt x="3041" y="6835"/>
                    <a:pt x="2775" y="67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rot="-3967129">
            <a:off x="4652628" y="-290862"/>
            <a:ext cx="1248924" cy="1509145"/>
            <a:chOff x="6068875" y="758513"/>
            <a:chExt cx="554100" cy="669550"/>
          </a:xfrm>
        </p:grpSpPr>
        <p:sp>
          <p:nvSpPr>
            <p:cNvPr id="51" name="Google Shape;51;p2"/>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2"/>
          <p:cNvGrpSpPr/>
          <p:nvPr/>
        </p:nvGrpSpPr>
        <p:grpSpPr>
          <a:xfrm>
            <a:off x="8119001" y="1792128"/>
            <a:ext cx="832278" cy="755422"/>
            <a:chOff x="7435952" y="276894"/>
            <a:chExt cx="1111483" cy="1008844"/>
          </a:xfrm>
        </p:grpSpPr>
        <p:sp>
          <p:nvSpPr>
            <p:cNvPr id="66" name="Google Shape;66;p2"/>
            <p:cNvSpPr/>
            <p:nvPr/>
          </p:nvSpPr>
          <p:spPr>
            <a:xfrm>
              <a:off x="8129850" y="867480"/>
              <a:ext cx="364813" cy="418258"/>
            </a:xfrm>
            <a:custGeom>
              <a:avLst/>
              <a:gdLst/>
              <a:ahLst/>
              <a:cxnLst/>
              <a:rect l="l" t="t" r="r" b="b"/>
              <a:pathLst>
                <a:path w="8669" h="9939" extrusionOk="0">
                  <a:moveTo>
                    <a:pt x="5330" y="1"/>
                  </a:moveTo>
                  <a:lnTo>
                    <a:pt x="1" y="7681"/>
                  </a:lnTo>
                  <a:lnTo>
                    <a:pt x="1615" y="9938"/>
                  </a:lnTo>
                  <a:cubicBezTo>
                    <a:pt x="1615" y="9938"/>
                    <a:pt x="8668" y="8042"/>
                    <a:pt x="8543" y="3480"/>
                  </a:cubicBezTo>
                  <a:cubicBezTo>
                    <a:pt x="7932" y="1537"/>
                    <a:pt x="5330" y="1"/>
                    <a:pt x="53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7435952" y="276894"/>
              <a:ext cx="959102" cy="937219"/>
            </a:xfrm>
            <a:custGeom>
              <a:avLst/>
              <a:gdLst/>
              <a:ahLst/>
              <a:cxnLst/>
              <a:rect l="l" t="t" r="r" b="b"/>
              <a:pathLst>
                <a:path w="22791" h="22271" extrusionOk="0">
                  <a:moveTo>
                    <a:pt x="10906" y="0"/>
                  </a:moveTo>
                  <a:cubicBezTo>
                    <a:pt x="6143" y="0"/>
                    <a:pt x="1714" y="3714"/>
                    <a:pt x="1756" y="4991"/>
                  </a:cubicBezTo>
                  <a:cubicBezTo>
                    <a:pt x="1928" y="10053"/>
                    <a:pt x="11192" y="10414"/>
                    <a:pt x="10471" y="13470"/>
                  </a:cubicBezTo>
                  <a:cubicBezTo>
                    <a:pt x="10258" y="13836"/>
                    <a:pt x="9713" y="13960"/>
                    <a:pt x="8984" y="13960"/>
                  </a:cubicBezTo>
                  <a:cubicBezTo>
                    <a:pt x="7470" y="13960"/>
                    <a:pt x="5161" y="13428"/>
                    <a:pt x="3378" y="13428"/>
                  </a:cubicBezTo>
                  <a:cubicBezTo>
                    <a:pt x="2156" y="13428"/>
                    <a:pt x="1180" y="13678"/>
                    <a:pt x="878" y="14521"/>
                  </a:cubicBezTo>
                  <a:cubicBezTo>
                    <a:pt x="0" y="16997"/>
                    <a:pt x="5659" y="19803"/>
                    <a:pt x="8292" y="20916"/>
                  </a:cubicBezTo>
                  <a:cubicBezTo>
                    <a:pt x="10532" y="21855"/>
                    <a:pt x="12785" y="22271"/>
                    <a:pt x="14676" y="22271"/>
                  </a:cubicBezTo>
                  <a:cubicBezTo>
                    <a:pt x="15657" y="22271"/>
                    <a:pt x="16540" y="22159"/>
                    <a:pt x="17273" y="21950"/>
                  </a:cubicBezTo>
                  <a:cubicBezTo>
                    <a:pt x="19139" y="21417"/>
                    <a:pt x="22665" y="18016"/>
                    <a:pt x="22744" y="14113"/>
                  </a:cubicBezTo>
                  <a:cubicBezTo>
                    <a:pt x="22791" y="11746"/>
                    <a:pt x="20800" y="7373"/>
                    <a:pt x="18700" y="4708"/>
                  </a:cubicBezTo>
                  <a:cubicBezTo>
                    <a:pt x="18135" y="3987"/>
                    <a:pt x="16317" y="915"/>
                    <a:pt x="12587" y="163"/>
                  </a:cubicBezTo>
                  <a:cubicBezTo>
                    <a:pt x="12026" y="51"/>
                    <a:pt x="11464" y="0"/>
                    <a:pt x="10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7720892" y="679498"/>
              <a:ext cx="123386" cy="237514"/>
            </a:xfrm>
            <a:custGeom>
              <a:avLst/>
              <a:gdLst/>
              <a:ahLst/>
              <a:cxnLst/>
              <a:rect l="l" t="t" r="r" b="b"/>
              <a:pathLst>
                <a:path w="2932" h="5644" extrusionOk="0">
                  <a:moveTo>
                    <a:pt x="674" y="1"/>
                  </a:moveTo>
                  <a:lnTo>
                    <a:pt x="674" y="1"/>
                  </a:lnTo>
                  <a:cubicBezTo>
                    <a:pt x="1098" y="2806"/>
                    <a:pt x="0" y="4624"/>
                    <a:pt x="0" y="4624"/>
                  </a:cubicBezTo>
                  <a:lnTo>
                    <a:pt x="2555" y="5643"/>
                  </a:lnTo>
                  <a:cubicBezTo>
                    <a:pt x="1615" y="3198"/>
                    <a:pt x="2932" y="1239"/>
                    <a:pt x="2932" y="1239"/>
                  </a:cubicBezTo>
                  <a:lnTo>
                    <a:pt x="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7561273" y="612881"/>
              <a:ext cx="142491" cy="246730"/>
            </a:xfrm>
            <a:custGeom>
              <a:avLst/>
              <a:gdLst/>
              <a:ahLst/>
              <a:cxnLst/>
              <a:rect l="l" t="t" r="r" b="b"/>
              <a:pathLst>
                <a:path w="3386" h="5863" extrusionOk="0">
                  <a:moveTo>
                    <a:pt x="878" y="0"/>
                  </a:moveTo>
                  <a:cubicBezTo>
                    <a:pt x="1019" y="3590"/>
                    <a:pt x="0" y="5722"/>
                    <a:pt x="0" y="5722"/>
                  </a:cubicBezTo>
                  <a:lnTo>
                    <a:pt x="2634" y="5863"/>
                  </a:lnTo>
                  <a:cubicBezTo>
                    <a:pt x="1819" y="3010"/>
                    <a:pt x="3386" y="1474"/>
                    <a:pt x="3386" y="1474"/>
                  </a:cubicBezTo>
                  <a:lnTo>
                    <a:pt x="8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7466924" y="294274"/>
              <a:ext cx="902417" cy="892864"/>
            </a:xfrm>
            <a:custGeom>
              <a:avLst/>
              <a:gdLst/>
              <a:ahLst/>
              <a:cxnLst/>
              <a:rect l="l" t="t" r="r" b="b"/>
              <a:pathLst>
                <a:path w="21444" h="21217" extrusionOk="0">
                  <a:moveTo>
                    <a:pt x="10024" y="0"/>
                  </a:moveTo>
                  <a:cubicBezTo>
                    <a:pt x="5564" y="0"/>
                    <a:pt x="1715" y="3185"/>
                    <a:pt x="1756" y="4405"/>
                  </a:cubicBezTo>
                  <a:cubicBezTo>
                    <a:pt x="988" y="8042"/>
                    <a:pt x="11020" y="10299"/>
                    <a:pt x="10330" y="13246"/>
                  </a:cubicBezTo>
                  <a:cubicBezTo>
                    <a:pt x="10054" y="13723"/>
                    <a:pt x="9157" y="13860"/>
                    <a:pt x="8019" y="13860"/>
                  </a:cubicBezTo>
                  <a:cubicBezTo>
                    <a:pt x="6510" y="13860"/>
                    <a:pt x="4578" y="13621"/>
                    <a:pt x="3102" y="13621"/>
                  </a:cubicBezTo>
                  <a:cubicBezTo>
                    <a:pt x="1966" y="13621"/>
                    <a:pt x="1101" y="13762"/>
                    <a:pt x="910" y="14264"/>
                  </a:cubicBezTo>
                  <a:cubicBezTo>
                    <a:pt x="1" y="16616"/>
                    <a:pt x="5408" y="18716"/>
                    <a:pt x="7948" y="19782"/>
                  </a:cubicBezTo>
                  <a:cubicBezTo>
                    <a:pt x="10246" y="20738"/>
                    <a:pt x="12413" y="21217"/>
                    <a:pt x="14217" y="21217"/>
                  </a:cubicBezTo>
                  <a:cubicBezTo>
                    <a:pt x="14984" y="21217"/>
                    <a:pt x="15685" y="21130"/>
                    <a:pt x="16302" y="20957"/>
                  </a:cubicBezTo>
                  <a:cubicBezTo>
                    <a:pt x="18120" y="20456"/>
                    <a:pt x="21334" y="17211"/>
                    <a:pt x="21412" y="13449"/>
                  </a:cubicBezTo>
                  <a:cubicBezTo>
                    <a:pt x="21443" y="11161"/>
                    <a:pt x="19703" y="7117"/>
                    <a:pt x="17697" y="4546"/>
                  </a:cubicBezTo>
                  <a:cubicBezTo>
                    <a:pt x="17149" y="3841"/>
                    <a:pt x="15393" y="894"/>
                    <a:pt x="11788" y="173"/>
                  </a:cubicBezTo>
                  <a:cubicBezTo>
                    <a:pt x="11194" y="54"/>
                    <a:pt x="10604" y="0"/>
                    <a:pt x="100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7532236" y="902493"/>
              <a:ext cx="645503" cy="269875"/>
            </a:xfrm>
            <a:custGeom>
              <a:avLst/>
              <a:gdLst/>
              <a:ahLst/>
              <a:cxnLst/>
              <a:rect l="l" t="t" r="r" b="b"/>
              <a:pathLst>
                <a:path w="15339" h="6413" extrusionOk="0">
                  <a:moveTo>
                    <a:pt x="2099" y="1"/>
                  </a:moveTo>
                  <a:cubicBezTo>
                    <a:pt x="898" y="1"/>
                    <a:pt x="63" y="124"/>
                    <a:pt x="48" y="532"/>
                  </a:cubicBezTo>
                  <a:cubicBezTo>
                    <a:pt x="1" y="1771"/>
                    <a:pt x="1646" y="2978"/>
                    <a:pt x="6741" y="5172"/>
                  </a:cubicBezTo>
                  <a:cubicBezTo>
                    <a:pt x="8645" y="5982"/>
                    <a:pt x="10909" y="6413"/>
                    <a:pt x="12601" y="6413"/>
                  </a:cubicBezTo>
                  <a:cubicBezTo>
                    <a:pt x="13987" y="6413"/>
                    <a:pt x="14989" y="6124"/>
                    <a:pt x="15095" y="5517"/>
                  </a:cubicBezTo>
                  <a:cubicBezTo>
                    <a:pt x="15338" y="4195"/>
                    <a:pt x="11823" y="176"/>
                    <a:pt x="10209" y="176"/>
                  </a:cubicBezTo>
                  <a:cubicBezTo>
                    <a:pt x="10159" y="176"/>
                    <a:pt x="10110" y="179"/>
                    <a:pt x="10064" y="188"/>
                  </a:cubicBezTo>
                  <a:cubicBezTo>
                    <a:pt x="9657" y="259"/>
                    <a:pt x="9132" y="286"/>
                    <a:pt x="8535" y="286"/>
                  </a:cubicBezTo>
                  <a:cubicBezTo>
                    <a:pt x="6605" y="286"/>
                    <a:pt x="3927" y="1"/>
                    <a:pt x="209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7554035" y="407013"/>
              <a:ext cx="606198" cy="522202"/>
            </a:xfrm>
            <a:custGeom>
              <a:avLst/>
              <a:gdLst/>
              <a:ahLst/>
              <a:cxnLst/>
              <a:rect l="l" t="t" r="r" b="b"/>
              <a:pathLst>
                <a:path w="14405" h="12409" extrusionOk="0">
                  <a:moveTo>
                    <a:pt x="3614" y="0"/>
                  </a:moveTo>
                  <a:cubicBezTo>
                    <a:pt x="2476" y="0"/>
                    <a:pt x="0" y="2670"/>
                    <a:pt x="1379" y="3419"/>
                  </a:cubicBezTo>
                  <a:cubicBezTo>
                    <a:pt x="5392" y="5613"/>
                    <a:pt x="11458" y="12228"/>
                    <a:pt x="11944" y="12385"/>
                  </a:cubicBezTo>
                  <a:cubicBezTo>
                    <a:pt x="11993" y="12401"/>
                    <a:pt x="12050" y="12408"/>
                    <a:pt x="12113" y="12408"/>
                  </a:cubicBezTo>
                  <a:cubicBezTo>
                    <a:pt x="12783" y="12408"/>
                    <a:pt x="14115" y="11537"/>
                    <a:pt x="14201" y="10849"/>
                  </a:cubicBezTo>
                  <a:cubicBezTo>
                    <a:pt x="14405" y="9172"/>
                    <a:pt x="5047" y="347"/>
                    <a:pt x="3762" y="18"/>
                  </a:cubicBezTo>
                  <a:cubicBezTo>
                    <a:pt x="3716" y="6"/>
                    <a:pt x="3666" y="0"/>
                    <a:pt x="36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7667195" y="350707"/>
              <a:ext cx="583390" cy="501245"/>
            </a:xfrm>
            <a:custGeom>
              <a:avLst/>
              <a:gdLst/>
              <a:ahLst/>
              <a:cxnLst/>
              <a:rect l="l" t="t" r="r" b="b"/>
              <a:pathLst>
                <a:path w="13863" h="11911" extrusionOk="0">
                  <a:moveTo>
                    <a:pt x="4311" y="1"/>
                  </a:moveTo>
                  <a:cubicBezTo>
                    <a:pt x="2794" y="1"/>
                    <a:pt x="0" y="503"/>
                    <a:pt x="1323" y="1826"/>
                  </a:cubicBezTo>
                  <a:cubicBezTo>
                    <a:pt x="3957" y="4459"/>
                    <a:pt x="11386" y="11763"/>
                    <a:pt x="11778" y="11889"/>
                  </a:cubicBezTo>
                  <a:cubicBezTo>
                    <a:pt x="11818" y="11904"/>
                    <a:pt x="11865" y="11911"/>
                    <a:pt x="11916" y="11911"/>
                  </a:cubicBezTo>
                  <a:cubicBezTo>
                    <a:pt x="12462" y="11911"/>
                    <a:pt x="13558" y="11116"/>
                    <a:pt x="13644" y="10557"/>
                  </a:cubicBezTo>
                  <a:cubicBezTo>
                    <a:pt x="13863" y="9177"/>
                    <a:pt x="6120" y="368"/>
                    <a:pt x="5070" y="70"/>
                  </a:cubicBezTo>
                  <a:cubicBezTo>
                    <a:pt x="4917" y="25"/>
                    <a:pt x="4645" y="1"/>
                    <a:pt x="431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7878659" y="341281"/>
              <a:ext cx="470230" cy="445107"/>
            </a:xfrm>
            <a:custGeom>
              <a:avLst/>
              <a:gdLst/>
              <a:ahLst/>
              <a:cxnLst/>
              <a:rect l="l" t="t" r="r" b="b"/>
              <a:pathLst>
                <a:path w="11174" h="10577" extrusionOk="0">
                  <a:moveTo>
                    <a:pt x="1017" y="1"/>
                  </a:moveTo>
                  <a:cubicBezTo>
                    <a:pt x="351" y="1"/>
                    <a:pt x="1" y="154"/>
                    <a:pt x="546" y="624"/>
                  </a:cubicBezTo>
                  <a:cubicBezTo>
                    <a:pt x="3164" y="2896"/>
                    <a:pt x="8399" y="10342"/>
                    <a:pt x="8791" y="10483"/>
                  </a:cubicBezTo>
                  <a:cubicBezTo>
                    <a:pt x="8948" y="10540"/>
                    <a:pt x="9232" y="10577"/>
                    <a:pt x="9544" y="10577"/>
                  </a:cubicBezTo>
                  <a:cubicBezTo>
                    <a:pt x="10169" y="10577"/>
                    <a:pt x="10907" y="10430"/>
                    <a:pt x="10970" y="10013"/>
                  </a:cubicBezTo>
                  <a:cubicBezTo>
                    <a:pt x="11173" y="8649"/>
                    <a:pt x="5217" y="780"/>
                    <a:pt x="4167" y="483"/>
                  </a:cubicBezTo>
                  <a:cubicBezTo>
                    <a:pt x="3663" y="333"/>
                    <a:pt x="1998" y="1"/>
                    <a:pt x="10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7553151" y="400533"/>
              <a:ext cx="587303" cy="506126"/>
            </a:xfrm>
            <a:custGeom>
              <a:avLst/>
              <a:gdLst/>
              <a:ahLst/>
              <a:cxnLst/>
              <a:rect l="l" t="t" r="r" b="b"/>
              <a:pathLst>
                <a:path w="13956" h="12027" extrusionOk="0">
                  <a:moveTo>
                    <a:pt x="2832" y="0"/>
                  </a:moveTo>
                  <a:cubicBezTo>
                    <a:pt x="1736" y="0"/>
                    <a:pt x="1" y="1406"/>
                    <a:pt x="507" y="2852"/>
                  </a:cubicBezTo>
                  <a:cubicBezTo>
                    <a:pt x="946" y="4075"/>
                    <a:pt x="3986" y="5532"/>
                    <a:pt x="6698" y="7648"/>
                  </a:cubicBezTo>
                  <a:cubicBezTo>
                    <a:pt x="8767" y="9278"/>
                    <a:pt x="11589" y="11990"/>
                    <a:pt x="11965" y="12022"/>
                  </a:cubicBezTo>
                  <a:cubicBezTo>
                    <a:pt x="11996" y="12025"/>
                    <a:pt x="12028" y="12026"/>
                    <a:pt x="12062" y="12026"/>
                  </a:cubicBezTo>
                  <a:cubicBezTo>
                    <a:pt x="12685" y="12026"/>
                    <a:pt x="13677" y="11482"/>
                    <a:pt x="13752" y="10768"/>
                  </a:cubicBezTo>
                  <a:cubicBezTo>
                    <a:pt x="13955" y="9090"/>
                    <a:pt x="4378" y="344"/>
                    <a:pt x="3093" y="31"/>
                  </a:cubicBezTo>
                  <a:cubicBezTo>
                    <a:pt x="3012" y="10"/>
                    <a:pt x="2924" y="0"/>
                    <a:pt x="28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7701282" y="337956"/>
              <a:ext cx="540087" cy="484201"/>
            </a:xfrm>
            <a:custGeom>
              <a:avLst/>
              <a:gdLst/>
              <a:ahLst/>
              <a:cxnLst/>
              <a:rect l="l" t="t" r="r" b="b"/>
              <a:pathLst>
                <a:path w="12834" h="11506" extrusionOk="0">
                  <a:moveTo>
                    <a:pt x="2885" y="1"/>
                  </a:moveTo>
                  <a:cubicBezTo>
                    <a:pt x="1554" y="1"/>
                    <a:pt x="0" y="460"/>
                    <a:pt x="482" y="1424"/>
                  </a:cubicBezTo>
                  <a:cubicBezTo>
                    <a:pt x="827" y="2098"/>
                    <a:pt x="3539" y="3681"/>
                    <a:pt x="6062" y="6236"/>
                  </a:cubicBezTo>
                  <a:cubicBezTo>
                    <a:pt x="8586" y="8806"/>
                    <a:pt x="10592" y="11424"/>
                    <a:pt x="10921" y="11487"/>
                  </a:cubicBezTo>
                  <a:cubicBezTo>
                    <a:pt x="10980" y="11500"/>
                    <a:pt x="11041" y="11506"/>
                    <a:pt x="11104" y="11506"/>
                  </a:cubicBezTo>
                  <a:cubicBezTo>
                    <a:pt x="11648" y="11506"/>
                    <a:pt x="12317" y="11040"/>
                    <a:pt x="12457" y="10436"/>
                  </a:cubicBezTo>
                  <a:cubicBezTo>
                    <a:pt x="12834" y="8932"/>
                    <a:pt x="5326" y="734"/>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7905761" y="325542"/>
              <a:ext cx="423981" cy="434207"/>
            </a:xfrm>
            <a:custGeom>
              <a:avLst/>
              <a:gdLst/>
              <a:ahLst/>
              <a:cxnLst/>
              <a:rect l="l" t="t" r="r" b="b"/>
              <a:pathLst>
                <a:path w="10075" h="10318" extrusionOk="0">
                  <a:moveTo>
                    <a:pt x="717" y="1"/>
                  </a:moveTo>
                  <a:cubicBezTo>
                    <a:pt x="265" y="1"/>
                    <a:pt x="0" y="143"/>
                    <a:pt x="153" y="527"/>
                  </a:cubicBezTo>
                  <a:cubicBezTo>
                    <a:pt x="372" y="1107"/>
                    <a:pt x="3162" y="3458"/>
                    <a:pt x="5012" y="5747"/>
                  </a:cubicBezTo>
                  <a:cubicBezTo>
                    <a:pt x="6877" y="8035"/>
                    <a:pt x="7880" y="10120"/>
                    <a:pt x="8147" y="10214"/>
                  </a:cubicBezTo>
                  <a:cubicBezTo>
                    <a:pt x="8323" y="10271"/>
                    <a:pt x="8678" y="10317"/>
                    <a:pt x="9030" y="10317"/>
                  </a:cubicBezTo>
                  <a:cubicBezTo>
                    <a:pt x="9556" y="10317"/>
                    <a:pt x="10075" y="10213"/>
                    <a:pt x="9981" y="9885"/>
                  </a:cubicBezTo>
                  <a:cubicBezTo>
                    <a:pt x="8727" y="5574"/>
                    <a:pt x="4667" y="1389"/>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7521674" y="894118"/>
              <a:ext cx="636287" cy="269202"/>
            </a:xfrm>
            <a:custGeom>
              <a:avLst/>
              <a:gdLst/>
              <a:ahLst/>
              <a:cxnLst/>
              <a:rect l="l" t="t" r="r" b="b"/>
              <a:pathLst>
                <a:path w="15120" h="6397" extrusionOk="0">
                  <a:moveTo>
                    <a:pt x="1787" y="1"/>
                  </a:moveTo>
                  <a:cubicBezTo>
                    <a:pt x="754" y="1"/>
                    <a:pt x="57" y="121"/>
                    <a:pt x="48" y="496"/>
                  </a:cubicBezTo>
                  <a:cubicBezTo>
                    <a:pt x="1" y="1750"/>
                    <a:pt x="2038" y="3067"/>
                    <a:pt x="6992" y="5183"/>
                  </a:cubicBezTo>
                  <a:cubicBezTo>
                    <a:pt x="8837" y="5968"/>
                    <a:pt x="10981" y="6397"/>
                    <a:pt x="12574" y="6397"/>
                  </a:cubicBezTo>
                  <a:cubicBezTo>
                    <a:pt x="13876" y="6397"/>
                    <a:pt x="14808" y="6110"/>
                    <a:pt x="14907" y="5496"/>
                  </a:cubicBezTo>
                  <a:cubicBezTo>
                    <a:pt x="15119" y="4177"/>
                    <a:pt x="11606" y="247"/>
                    <a:pt x="10043" y="247"/>
                  </a:cubicBezTo>
                  <a:cubicBezTo>
                    <a:pt x="9990" y="247"/>
                    <a:pt x="9939" y="252"/>
                    <a:pt x="9891" y="261"/>
                  </a:cubicBezTo>
                  <a:cubicBezTo>
                    <a:pt x="9505" y="338"/>
                    <a:pt x="9005" y="368"/>
                    <a:pt x="8436" y="368"/>
                  </a:cubicBezTo>
                  <a:cubicBezTo>
                    <a:pt x="6443" y="368"/>
                    <a:pt x="3598" y="1"/>
                    <a:pt x="17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8086337" y="787439"/>
              <a:ext cx="325214" cy="322815"/>
            </a:xfrm>
            <a:custGeom>
              <a:avLst/>
              <a:gdLst/>
              <a:ahLst/>
              <a:cxnLst/>
              <a:rect l="l" t="t" r="r" b="b"/>
              <a:pathLst>
                <a:path w="7728" h="7671" extrusionOk="0">
                  <a:moveTo>
                    <a:pt x="5294" y="0"/>
                  </a:moveTo>
                  <a:cubicBezTo>
                    <a:pt x="4546" y="0"/>
                    <a:pt x="604" y="2937"/>
                    <a:pt x="314" y="3533"/>
                  </a:cubicBezTo>
                  <a:cubicBezTo>
                    <a:pt x="0" y="4144"/>
                    <a:pt x="2241" y="7671"/>
                    <a:pt x="2727" y="7671"/>
                  </a:cubicBezTo>
                  <a:cubicBezTo>
                    <a:pt x="5031" y="7671"/>
                    <a:pt x="7727" y="633"/>
                    <a:pt x="5345" y="6"/>
                  </a:cubicBezTo>
                  <a:cubicBezTo>
                    <a:pt x="5330" y="2"/>
                    <a:pt x="5313" y="0"/>
                    <a:pt x="529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8102160" y="794719"/>
              <a:ext cx="300174" cy="298407"/>
            </a:xfrm>
            <a:custGeom>
              <a:avLst/>
              <a:gdLst/>
              <a:ahLst/>
              <a:cxnLst/>
              <a:rect l="l" t="t" r="r" b="b"/>
              <a:pathLst>
                <a:path w="7133" h="7091" extrusionOk="0">
                  <a:moveTo>
                    <a:pt x="4892" y="0"/>
                  </a:moveTo>
                  <a:cubicBezTo>
                    <a:pt x="4206" y="0"/>
                    <a:pt x="542" y="2731"/>
                    <a:pt x="282" y="3281"/>
                  </a:cubicBezTo>
                  <a:cubicBezTo>
                    <a:pt x="0" y="3846"/>
                    <a:pt x="2069" y="7090"/>
                    <a:pt x="2508" y="7090"/>
                  </a:cubicBezTo>
                  <a:cubicBezTo>
                    <a:pt x="4640" y="7090"/>
                    <a:pt x="7132" y="601"/>
                    <a:pt x="4938" y="6"/>
                  </a:cubicBezTo>
                  <a:cubicBezTo>
                    <a:pt x="4924" y="2"/>
                    <a:pt x="4909" y="0"/>
                    <a:pt x="4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 name="Google Shape;81;p2"/>
            <p:cNvGrpSpPr/>
            <p:nvPr/>
          </p:nvGrpSpPr>
          <p:grpSpPr>
            <a:xfrm>
              <a:off x="7493310" y="287036"/>
              <a:ext cx="881292" cy="908309"/>
              <a:chOff x="7493310" y="287036"/>
              <a:chExt cx="881292" cy="908309"/>
            </a:xfrm>
          </p:grpSpPr>
          <p:sp>
            <p:nvSpPr>
              <p:cNvPr id="82" name="Google Shape;82;p2"/>
              <p:cNvSpPr/>
              <p:nvPr/>
            </p:nvSpPr>
            <p:spPr>
              <a:xfrm>
                <a:off x="7582357" y="575259"/>
                <a:ext cx="28406" cy="27774"/>
              </a:xfrm>
              <a:custGeom>
                <a:avLst/>
                <a:gdLst/>
                <a:ahLst/>
                <a:cxnLst/>
                <a:rect l="l" t="t" r="r" b="b"/>
                <a:pathLst>
                  <a:path w="675" h="660" extrusionOk="0">
                    <a:moveTo>
                      <a:pt x="283" y="1"/>
                    </a:moveTo>
                    <a:lnTo>
                      <a:pt x="1" y="283"/>
                    </a:lnTo>
                    <a:lnTo>
                      <a:pt x="393" y="659"/>
                    </a:lnTo>
                    <a:lnTo>
                      <a:pt x="675" y="377"/>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7626585" y="610230"/>
                <a:ext cx="29037" cy="27774"/>
              </a:xfrm>
              <a:custGeom>
                <a:avLst/>
                <a:gdLst/>
                <a:ahLst/>
                <a:cxnLst/>
                <a:rect l="l" t="t" r="r" b="b"/>
                <a:pathLst>
                  <a:path w="690" h="660" extrusionOk="0">
                    <a:moveTo>
                      <a:pt x="251" y="1"/>
                    </a:moveTo>
                    <a:lnTo>
                      <a:pt x="0" y="314"/>
                    </a:lnTo>
                    <a:lnTo>
                      <a:pt x="439" y="659"/>
                    </a:lnTo>
                    <a:lnTo>
                      <a:pt x="690" y="346"/>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7672750" y="641245"/>
                <a:ext cx="29037" cy="27101"/>
              </a:xfrm>
              <a:custGeom>
                <a:avLst/>
                <a:gdLst/>
                <a:ahLst/>
                <a:cxnLst/>
                <a:rect l="l" t="t" r="r" b="b"/>
                <a:pathLst>
                  <a:path w="690" h="644" extrusionOk="0">
                    <a:moveTo>
                      <a:pt x="251" y="0"/>
                    </a:moveTo>
                    <a:lnTo>
                      <a:pt x="0" y="314"/>
                    </a:lnTo>
                    <a:lnTo>
                      <a:pt x="439" y="643"/>
                    </a:lnTo>
                    <a:lnTo>
                      <a:pt x="690" y="330"/>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7712981" y="668304"/>
                <a:ext cx="28406" cy="27059"/>
              </a:xfrm>
              <a:custGeom>
                <a:avLst/>
                <a:gdLst/>
                <a:ahLst/>
                <a:cxnLst/>
                <a:rect l="l" t="t" r="r" b="b"/>
                <a:pathLst>
                  <a:path w="675" h="643" extrusionOk="0">
                    <a:moveTo>
                      <a:pt x="251" y="0"/>
                    </a:moveTo>
                    <a:lnTo>
                      <a:pt x="0" y="314"/>
                    </a:lnTo>
                    <a:lnTo>
                      <a:pt x="439" y="643"/>
                    </a:lnTo>
                    <a:lnTo>
                      <a:pt x="674" y="329"/>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7753212" y="691365"/>
                <a:ext cx="28406" cy="27101"/>
              </a:xfrm>
              <a:custGeom>
                <a:avLst/>
                <a:gdLst/>
                <a:ahLst/>
                <a:cxnLst/>
                <a:rect l="l" t="t" r="r" b="b"/>
                <a:pathLst>
                  <a:path w="675" h="644" extrusionOk="0">
                    <a:moveTo>
                      <a:pt x="251" y="1"/>
                    </a:moveTo>
                    <a:lnTo>
                      <a:pt x="1" y="314"/>
                    </a:lnTo>
                    <a:lnTo>
                      <a:pt x="439"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7798745" y="719728"/>
                <a:ext cx="28406" cy="27101"/>
              </a:xfrm>
              <a:custGeom>
                <a:avLst/>
                <a:gdLst/>
                <a:ahLst/>
                <a:cxnLst/>
                <a:rect l="l" t="t" r="r" b="b"/>
                <a:pathLst>
                  <a:path w="675" h="644" extrusionOk="0">
                    <a:moveTo>
                      <a:pt x="251" y="1"/>
                    </a:moveTo>
                    <a:lnTo>
                      <a:pt x="0" y="314"/>
                    </a:lnTo>
                    <a:lnTo>
                      <a:pt x="439" y="643"/>
                    </a:lnTo>
                    <a:lnTo>
                      <a:pt x="674"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7850170" y="759959"/>
                <a:ext cx="28406" cy="27101"/>
              </a:xfrm>
              <a:custGeom>
                <a:avLst/>
                <a:gdLst/>
                <a:ahLst/>
                <a:cxnLst/>
                <a:rect l="l" t="t" r="r" b="b"/>
                <a:pathLst>
                  <a:path w="675" h="644" extrusionOk="0">
                    <a:moveTo>
                      <a:pt x="251" y="1"/>
                    </a:moveTo>
                    <a:lnTo>
                      <a:pt x="1" y="314"/>
                    </a:lnTo>
                    <a:lnTo>
                      <a:pt x="440"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7887791" y="804819"/>
                <a:ext cx="21799" cy="26428"/>
              </a:xfrm>
              <a:custGeom>
                <a:avLst/>
                <a:gdLst/>
                <a:ahLst/>
                <a:cxnLst/>
                <a:rect l="l" t="t" r="r" b="b"/>
                <a:pathLst>
                  <a:path w="518" h="628" extrusionOk="0">
                    <a:moveTo>
                      <a:pt x="392" y="1"/>
                    </a:moveTo>
                    <a:lnTo>
                      <a:pt x="0" y="79"/>
                    </a:lnTo>
                    <a:lnTo>
                      <a:pt x="125" y="628"/>
                    </a:lnTo>
                    <a:lnTo>
                      <a:pt x="517" y="534"/>
                    </a:lnTo>
                    <a:lnTo>
                      <a:pt x="3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7867339" y="852330"/>
                <a:ext cx="27732" cy="23777"/>
              </a:xfrm>
              <a:custGeom>
                <a:avLst/>
                <a:gdLst/>
                <a:ahLst/>
                <a:cxnLst/>
                <a:rect l="l" t="t" r="r" b="b"/>
                <a:pathLst>
                  <a:path w="659" h="565" extrusionOk="0">
                    <a:moveTo>
                      <a:pt x="486" y="0"/>
                    </a:moveTo>
                    <a:lnTo>
                      <a:pt x="0" y="251"/>
                    </a:lnTo>
                    <a:lnTo>
                      <a:pt x="173" y="564"/>
                    </a:lnTo>
                    <a:lnTo>
                      <a:pt x="658" y="329"/>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7828413" y="871436"/>
                <a:ext cx="24450" cy="15865"/>
              </a:xfrm>
              <a:custGeom>
                <a:avLst/>
                <a:gdLst/>
                <a:ahLst/>
                <a:cxnLst/>
                <a:rect l="l" t="t" r="r" b="b"/>
                <a:pathLst>
                  <a:path w="581" h="377" extrusionOk="0">
                    <a:moveTo>
                      <a:pt x="549" y="1"/>
                    </a:moveTo>
                    <a:lnTo>
                      <a:pt x="0" y="16"/>
                    </a:lnTo>
                    <a:lnTo>
                      <a:pt x="32" y="377"/>
                    </a:lnTo>
                    <a:lnTo>
                      <a:pt x="580"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7774968" y="868153"/>
                <a:ext cx="23819" cy="15865"/>
              </a:xfrm>
              <a:custGeom>
                <a:avLst/>
                <a:gdLst/>
                <a:ahLst/>
                <a:cxnLst/>
                <a:rect l="l" t="t" r="r" b="b"/>
                <a:pathLst>
                  <a:path w="566" h="377" extrusionOk="0">
                    <a:moveTo>
                      <a:pt x="549" y="0"/>
                    </a:moveTo>
                    <a:lnTo>
                      <a:pt x="1" y="32"/>
                    </a:lnTo>
                    <a:lnTo>
                      <a:pt x="16" y="377"/>
                    </a:lnTo>
                    <a:lnTo>
                      <a:pt x="565"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7717610" y="864871"/>
                <a:ext cx="24450" cy="15865"/>
              </a:xfrm>
              <a:custGeom>
                <a:avLst/>
                <a:gdLst/>
                <a:ahLst/>
                <a:cxnLst/>
                <a:rect l="l" t="t" r="r" b="b"/>
                <a:pathLst>
                  <a:path w="581" h="377" extrusionOk="0">
                    <a:moveTo>
                      <a:pt x="549" y="0"/>
                    </a:moveTo>
                    <a:lnTo>
                      <a:pt x="0" y="16"/>
                    </a:lnTo>
                    <a:lnTo>
                      <a:pt x="31" y="376"/>
                    </a:lnTo>
                    <a:lnTo>
                      <a:pt x="580" y="345"/>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
              <p:cNvSpPr/>
              <p:nvPr/>
            </p:nvSpPr>
            <p:spPr>
              <a:xfrm>
                <a:off x="7664838" y="861546"/>
                <a:ext cx="23777" cy="15865"/>
              </a:xfrm>
              <a:custGeom>
                <a:avLst/>
                <a:gdLst/>
                <a:ahLst/>
                <a:cxnLst/>
                <a:rect l="l" t="t" r="r" b="b"/>
                <a:pathLst>
                  <a:path w="565" h="377" extrusionOk="0">
                    <a:moveTo>
                      <a:pt x="549" y="1"/>
                    </a:moveTo>
                    <a:lnTo>
                      <a:pt x="0" y="16"/>
                    </a:lnTo>
                    <a:lnTo>
                      <a:pt x="16" y="377"/>
                    </a:lnTo>
                    <a:lnTo>
                      <a:pt x="564"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7610720" y="857591"/>
                <a:ext cx="23819" cy="15865"/>
              </a:xfrm>
              <a:custGeom>
                <a:avLst/>
                <a:gdLst/>
                <a:ahLst/>
                <a:cxnLst/>
                <a:rect l="l" t="t" r="r" b="b"/>
                <a:pathLst>
                  <a:path w="566" h="377" extrusionOk="0">
                    <a:moveTo>
                      <a:pt x="549" y="1"/>
                    </a:moveTo>
                    <a:lnTo>
                      <a:pt x="1" y="32"/>
                    </a:lnTo>
                    <a:lnTo>
                      <a:pt x="17"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7561273" y="859569"/>
                <a:ext cx="23777" cy="15865"/>
              </a:xfrm>
              <a:custGeom>
                <a:avLst/>
                <a:gdLst/>
                <a:ahLst/>
                <a:cxnLst/>
                <a:rect l="l" t="t" r="r" b="b"/>
                <a:pathLst>
                  <a:path w="565" h="377" extrusionOk="0">
                    <a:moveTo>
                      <a:pt x="549" y="1"/>
                    </a:moveTo>
                    <a:lnTo>
                      <a:pt x="0" y="16"/>
                    </a:lnTo>
                    <a:lnTo>
                      <a:pt x="16"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7499917" y="871436"/>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7493310" y="920252"/>
                <a:ext cx="21167" cy="26428"/>
              </a:xfrm>
              <a:custGeom>
                <a:avLst/>
                <a:gdLst/>
                <a:ahLst/>
                <a:cxnLst/>
                <a:rect l="l" t="t" r="r" b="b"/>
                <a:pathLst>
                  <a:path w="503" h="628" extrusionOk="0">
                    <a:moveTo>
                      <a:pt x="330" y="1"/>
                    </a:moveTo>
                    <a:lnTo>
                      <a:pt x="1" y="110"/>
                    </a:lnTo>
                    <a:lnTo>
                      <a:pt x="173" y="628"/>
                    </a:lnTo>
                    <a:lnTo>
                      <a:pt x="502" y="518"/>
                    </a:lnTo>
                    <a:lnTo>
                      <a:pt x="3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7528954" y="975674"/>
                <a:ext cx="27732" cy="25754"/>
              </a:xfrm>
              <a:custGeom>
                <a:avLst/>
                <a:gdLst/>
                <a:ahLst/>
                <a:cxnLst/>
                <a:rect l="l" t="t" r="r" b="b"/>
                <a:pathLst>
                  <a:path w="659" h="612" extrusionOk="0">
                    <a:moveTo>
                      <a:pt x="204" y="0"/>
                    </a:moveTo>
                    <a:lnTo>
                      <a:pt x="0" y="298"/>
                    </a:lnTo>
                    <a:lnTo>
                      <a:pt x="455" y="612"/>
                    </a:lnTo>
                    <a:lnTo>
                      <a:pt x="659" y="314"/>
                    </a:lnTo>
                    <a:lnTo>
                      <a:pt x="2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7582357" y="1016578"/>
                <a:ext cx="27101" cy="25754"/>
              </a:xfrm>
              <a:custGeom>
                <a:avLst/>
                <a:gdLst/>
                <a:ahLst/>
                <a:cxnLst/>
                <a:rect l="l" t="t" r="r" b="b"/>
                <a:pathLst>
                  <a:path w="644" h="612" extrusionOk="0">
                    <a:moveTo>
                      <a:pt x="189" y="0"/>
                    </a:moveTo>
                    <a:lnTo>
                      <a:pt x="1" y="298"/>
                    </a:lnTo>
                    <a:lnTo>
                      <a:pt x="440" y="611"/>
                    </a:lnTo>
                    <a:lnTo>
                      <a:pt x="644" y="314"/>
                    </a:lnTo>
                    <a:lnTo>
                      <a:pt x="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7631172" y="1044269"/>
                <a:ext cx="27101" cy="25754"/>
              </a:xfrm>
              <a:custGeom>
                <a:avLst/>
                <a:gdLst/>
                <a:ahLst/>
                <a:cxnLst/>
                <a:rect l="l" t="t" r="r" b="b"/>
                <a:pathLst>
                  <a:path w="644" h="612" extrusionOk="0">
                    <a:moveTo>
                      <a:pt x="205" y="0"/>
                    </a:moveTo>
                    <a:lnTo>
                      <a:pt x="1" y="298"/>
                    </a:lnTo>
                    <a:lnTo>
                      <a:pt x="455" y="612"/>
                    </a:lnTo>
                    <a:lnTo>
                      <a:pt x="643" y="314"/>
                    </a:lnTo>
                    <a:lnTo>
                      <a:pt x="2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7689246" y="1074610"/>
                <a:ext cx="26428" cy="21799"/>
              </a:xfrm>
              <a:custGeom>
                <a:avLst/>
                <a:gdLst/>
                <a:ahLst/>
                <a:cxnLst/>
                <a:rect l="l" t="t" r="r" b="b"/>
                <a:pathLst>
                  <a:path w="628" h="518" extrusionOk="0">
                    <a:moveTo>
                      <a:pt x="110" y="0"/>
                    </a:moveTo>
                    <a:lnTo>
                      <a:pt x="0" y="330"/>
                    </a:lnTo>
                    <a:lnTo>
                      <a:pt x="502"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7749929" y="1099018"/>
                <a:ext cx="26428" cy="21799"/>
              </a:xfrm>
              <a:custGeom>
                <a:avLst/>
                <a:gdLst/>
                <a:ahLst/>
                <a:cxnLst/>
                <a:rect l="l" t="t" r="r" b="b"/>
                <a:pathLst>
                  <a:path w="628" h="518" extrusionOk="0">
                    <a:moveTo>
                      <a:pt x="110" y="0"/>
                    </a:moveTo>
                    <a:lnTo>
                      <a:pt x="0" y="345"/>
                    </a:lnTo>
                    <a:lnTo>
                      <a:pt x="517"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7805310" y="1123426"/>
                <a:ext cx="26428" cy="21799"/>
              </a:xfrm>
              <a:custGeom>
                <a:avLst/>
                <a:gdLst/>
                <a:ahLst/>
                <a:cxnLst/>
                <a:rect l="l" t="t" r="r" b="b"/>
                <a:pathLst>
                  <a:path w="628" h="518" extrusionOk="0">
                    <a:moveTo>
                      <a:pt x="111" y="0"/>
                    </a:moveTo>
                    <a:lnTo>
                      <a:pt x="1" y="330"/>
                    </a:lnTo>
                    <a:lnTo>
                      <a:pt x="518" y="518"/>
                    </a:lnTo>
                    <a:lnTo>
                      <a:pt x="628" y="173"/>
                    </a:lnTo>
                    <a:lnTo>
                      <a:pt x="1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7862037" y="1143878"/>
                <a:ext cx="26428" cy="21799"/>
              </a:xfrm>
              <a:custGeom>
                <a:avLst/>
                <a:gdLst/>
                <a:ahLst/>
                <a:cxnLst/>
                <a:rect l="l" t="t" r="r" b="b"/>
                <a:pathLst>
                  <a:path w="628" h="518" extrusionOk="0">
                    <a:moveTo>
                      <a:pt x="110" y="0"/>
                    </a:moveTo>
                    <a:lnTo>
                      <a:pt x="1" y="329"/>
                    </a:lnTo>
                    <a:lnTo>
                      <a:pt x="518" y="518"/>
                    </a:lnTo>
                    <a:lnTo>
                      <a:pt x="628"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7925371" y="1162352"/>
                <a:ext cx="25754" cy="20494"/>
              </a:xfrm>
              <a:custGeom>
                <a:avLst/>
                <a:gdLst/>
                <a:ahLst/>
                <a:cxnLst/>
                <a:rect l="l" t="t" r="r" b="b"/>
                <a:pathLst>
                  <a:path w="612" h="487" extrusionOk="0">
                    <a:moveTo>
                      <a:pt x="95" y="0"/>
                    </a:moveTo>
                    <a:lnTo>
                      <a:pt x="1" y="345"/>
                    </a:lnTo>
                    <a:lnTo>
                      <a:pt x="533" y="486"/>
                    </a:lnTo>
                    <a:lnTo>
                      <a:pt x="612" y="141"/>
                    </a:lnTo>
                    <a:lnTo>
                      <a:pt x="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7983403" y="1174851"/>
                <a:ext cx="23819" cy="16538"/>
              </a:xfrm>
              <a:custGeom>
                <a:avLst/>
                <a:gdLst/>
                <a:ahLst/>
                <a:cxnLst/>
                <a:rect l="l" t="t" r="r" b="b"/>
                <a:pathLst>
                  <a:path w="566" h="393" extrusionOk="0">
                    <a:moveTo>
                      <a:pt x="17" y="1"/>
                    </a:moveTo>
                    <a:lnTo>
                      <a:pt x="1" y="361"/>
                    </a:lnTo>
                    <a:lnTo>
                      <a:pt x="549" y="393"/>
                    </a:lnTo>
                    <a:lnTo>
                      <a:pt x="565" y="32"/>
                    </a:lnTo>
                    <a:lnTo>
                      <a:pt x="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8039499" y="1178806"/>
                <a:ext cx="23777" cy="16538"/>
              </a:xfrm>
              <a:custGeom>
                <a:avLst/>
                <a:gdLst/>
                <a:ahLst/>
                <a:cxnLst/>
                <a:rect l="l" t="t" r="r" b="b"/>
                <a:pathLst>
                  <a:path w="565" h="393" extrusionOk="0">
                    <a:moveTo>
                      <a:pt x="16" y="1"/>
                    </a:moveTo>
                    <a:lnTo>
                      <a:pt x="0" y="362"/>
                    </a:lnTo>
                    <a:lnTo>
                      <a:pt x="549" y="393"/>
                    </a:lnTo>
                    <a:lnTo>
                      <a:pt x="564" y="32"/>
                    </a:lnTo>
                    <a:lnTo>
                      <a:pt x="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8099508" y="1174219"/>
                <a:ext cx="25754" cy="19148"/>
              </a:xfrm>
              <a:custGeom>
                <a:avLst/>
                <a:gdLst/>
                <a:ahLst/>
                <a:cxnLst/>
                <a:rect l="l" t="t" r="r" b="b"/>
                <a:pathLst>
                  <a:path w="612" h="455" extrusionOk="0">
                    <a:moveTo>
                      <a:pt x="533" y="0"/>
                    </a:moveTo>
                    <a:lnTo>
                      <a:pt x="1" y="94"/>
                    </a:lnTo>
                    <a:lnTo>
                      <a:pt x="79" y="455"/>
                    </a:lnTo>
                    <a:lnTo>
                      <a:pt x="612" y="361"/>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8164147" y="1153767"/>
                <a:ext cx="27732" cy="23103"/>
              </a:xfrm>
              <a:custGeom>
                <a:avLst/>
                <a:gdLst/>
                <a:ahLst/>
                <a:cxnLst/>
                <a:rect l="l" t="t" r="r" b="b"/>
                <a:pathLst>
                  <a:path w="659" h="549" extrusionOk="0">
                    <a:moveTo>
                      <a:pt x="502" y="0"/>
                    </a:moveTo>
                    <a:lnTo>
                      <a:pt x="1" y="220"/>
                    </a:lnTo>
                    <a:lnTo>
                      <a:pt x="157" y="549"/>
                    </a:lnTo>
                    <a:lnTo>
                      <a:pt x="659" y="330"/>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8222852" y="1110212"/>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8272341" y="1058114"/>
                <a:ext cx="25754" cy="27101"/>
              </a:xfrm>
              <a:custGeom>
                <a:avLst/>
                <a:gdLst/>
                <a:ahLst/>
                <a:cxnLst/>
                <a:rect l="l" t="t" r="r" b="b"/>
                <a:pathLst>
                  <a:path w="612" h="644" extrusionOk="0">
                    <a:moveTo>
                      <a:pt x="298" y="1"/>
                    </a:moveTo>
                    <a:lnTo>
                      <a:pt x="0" y="455"/>
                    </a:lnTo>
                    <a:lnTo>
                      <a:pt x="314" y="643"/>
                    </a:lnTo>
                    <a:lnTo>
                      <a:pt x="611"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8309921" y="1006647"/>
                <a:ext cx="25754" cy="27101"/>
              </a:xfrm>
              <a:custGeom>
                <a:avLst/>
                <a:gdLst/>
                <a:ahLst/>
                <a:cxnLst/>
                <a:rect l="l" t="t" r="r" b="b"/>
                <a:pathLst>
                  <a:path w="612" h="644" extrusionOk="0">
                    <a:moveTo>
                      <a:pt x="298" y="1"/>
                    </a:moveTo>
                    <a:lnTo>
                      <a:pt x="1" y="440"/>
                    </a:lnTo>
                    <a:lnTo>
                      <a:pt x="314" y="644"/>
                    </a:lnTo>
                    <a:lnTo>
                      <a:pt x="612"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
              <p:cNvSpPr/>
              <p:nvPr/>
            </p:nvSpPr>
            <p:spPr>
              <a:xfrm>
                <a:off x="8336980" y="949289"/>
                <a:ext cx="22472" cy="26428"/>
              </a:xfrm>
              <a:custGeom>
                <a:avLst/>
                <a:gdLst/>
                <a:ahLst/>
                <a:cxnLst/>
                <a:rect l="l" t="t" r="r" b="b"/>
                <a:pathLst>
                  <a:path w="534" h="628" extrusionOk="0">
                    <a:moveTo>
                      <a:pt x="188" y="0"/>
                    </a:moveTo>
                    <a:lnTo>
                      <a:pt x="0" y="518"/>
                    </a:lnTo>
                    <a:lnTo>
                      <a:pt x="345" y="627"/>
                    </a:lnTo>
                    <a:lnTo>
                      <a:pt x="533" y="110"/>
                    </a:lnTo>
                    <a:lnTo>
                      <a:pt x="1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8351498" y="894539"/>
                <a:ext cx="18474" cy="24450"/>
              </a:xfrm>
              <a:custGeom>
                <a:avLst/>
                <a:gdLst/>
                <a:ahLst/>
                <a:cxnLst/>
                <a:rect l="l" t="t" r="r" b="b"/>
                <a:pathLst>
                  <a:path w="439" h="581" extrusionOk="0">
                    <a:moveTo>
                      <a:pt x="94" y="0"/>
                    </a:moveTo>
                    <a:lnTo>
                      <a:pt x="0" y="533"/>
                    </a:lnTo>
                    <a:lnTo>
                      <a:pt x="361" y="580"/>
                    </a:lnTo>
                    <a:lnTo>
                      <a:pt x="439" y="47"/>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8358063" y="833856"/>
                <a:ext cx="16538" cy="24450"/>
              </a:xfrm>
              <a:custGeom>
                <a:avLst/>
                <a:gdLst/>
                <a:ahLst/>
                <a:cxnLst/>
                <a:rect l="l" t="t" r="r" b="b"/>
                <a:pathLst>
                  <a:path w="393" h="581" extrusionOk="0">
                    <a:moveTo>
                      <a:pt x="361" y="0"/>
                    </a:moveTo>
                    <a:lnTo>
                      <a:pt x="1" y="32"/>
                    </a:lnTo>
                    <a:lnTo>
                      <a:pt x="32" y="580"/>
                    </a:lnTo>
                    <a:lnTo>
                      <a:pt x="393" y="549"/>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8345565" y="768544"/>
                <a:ext cx="21125" cy="26428"/>
              </a:xfrm>
              <a:custGeom>
                <a:avLst/>
                <a:gdLst/>
                <a:ahLst/>
                <a:cxnLst/>
                <a:rect l="l" t="t" r="r" b="b"/>
                <a:pathLst>
                  <a:path w="502" h="628" extrusionOk="0">
                    <a:moveTo>
                      <a:pt x="345" y="1"/>
                    </a:moveTo>
                    <a:lnTo>
                      <a:pt x="0" y="110"/>
                    </a:lnTo>
                    <a:lnTo>
                      <a:pt x="157" y="628"/>
                    </a:lnTo>
                    <a:lnTo>
                      <a:pt x="502" y="518"/>
                    </a:lnTo>
                    <a:lnTo>
                      <a:pt x="3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8327722" y="699276"/>
                <a:ext cx="21167" cy="26428"/>
              </a:xfrm>
              <a:custGeom>
                <a:avLst/>
                <a:gdLst/>
                <a:ahLst/>
                <a:cxnLst/>
                <a:rect l="l" t="t" r="r" b="b"/>
                <a:pathLst>
                  <a:path w="503" h="628" extrusionOk="0">
                    <a:moveTo>
                      <a:pt x="346" y="1"/>
                    </a:moveTo>
                    <a:lnTo>
                      <a:pt x="1" y="95"/>
                    </a:lnTo>
                    <a:lnTo>
                      <a:pt x="158" y="628"/>
                    </a:lnTo>
                    <a:lnTo>
                      <a:pt x="502" y="518"/>
                    </a:lnTo>
                    <a:lnTo>
                      <a:pt x="3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8300705" y="636616"/>
                <a:ext cx="23777" cy="27774"/>
              </a:xfrm>
              <a:custGeom>
                <a:avLst/>
                <a:gdLst/>
                <a:ahLst/>
                <a:cxnLst/>
                <a:rect l="l" t="t" r="r" b="b"/>
                <a:pathLst>
                  <a:path w="565" h="660" extrusionOk="0">
                    <a:moveTo>
                      <a:pt x="329" y="1"/>
                    </a:moveTo>
                    <a:lnTo>
                      <a:pt x="0" y="173"/>
                    </a:lnTo>
                    <a:lnTo>
                      <a:pt x="251" y="659"/>
                    </a:lnTo>
                    <a:lnTo>
                      <a:pt x="564" y="487"/>
                    </a:lnTo>
                    <a:lnTo>
                      <a:pt x="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8270995" y="581235"/>
                <a:ext cx="23819" cy="27059"/>
              </a:xfrm>
              <a:custGeom>
                <a:avLst/>
                <a:gdLst/>
                <a:ahLst/>
                <a:cxnLst/>
                <a:rect l="l" t="t" r="r" b="b"/>
                <a:pathLst>
                  <a:path w="566" h="643" extrusionOk="0">
                    <a:moveTo>
                      <a:pt x="330" y="0"/>
                    </a:moveTo>
                    <a:lnTo>
                      <a:pt x="1" y="157"/>
                    </a:lnTo>
                    <a:lnTo>
                      <a:pt x="252" y="643"/>
                    </a:lnTo>
                    <a:lnTo>
                      <a:pt x="565" y="486"/>
                    </a:lnTo>
                    <a:lnTo>
                      <a:pt x="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8241326" y="531073"/>
                <a:ext cx="23145" cy="27101"/>
              </a:xfrm>
              <a:custGeom>
                <a:avLst/>
                <a:gdLst/>
                <a:ahLst/>
                <a:cxnLst/>
                <a:rect l="l" t="t" r="r" b="b"/>
                <a:pathLst>
                  <a:path w="550" h="644" extrusionOk="0">
                    <a:moveTo>
                      <a:pt x="314" y="1"/>
                    </a:moveTo>
                    <a:lnTo>
                      <a:pt x="1" y="158"/>
                    </a:lnTo>
                    <a:lnTo>
                      <a:pt x="236" y="643"/>
                    </a:lnTo>
                    <a:lnTo>
                      <a:pt x="549" y="471"/>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8209680" y="484235"/>
                <a:ext cx="24450" cy="27774"/>
              </a:xfrm>
              <a:custGeom>
                <a:avLst/>
                <a:gdLst/>
                <a:ahLst/>
                <a:cxnLst/>
                <a:rect l="l" t="t" r="r" b="b"/>
                <a:pathLst>
                  <a:path w="581" h="660" extrusionOk="0">
                    <a:moveTo>
                      <a:pt x="298" y="1"/>
                    </a:moveTo>
                    <a:lnTo>
                      <a:pt x="0" y="189"/>
                    </a:lnTo>
                    <a:lnTo>
                      <a:pt x="282" y="659"/>
                    </a:lnTo>
                    <a:lnTo>
                      <a:pt x="580" y="455"/>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8174037" y="438744"/>
                <a:ext cx="24450" cy="27732"/>
              </a:xfrm>
              <a:custGeom>
                <a:avLst/>
                <a:gdLst/>
                <a:ahLst/>
                <a:cxnLst/>
                <a:rect l="l" t="t" r="r" b="b"/>
                <a:pathLst>
                  <a:path w="581" h="659" extrusionOk="0">
                    <a:moveTo>
                      <a:pt x="299" y="0"/>
                    </a:moveTo>
                    <a:lnTo>
                      <a:pt x="1" y="204"/>
                    </a:lnTo>
                    <a:lnTo>
                      <a:pt x="283" y="659"/>
                    </a:lnTo>
                    <a:lnTo>
                      <a:pt x="581" y="471"/>
                    </a:lnTo>
                    <a:lnTo>
                      <a:pt x="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p:nvPr/>
            </p:nvSpPr>
            <p:spPr>
              <a:xfrm>
                <a:off x="8138435" y="395188"/>
                <a:ext cx="25081" cy="27774"/>
              </a:xfrm>
              <a:custGeom>
                <a:avLst/>
                <a:gdLst/>
                <a:ahLst/>
                <a:cxnLst/>
                <a:rect l="l" t="t" r="r" b="b"/>
                <a:pathLst>
                  <a:path w="596" h="660" extrusionOk="0">
                    <a:moveTo>
                      <a:pt x="314" y="1"/>
                    </a:moveTo>
                    <a:lnTo>
                      <a:pt x="0" y="189"/>
                    </a:lnTo>
                    <a:lnTo>
                      <a:pt x="282" y="659"/>
                    </a:lnTo>
                    <a:lnTo>
                      <a:pt x="596" y="455"/>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8097531" y="356935"/>
                <a:ext cx="27101" cy="26428"/>
              </a:xfrm>
              <a:custGeom>
                <a:avLst/>
                <a:gdLst/>
                <a:ahLst/>
                <a:cxnLst/>
                <a:rect l="l" t="t" r="r" b="b"/>
                <a:pathLst>
                  <a:path w="644" h="628" extrusionOk="0">
                    <a:moveTo>
                      <a:pt x="220" y="1"/>
                    </a:moveTo>
                    <a:lnTo>
                      <a:pt x="1" y="283"/>
                    </a:lnTo>
                    <a:lnTo>
                      <a:pt x="408" y="628"/>
                    </a:lnTo>
                    <a:lnTo>
                      <a:pt x="643" y="346"/>
                    </a:lnTo>
                    <a:lnTo>
                      <a:pt x="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8053344" y="326594"/>
                <a:ext cx="27059" cy="27101"/>
              </a:xfrm>
              <a:custGeom>
                <a:avLst/>
                <a:gdLst/>
                <a:ahLst/>
                <a:cxnLst/>
                <a:rect l="l" t="t" r="r" b="b"/>
                <a:pathLst>
                  <a:path w="643" h="644" extrusionOk="0">
                    <a:moveTo>
                      <a:pt x="235" y="1"/>
                    </a:moveTo>
                    <a:lnTo>
                      <a:pt x="0" y="283"/>
                    </a:lnTo>
                    <a:lnTo>
                      <a:pt x="424" y="643"/>
                    </a:lnTo>
                    <a:lnTo>
                      <a:pt x="643" y="361"/>
                    </a:lnTo>
                    <a:lnTo>
                      <a:pt x="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7998595" y="304837"/>
                <a:ext cx="26428" cy="23145"/>
              </a:xfrm>
              <a:custGeom>
                <a:avLst/>
                <a:gdLst/>
                <a:ahLst/>
                <a:cxnLst/>
                <a:rect l="l" t="t" r="r" b="b"/>
                <a:pathLst>
                  <a:path w="628" h="550" extrusionOk="0">
                    <a:moveTo>
                      <a:pt x="141" y="1"/>
                    </a:moveTo>
                    <a:lnTo>
                      <a:pt x="0" y="330"/>
                    </a:lnTo>
                    <a:lnTo>
                      <a:pt x="486" y="549"/>
                    </a:lnTo>
                    <a:lnTo>
                      <a:pt x="627" y="220"/>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7940563" y="290992"/>
                <a:ext cx="25754" cy="20494"/>
              </a:xfrm>
              <a:custGeom>
                <a:avLst/>
                <a:gdLst/>
                <a:ahLst/>
                <a:cxnLst/>
                <a:rect l="l" t="t" r="r" b="b"/>
                <a:pathLst>
                  <a:path w="612" h="487" extrusionOk="0">
                    <a:moveTo>
                      <a:pt x="94" y="0"/>
                    </a:moveTo>
                    <a:lnTo>
                      <a:pt x="0" y="345"/>
                    </a:lnTo>
                    <a:lnTo>
                      <a:pt x="533" y="486"/>
                    </a:lnTo>
                    <a:lnTo>
                      <a:pt x="611" y="126"/>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a:off x="7868644" y="287036"/>
                <a:ext cx="23145" cy="15192"/>
              </a:xfrm>
              <a:custGeom>
                <a:avLst/>
                <a:gdLst/>
                <a:ahLst/>
                <a:cxnLst/>
                <a:rect l="l" t="t" r="r" b="b"/>
                <a:pathLst>
                  <a:path w="550" h="361" extrusionOk="0">
                    <a:moveTo>
                      <a:pt x="1" y="0"/>
                    </a:moveTo>
                    <a:lnTo>
                      <a:pt x="1" y="361"/>
                    </a:lnTo>
                    <a:lnTo>
                      <a:pt x="549"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p:nvPr/>
            </p:nvSpPr>
            <p:spPr>
              <a:xfrm>
                <a:off x="7802027" y="291665"/>
                <a:ext cx="25754" cy="18474"/>
              </a:xfrm>
              <a:custGeom>
                <a:avLst/>
                <a:gdLst/>
                <a:ahLst/>
                <a:cxnLst/>
                <a:rect l="l" t="t" r="r" b="b"/>
                <a:pathLst>
                  <a:path w="612" h="439" extrusionOk="0">
                    <a:moveTo>
                      <a:pt x="533" y="0"/>
                    </a:moveTo>
                    <a:lnTo>
                      <a:pt x="0" y="94"/>
                    </a:lnTo>
                    <a:lnTo>
                      <a:pt x="79" y="439"/>
                    </a:lnTo>
                    <a:lnTo>
                      <a:pt x="612" y="345"/>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7734064" y="305510"/>
                <a:ext cx="27101" cy="21799"/>
              </a:xfrm>
              <a:custGeom>
                <a:avLst/>
                <a:gdLst/>
                <a:ahLst/>
                <a:cxnLst/>
                <a:rect l="l" t="t" r="r" b="b"/>
                <a:pathLst>
                  <a:path w="644" h="518" extrusionOk="0">
                    <a:moveTo>
                      <a:pt x="518" y="0"/>
                    </a:moveTo>
                    <a:lnTo>
                      <a:pt x="1" y="188"/>
                    </a:lnTo>
                    <a:lnTo>
                      <a:pt x="126" y="517"/>
                    </a:lnTo>
                    <a:lnTo>
                      <a:pt x="644" y="329"/>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7687268" y="327940"/>
                <a:ext cx="27059" cy="21799"/>
              </a:xfrm>
              <a:custGeom>
                <a:avLst/>
                <a:gdLst/>
                <a:ahLst/>
                <a:cxnLst/>
                <a:rect l="l" t="t" r="r" b="b"/>
                <a:pathLst>
                  <a:path w="643" h="518" extrusionOk="0">
                    <a:moveTo>
                      <a:pt x="502" y="0"/>
                    </a:moveTo>
                    <a:lnTo>
                      <a:pt x="0" y="188"/>
                    </a:lnTo>
                    <a:lnTo>
                      <a:pt x="125" y="517"/>
                    </a:lnTo>
                    <a:lnTo>
                      <a:pt x="643" y="329"/>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7646364" y="347719"/>
                <a:ext cx="27059" cy="23103"/>
              </a:xfrm>
              <a:custGeom>
                <a:avLst/>
                <a:gdLst/>
                <a:ahLst/>
                <a:cxnLst/>
                <a:rect l="l" t="t" r="r" b="b"/>
                <a:pathLst>
                  <a:path w="643" h="549" extrusionOk="0">
                    <a:moveTo>
                      <a:pt x="486" y="0"/>
                    </a:moveTo>
                    <a:lnTo>
                      <a:pt x="0" y="235"/>
                    </a:lnTo>
                    <a:lnTo>
                      <a:pt x="157" y="549"/>
                    </a:lnTo>
                    <a:lnTo>
                      <a:pt x="643" y="314"/>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7600831" y="376756"/>
                <a:ext cx="27774" cy="24408"/>
              </a:xfrm>
              <a:custGeom>
                <a:avLst/>
                <a:gdLst/>
                <a:ahLst/>
                <a:cxnLst/>
                <a:rect l="l" t="t" r="r" b="b"/>
                <a:pathLst>
                  <a:path w="660" h="580" extrusionOk="0">
                    <a:moveTo>
                      <a:pt x="471" y="0"/>
                    </a:moveTo>
                    <a:lnTo>
                      <a:pt x="1" y="282"/>
                    </a:lnTo>
                    <a:lnTo>
                      <a:pt x="189" y="580"/>
                    </a:lnTo>
                    <a:lnTo>
                      <a:pt x="659" y="298"/>
                    </a:lnTo>
                    <a:lnTo>
                      <a:pt x="4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7552015" y="541635"/>
                <a:ext cx="27101" cy="28406"/>
              </a:xfrm>
              <a:custGeom>
                <a:avLst/>
                <a:gdLst/>
                <a:ahLst/>
                <a:cxnLst/>
                <a:rect l="l" t="t" r="r" b="b"/>
                <a:pathLst>
                  <a:path w="644" h="675" extrusionOk="0">
                    <a:moveTo>
                      <a:pt x="314" y="1"/>
                    </a:moveTo>
                    <a:lnTo>
                      <a:pt x="1" y="236"/>
                    </a:lnTo>
                    <a:lnTo>
                      <a:pt x="330" y="675"/>
                    </a:lnTo>
                    <a:lnTo>
                      <a:pt x="643" y="424"/>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
              <p:cNvSpPr/>
              <p:nvPr/>
            </p:nvSpPr>
            <p:spPr>
              <a:xfrm>
                <a:off x="7532910" y="500100"/>
                <a:ext cx="23103" cy="26428"/>
              </a:xfrm>
              <a:custGeom>
                <a:avLst/>
                <a:gdLst/>
                <a:ahLst/>
                <a:cxnLst/>
                <a:rect l="l" t="t" r="r" b="b"/>
                <a:pathLst>
                  <a:path w="549" h="628" extrusionOk="0">
                    <a:moveTo>
                      <a:pt x="392" y="0"/>
                    </a:moveTo>
                    <a:lnTo>
                      <a:pt x="0" y="110"/>
                    </a:lnTo>
                    <a:lnTo>
                      <a:pt x="157" y="627"/>
                    </a:lnTo>
                    <a:lnTo>
                      <a:pt x="549" y="517"/>
                    </a:lnTo>
                    <a:lnTo>
                      <a:pt x="3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7531563" y="455871"/>
                <a:ext cx="25123" cy="27774"/>
              </a:xfrm>
              <a:custGeom>
                <a:avLst/>
                <a:gdLst/>
                <a:ahLst/>
                <a:cxnLst/>
                <a:rect l="l" t="t" r="r" b="b"/>
                <a:pathLst>
                  <a:path w="597" h="660" extrusionOk="0">
                    <a:moveTo>
                      <a:pt x="236" y="1"/>
                    </a:moveTo>
                    <a:lnTo>
                      <a:pt x="1" y="503"/>
                    </a:lnTo>
                    <a:lnTo>
                      <a:pt x="361" y="659"/>
                    </a:lnTo>
                    <a:lnTo>
                      <a:pt x="597" y="173"/>
                    </a:lnTo>
                    <a:lnTo>
                      <a:pt x="2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7553362" y="413662"/>
                <a:ext cx="28406" cy="28406"/>
              </a:xfrm>
              <a:custGeom>
                <a:avLst/>
                <a:gdLst/>
                <a:ahLst/>
                <a:cxnLst/>
                <a:rect l="l" t="t" r="r" b="b"/>
                <a:pathLst>
                  <a:path w="675" h="675" extrusionOk="0">
                    <a:moveTo>
                      <a:pt x="376" y="1"/>
                    </a:moveTo>
                    <a:lnTo>
                      <a:pt x="0" y="393"/>
                    </a:lnTo>
                    <a:lnTo>
                      <a:pt x="298" y="675"/>
                    </a:lnTo>
                    <a:lnTo>
                      <a:pt x="674" y="267"/>
                    </a:lnTo>
                    <a:lnTo>
                      <a:pt x="3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2"/>
            <p:cNvSpPr/>
            <p:nvPr/>
          </p:nvSpPr>
          <p:spPr>
            <a:xfrm>
              <a:off x="7550711" y="968394"/>
              <a:ext cx="600938" cy="194926"/>
            </a:xfrm>
            <a:custGeom>
              <a:avLst/>
              <a:gdLst/>
              <a:ahLst/>
              <a:cxnLst/>
              <a:rect l="l" t="t" r="r" b="b"/>
              <a:pathLst>
                <a:path w="14280" h="4632" extrusionOk="0">
                  <a:moveTo>
                    <a:pt x="0" y="1"/>
                  </a:moveTo>
                  <a:lnTo>
                    <a:pt x="0" y="1"/>
                  </a:lnTo>
                  <a:cubicBezTo>
                    <a:pt x="941" y="926"/>
                    <a:pt x="2947" y="1992"/>
                    <a:pt x="6302" y="3418"/>
                  </a:cubicBezTo>
                  <a:cubicBezTo>
                    <a:pt x="8147" y="4203"/>
                    <a:pt x="10291" y="4632"/>
                    <a:pt x="11884" y="4632"/>
                  </a:cubicBezTo>
                  <a:cubicBezTo>
                    <a:pt x="13186" y="4632"/>
                    <a:pt x="14118" y="4345"/>
                    <a:pt x="14217" y="3731"/>
                  </a:cubicBezTo>
                  <a:cubicBezTo>
                    <a:pt x="14280" y="3308"/>
                    <a:pt x="13966" y="2619"/>
                    <a:pt x="13465" y="1882"/>
                  </a:cubicBezTo>
                  <a:cubicBezTo>
                    <a:pt x="12511" y="2138"/>
                    <a:pt x="11331" y="2272"/>
                    <a:pt x="10010" y="2272"/>
                  </a:cubicBezTo>
                  <a:cubicBezTo>
                    <a:pt x="8748" y="2272"/>
                    <a:pt x="7357" y="2150"/>
                    <a:pt x="5910" y="1897"/>
                  </a:cubicBezTo>
                  <a:cubicBezTo>
                    <a:pt x="3590" y="1474"/>
                    <a:pt x="1537" y="800"/>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p:nvPr/>
          </p:nvSpPr>
          <p:spPr>
            <a:xfrm>
              <a:off x="7553067" y="399986"/>
              <a:ext cx="392798" cy="259775"/>
            </a:xfrm>
            <a:custGeom>
              <a:avLst/>
              <a:gdLst/>
              <a:ahLst/>
              <a:cxnLst/>
              <a:rect l="l" t="t" r="r" b="b"/>
              <a:pathLst>
                <a:path w="9334" h="6173" extrusionOk="0">
                  <a:moveTo>
                    <a:pt x="2848" y="1"/>
                  </a:moveTo>
                  <a:cubicBezTo>
                    <a:pt x="1753" y="1"/>
                    <a:pt x="0" y="1413"/>
                    <a:pt x="509" y="2865"/>
                  </a:cubicBezTo>
                  <a:cubicBezTo>
                    <a:pt x="838" y="3774"/>
                    <a:pt x="2609" y="4824"/>
                    <a:pt x="4615" y="6172"/>
                  </a:cubicBezTo>
                  <a:cubicBezTo>
                    <a:pt x="6010" y="6016"/>
                    <a:pt x="7515" y="5733"/>
                    <a:pt x="9051" y="5310"/>
                  </a:cubicBezTo>
                  <a:cubicBezTo>
                    <a:pt x="9145" y="5279"/>
                    <a:pt x="9239" y="5263"/>
                    <a:pt x="9333" y="5232"/>
                  </a:cubicBezTo>
                  <a:cubicBezTo>
                    <a:pt x="6716" y="2677"/>
                    <a:pt x="3769" y="200"/>
                    <a:pt x="3095" y="28"/>
                  </a:cubicBezTo>
                  <a:cubicBezTo>
                    <a:pt x="3018" y="10"/>
                    <a:pt x="2935" y="1"/>
                    <a:pt x="2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
            <p:cNvSpPr/>
            <p:nvPr/>
          </p:nvSpPr>
          <p:spPr>
            <a:xfrm>
              <a:off x="7701282" y="337956"/>
              <a:ext cx="393640" cy="275640"/>
            </a:xfrm>
            <a:custGeom>
              <a:avLst/>
              <a:gdLst/>
              <a:ahLst/>
              <a:cxnLst/>
              <a:rect l="l" t="t" r="r" b="b"/>
              <a:pathLst>
                <a:path w="9354" h="6550" extrusionOk="0">
                  <a:moveTo>
                    <a:pt x="2885" y="1"/>
                  </a:moveTo>
                  <a:cubicBezTo>
                    <a:pt x="1554" y="1"/>
                    <a:pt x="0" y="460"/>
                    <a:pt x="482" y="1424"/>
                  </a:cubicBezTo>
                  <a:cubicBezTo>
                    <a:pt x="827" y="2098"/>
                    <a:pt x="3539" y="3681"/>
                    <a:pt x="6062" y="6236"/>
                  </a:cubicBezTo>
                  <a:cubicBezTo>
                    <a:pt x="6156" y="6330"/>
                    <a:pt x="6266" y="6439"/>
                    <a:pt x="6360" y="6549"/>
                  </a:cubicBezTo>
                  <a:cubicBezTo>
                    <a:pt x="7426" y="6236"/>
                    <a:pt x="8429" y="5875"/>
                    <a:pt x="9354" y="5499"/>
                  </a:cubicBezTo>
                  <a:cubicBezTo>
                    <a:pt x="7269" y="3007"/>
                    <a:pt x="4824" y="499"/>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
            <p:cNvSpPr/>
            <p:nvPr/>
          </p:nvSpPr>
          <p:spPr>
            <a:xfrm>
              <a:off x="7905761" y="325542"/>
              <a:ext cx="300637" cy="235914"/>
            </a:xfrm>
            <a:custGeom>
              <a:avLst/>
              <a:gdLst/>
              <a:ahLst/>
              <a:cxnLst/>
              <a:rect l="l" t="t" r="r" b="b"/>
              <a:pathLst>
                <a:path w="7144" h="5606" extrusionOk="0">
                  <a:moveTo>
                    <a:pt x="717" y="1"/>
                  </a:moveTo>
                  <a:cubicBezTo>
                    <a:pt x="265" y="1"/>
                    <a:pt x="0" y="143"/>
                    <a:pt x="153" y="527"/>
                  </a:cubicBezTo>
                  <a:cubicBezTo>
                    <a:pt x="372" y="1107"/>
                    <a:pt x="3053" y="3364"/>
                    <a:pt x="4902" y="5606"/>
                  </a:cubicBezTo>
                  <a:cubicBezTo>
                    <a:pt x="5717" y="5261"/>
                    <a:pt x="6470" y="4885"/>
                    <a:pt x="7144" y="4493"/>
                  </a:cubicBezTo>
                  <a:cubicBezTo>
                    <a:pt x="5733" y="2565"/>
                    <a:pt x="4275" y="1170"/>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
            <p:cNvSpPr/>
            <p:nvPr/>
          </p:nvSpPr>
          <p:spPr>
            <a:xfrm>
              <a:off x="8154931" y="905733"/>
              <a:ext cx="186047" cy="187393"/>
            </a:xfrm>
            <a:custGeom>
              <a:avLst/>
              <a:gdLst/>
              <a:ahLst/>
              <a:cxnLst/>
              <a:rect l="l" t="t" r="r" b="b"/>
              <a:pathLst>
                <a:path w="4421" h="4453" extrusionOk="0">
                  <a:moveTo>
                    <a:pt x="4420" y="1"/>
                  </a:moveTo>
                  <a:cubicBezTo>
                    <a:pt x="3684" y="847"/>
                    <a:pt x="2524" y="1741"/>
                    <a:pt x="1129" y="2446"/>
                  </a:cubicBezTo>
                  <a:cubicBezTo>
                    <a:pt x="753" y="2650"/>
                    <a:pt x="361" y="2807"/>
                    <a:pt x="0" y="2963"/>
                  </a:cubicBezTo>
                  <a:cubicBezTo>
                    <a:pt x="502" y="3763"/>
                    <a:pt x="1050" y="4452"/>
                    <a:pt x="1254" y="4452"/>
                  </a:cubicBezTo>
                  <a:cubicBezTo>
                    <a:pt x="2555" y="4452"/>
                    <a:pt x="3997" y="2023"/>
                    <a:pt x="44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
            <p:cNvSpPr/>
            <p:nvPr/>
          </p:nvSpPr>
          <p:spPr>
            <a:xfrm>
              <a:off x="7867886" y="911667"/>
              <a:ext cx="167025" cy="56096"/>
            </a:xfrm>
            <a:custGeom>
              <a:avLst/>
              <a:gdLst/>
              <a:ahLst/>
              <a:cxnLst/>
              <a:rect l="l" t="t" r="r" b="b"/>
              <a:pathLst>
                <a:path w="3969" h="1333" extrusionOk="0">
                  <a:moveTo>
                    <a:pt x="1853" y="1"/>
                  </a:moveTo>
                  <a:cubicBezTo>
                    <a:pt x="1367" y="1"/>
                    <a:pt x="435" y="120"/>
                    <a:pt x="254" y="314"/>
                  </a:cubicBezTo>
                  <a:cubicBezTo>
                    <a:pt x="1" y="609"/>
                    <a:pt x="2909" y="1333"/>
                    <a:pt x="3639" y="1333"/>
                  </a:cubicBezTo>
                  <a:cubicBezTo>
                    <a:pt x="3723" y="1333"/>
                    <a:pt x="3778" y="1323"/>
                    <a:pt x="3796" y="1302"/>
                  </a:cubicBezTo>
                  <a:cubicBezTo>
                    <a:pt x="3968" y="1082"/>
                    <a:pt x="2370" y="79"/>
                    <a:pt x="2088" y="17"/>
                  </a:cubicBezTo>
                  <a:cubicBezTo>
                    <a:pt x="2036" y="6"/>
                    <a:pt x="1954" y="1"/>
                    <a:pt x="185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
            <p:cNvSpPr/>
            <p:nvPr/>
          </p:nvSpPr>
          <p:spPr>
            <a:xfrm>
              <a:off x="7524998" y="903292"/>
              <a:ext cx="275767" cy="58873"/>
            </a:xfrm>
            <a:custGeom>
              <a:avLst/>
              <a:gdLst/>
              <a:ahLst/>
              <a:cxnLst/>
              <a:rect l="l" t="t" r="r" b="b"/>
              <a:pathLst>
                <a:path w="6553" h="1399" extrusionOk="0">
                  <a:moveTo>
                    <a:pt x="1340" y="0"/>
                  </a:moveTo>
                  <a:cubicBezTo>
                    <a:pt x="831" y="0"/>
                    <a:pt x="466" y="22"/>
                    <a:pt x="376" y="75"/>
                  </a:cubicBezTo>
                  <a:cubicBezTo>
                    <a:pt x="0" y="310"/>
                    <a:pt x="894" y="1297"/>
                    <a:pt x="1066" y="1375"/>
                  </a:cubicBezTo>
                  <a:cubicBezTo>
                    <a:pt x="1095" y="1391"/>
                    <a:pt x="1126" y="1399"/>
                    <a:pt x="1160" y="1399"/>
                  </a:cubicBezTo>
                  <a:cubicBezTo>
                    <a:pt x="1462" y="1399"/>
                    <a:pt x="1992" y="835"/>
                    <a:pt x="2978" y="764"/>
                  </a:cubicBezTo>
                  <a:cubicBezTo>
                    <a:pt x="4687" y="654"/>
                    <a:pt x="6552" y="545"/>
                    <a:pt x="6364" y="419"/>
                  </a:cubicBezTo>
                  <a:cubicBezTo>
                    <a:pt x="6101" y="228"/>
                    <a:pt x="2975" y="0"/>
                    <a:pt x="134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
            <p:cNvSpPr/>
            <p:nvPr/>
          </p:nvSpPr>
          <p:spPr>
            <a:xfrm>
              <a:off x="8118824" y="803262"/>
              <a:ext cx="200397" cy="185710"/>
            </a:xfrm>
            <a:custGeom>
              <a:avLst/>
              <a:gdLst/>
              <a:ahLst/>
              <a:cxnLst/>
              <a:rect l="l" t="t" r="r" b="b"/>
              <a:pathLst>
                <a:path w="4762" h="4413" extrusionOk="0">
                  <a:moveTo>
                    <a:pt x="4533" y="0"/>
                  </a:moveTo>
                  <a:cubicBezTo>
                    <a:pt x="4150" y="0"/>
                    <a:pt x="460" y="2725"/>
                    <a:pt x="231" y="3000"/>
                  </a:cubicBezTo>
                  <a:cubicBezTo>
                    <a:pt x="1" y="3277"/>
                    <a:pt x="313" y="4412"/>
                    <a:pt x="650" y="4412"/>
                  </a:cubicBezTo>
                  <a:cubicBezTo>
                    <a:pt x="657" y="4412"/>
                    <a:pt x="663" y="4412"/>
                    <a:pt x="670" y="4411"/>
                  </a:cubicBezTo>
                  <a:cubicBezTo>
                    <a:pt x="1125" y="4348"/>
                    <a:pt x="1501" y="3188"/>
                    <a:pt x="1673" y="2890"/>
                  </a:cubicBezTo>
                  <a:cubicBezTo>
                    <a:pt x="1830" y="2608"/>
                    <a:pt x="4761" y="163"/>
                    <a:pt x="4557" y="6"/>
                  </a:cubicBezTo>
                  <a:cubicBezTo>
                    <a:pt x="4552" y="2"/>
                    <a:pt x="4544" y="0"/>
                    <a:pt x="4533"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
            <p:cNvSpPr/>
            <p:nvPr/>
          </p:nvSpPr>
          <p:spPr>
            <a:xfrm>
              <a:off x="7563882" y="406803"/>
              <a:ext cx="149814" cy="136095"/>
            </a:xfrm>
            <a:custGeom>
              <a:avLst/>
              <a:gdLst/>
              <a:ahLst/>
              <a:cxnLst/>
              <a:rect l="l" t="t" r="r" b="b"/>
              <a:pathLst>
                <a:path w="3560" h="3234" extrusionOk="0">
                  <a:moveTo>
                    <a:pt x="2522" y="1"/>
                  </a:moveTo>
                  <a:cubicBezTo>
                    <a:pt x="2146" y="1"/>
                    <a:pt x="1678" y="153"/>
                    <a:pt x="1145" y="634"/>
                  </a:cubicBezTo>
                  <a:cubicBezTo>
                    <a:pt x="1" y="1653"/>
                    <a:pt x="283" y="2750"/>
                    <a:pt x="800" y="3205"/>
                  </a:cubicBezTo>
                  <a:cubicBezTo>
                    <a:pt x="821" y="3224"/>
                    <a:pt x="839" y="3233"/>
                    <a:pt x="854" y="3233"/>
                  </a:cubicBezTo>
                  <a:cubicBezTo>
                    <a:pt x="1035" y="3233"/>
                    <a:pt x="889" y="1939"/>
                    <a:pt x="1757" y="1245"/>
                  </a:cubicBezTo>
                  <a:cubicBezTo>
                    <a:pt x="2587" y="587"/>
                    <a:pt x="3559" y="509"/>
                    <a:pt x="3481" y="415"/>
                  </a:cubicBezTo>
                  <a:cubicBezTo>
                    <a:pt x="3398" y="304"/>
                    <a:pt x="3052" y="1"/>
                    <a:pt x="252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
            <p:cNvSpPr/>
            <p:nvPr/>
          </p:nvSpPr>
          <p:spPr>
            <a:xfrm>
              <a:off x="7722197" y="344437"/>
              <a:ext cx="178598" cy="61483"/>
            </a:xfrm>
            <a:custGeom>
              <a:avLst/>
              <a:gdLst/>
              <a:ahLst/>
              <a:cxnLst/>
              <a:rect l="l" t="t" r="r" b="b"/>
              <a:pathLst>
                <a:path w="4244" h="1461" extrusionOk="0">
                  <a:moveTo>
                    <a:pt x="2365" y="0"/>
                  </a:moveTo>
                  <a:cubicBezTo>
                    <a:pt x="2106" y="0"/>
                    <a:pt x="1816" y="24"/>
                    <a:pt x="1490" y="78"/>
                  </a:cubicBezTo>
                  <a:cubicBezTo>
                    <a:pt x="1" y="329"/>
                    <a:pt x="16" y="972"/>
                    <a:pt x="346" y="1379"/>
                  </a:cubicBezTo>
                  <a:cubicBezTo>
                    <a:pt x="393" y="1436"/>
                    <a:pt x="452" y="1460"/>
                    <a:pt x="525" y="1460"/>
                  </a:cubicBezTo>
                  <a:cubicBezTo>
                    <a:pt x="819" y="1460"/>
                    <a:pt x="1346" y="1069"/>
                    <a:pt x="2274" y="768"/>
                  </a:cubicBezTo>
                  <a:cubicBezTo>
                    <a:pt x="2606" y="663"/>
                    <a:pt x="2947" y="630"/>
                    <a:pt x="3249" y="630"/>
                  </a:cubicBezTo>
                  <a:cubicBezTo>
                    <a:pt x="3746" y="630"/>
                    <a:pt x="4139" y="718"/>
                    <a:pt x="4222" y="718"/>
                  </a:cubicBezTo>
                  <a:cubicBezTo>
                    <a:pt x="4239" y="718"/>
                    <a:pt x="4243" y="714"/>
                    <a:pt x="4233" y="705"/>
                  </a:cubicBezTo>
                  <a:cubicBezTo>
                    <a:pt x="3839" y="324"/>
                    <a:pt x="3310" y="0"/>
                    <a:pt x="236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
            <p:cNvSpPr/>
            <p:nvPr/>
          </p:nvSpPr>
          <p:spPr>
            <a:xfrm>
              <a:off x="7919858" y="334842"/>
              <a:ext cx="169130" cy="58958"/>
            </a:xfrm>
            <a:custGeom>
              <a:avLst/>
              <a:gdLst/>
              <a:ahLst/>
              <a:cxnLst/>
              <a:rect l="l" t="t" r="r" b="b"/>
              <a:pathLst>
                <a:path w="4019" h="1401" extrusionOk="0">
                  <a:moveTo>
                    <a:pt x="673" y="1"/>
                  </a:moveTo>
                  <a:cubicBezTo>
                    <a:pt x="1" y="1"/>
                    <a:pt x="106" y="290"/>
                    <a:pt x="382" y="730"/>
                  </a:cubicBezTo>
                  <a:cubicBezTo>
                    <a:pt x="538" y="973"/>
                    <a:pt x="845" y="1029"/>
                    <a:pt x="1246" y="1029"/>
                  </a:cubicBezTo>
                  <a:cubicBezTo>
                    <a:pt x="1491" y="1029"/>
                    <a:pt x="1772" y="1008"/>
                    <a:pt x="2075" y="996"/>
                  </a:cubicBezTo>
                  <a:cubicBezTo>
                    <a:pt x="2081" y="996"/>
                    <a:pt x="2086" y="996"/>
                    <a:pt x="2092" y="996"/>
                  </a:cubicBezTo>
                  <a:cubicBezTo>
                    <a:pt x="2460" y="996"/>
                    <a:pt x="3736" y="1400"/>
                    <a:pt x="3972" y="1400"/>
                  </a:cubicBezTo>
                  <a:cubicBezTo>
                    <a:pt x="4006" y="1400"/>
                    <a:pt x="4019" y="1392"/>
                    <a:pt x="4003" y="1372"/>
                  </a:cubicBezTo>
                  <a:cubicBezTo>
                    <a:pt x="3345" y="526"/>
                    <a:pt x="1934" y="134"/>
                    <a:pt x="1323" y="56"/>
                  </a:cubicBezTo>
                  <a:cubicBezTo>
                    <a:pt x="1053" y="18"/>
                    <a:pt x="839" y="1"/>
                    <a:pt x="67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
            <p:cNvSpPr/>
            <p:nvPr/>
          </p:nvSpPr>
          <p:spPr>
            <a:xfrm>
              <a:off x="8172732" y="958673"/>
              <a:ext cx="374703" cy="307286"/>
            </a:xfrm>
            <a:custGeom>
              <a:avLst/>
              <a:gdLst/>
              <a:ahLst/>
              <a:cxnLst/>
              <a:rect l="l" t="t" r="r" b="b"/>
              <a:pathLst>
                <a:path w="8904" h="7302" extrusionOk="0">
                  <a:moveTo>
                    <a:pt x="5820" y="1"/>
                  </a:moveTo>
                  <a:cubicBezTo>
                    <a:pt x="4732" y="1"/>
                    <a:pt x="3558" y="4123"/>
                    <a:pt x="0" y="6078"/>
                  </a:cubicBezTo>
                  <a:lnTo>
                    <a:pt x="1019" y="7301"/>
                  </a:lnTo>
                  <a:cubicBezTo>
                    <a:pt x="1019" y="7301"/>
                    <a:pt x="8903" y="4589"/>
                    <a:pt x="6490" y="561"/>
                  </a:cubicBezTo>
                  <a:cubicBezTo>
                    <a:pt x="6257" y="170"/>
                    <a:pt x="6040" y="1"/>
                    <a:pt x="58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
            <p:cNvSpPr/>
            <p:nvPr/>
          </p:nvSpPr>
          <p:spPr>
            <a:xfrm>
              <a:off x="8400945" y="1002565"/>
              <a:ext cx="52814" cy="45870"/>
            </a:xfrm>
            <a:custGeom>
              <a:avLst/>
              <a:gdLst/>
              <a:ahLst/>
              <a:cxnLst/>
              <a:rect l="l" t="t" r="r" b="b"/>
              <a:pathLst>
                <a:path w="1255" h="1090" extrusionOk="0">
                  <a:moveTo>
                    <a:pt x="638" y="1"/>
                  </a:moveTo>
                  <a:cubicBezTo>
                    <a:pt x="589" y="1"/>
                    <a:pt x="538" y="7"/>
                    <a:pt x="487" y="20"/>
                  </a:cubicBezTo>
                  <a:cubicBezTo>
                    <a:pt x="189" y="114"/>
                    <a:pt x="1" y="411"/>
                    <a:pt x="79" y="694"/>
                  </a:cubicBezTo>
                  <a:cubicBezTo>
                    <a:pt x="144" y="940"/>
                    <a:pt x="370" y="1090"/>
                    <a:pt x="614" y="1090"/>
                  </a:cubicBezTo>
                  <a:cubicBezTo>
                    <a:pt x="665" y="1090"/>
                    <a:pt x="717" y="1083"/>
                    <a:pt x="769" y="1070"/>
                  </a:cubicBezTo>
                  <a:cubicBezTo>
                    <a:pt x="1082" y="991"/>
                    <a:pt x="1255" y="694"/>
                    <a:pt x="1176" y="396"/>
                  </a:cubicBezTo>
                  <a:cubicBezTo>
                    <a:pt x="1111" y="160"/>
                    <a:pt x="892" y="1"/>
                    <a:pt x="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2"/>
          <p:cNvGrpSpPr/>
          <p:nvPr/>
        </p:nvGrpSpPr>
        <p:grpSpPr>
          <a:xfrm>
            <a:off x="6129533" y="4296671"/>
            <a:ext cx="538970" cy="475799"/>
            <a:chOff x="3503083" y="4268071"/>
            <a:chExt cx="538970" cy="475799"/>
          </a:xfrm>
        </p:grpSpPr>
        <p:sp>
          <p:nvSpPr>
            <p:cNvPr id="153" name="Google Shape;153;p2"/>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4" name="Google Shape;154;p2"/>
            <p:cNvGrpSpPr/>
            <p:nvPr/>
          </p:nvGrpSpPr>
          <p:grpSpPr>
            <a:xfrm>
              <a:off x="3550326" y="4310672"/>
              <a:ext cx="393741" cy="373040"/>
              <a:chOff x="3550326" y="4310672"/>
              <a:chExt cx="393741" cy="373040"/>
            </a:xfrm>
          </p:grpSpPr>
          <p:sp>
            <p:nvSpPr>
              <p:cNvPr id="155" name="Google Shape;155;p2"/>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 name="Google Shape;218;p2"/>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2"/>
          <p:cNvGrpSpPr/>
          <p:nvPr/>
        </p:nvGrpSpPr>
        <p:grpSpPr>
          <a:xfrm rot="-889676">
            <a:off x="412782" y="1994294"/>
            <a:ext cx="774445" cy="1697916"/>
            <a:chOff x="3350150" y="1475625"/>
            <a:chExt cx="433400" cy="950250"/>
          </a:xfrm>
        </p:grpSpPr>
        <p:sp>
          <p:nvSpPr>
            <p:cNvPr id="222" name="Google Shape;222;p2"/>
            <p:cNvSpPr/>
            <p:nvPr/>
          </p:nvSpPr>
          <p:spPr>
            <a:xfrm>
              <a:off x="3357200" y="1475625"/>
              <a:ext cx="367575" cy="50950"/>
            </a:xfrm>
            <a:custGeom>
              <a:avLst/>
              <a:gdLst/>
              <a:ahLst/>
              <a:cxnLst/>
              <a:rect l="l" t="t" r="r" b="b"/>
              <a:pathLst>
                <a:path w="14703" h="2038" extrusionOk="0">
                  <a:moveTo>
                    <a:pt x="7884" y="1"/>
                  </a:moveTo>
                  <a:cubicBezTo>
                    <a:pt x="5350" y="1"/>
                    <a:pt x="2744" y="471"/>
                    <a:pt x="0" y="1724"/>
                  </a:cubicBezTo>
                  <a:lnTo>
                    <a:pt x="63" y="2037"/>
                  </a:lnTo>
                  <a:lnTo>
                    <a:pt x="14703" y="1347"/>
                  </a:lnTo>
                  <a:lnTo>
                    <a:pt x="14703" y="940"/>
                  </a:lnTo>
                  <a:cubicBezTo>
                    <a:pt x="12457" y="394"/>
                    <a:pt x="10201" y="1"/>
                    <a:pt x="78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
            <p:cNvSpPr/>
            <p:nvPr/>
          </p:nvSpPr>
          <p:spPr>
            <a:xfrm>
              <a:off x="3364650" y="1485425"/>
              <a:ext cx="363650" cy="74450"/>
            </a:xfrm>
            <a:custGeom>
              <a:avLst/>
              <a:gdLst/>
              <a:ahLst/>
              <a:cxnLst/>
              <a:rect l="l" t="t" r="r" b="b"/>
              <a:pathLst>
                <a:path w="14546" h="2978" extrusionOk="0">
                  <a:moveTo>
                    <a:pt x="8348" y="0"/>
                  </a:moveTo>
                  <a:cubicBezTo>
                    <a:pt x="5797" y="0"/>
                    <a:pt x="3335" y="470"/>
                    <a:pt x="0" y="1457"/>
                  </a:cubicBezTo>
                  <a:lnTo>
                    <a:pt x="47" y="2977"/>
                  </a:lnTo>
                  <a:lnTo>
                    <a:pt x="14546" y="2366"/>
                  </a:lnTo>
                  <a:lnTo>
                    <a:pt x="14311" y="705"/>
                  </a:lnTo>
                  <a:cubicBezTo>
                    <a:pt x="12043" y="241"/>
                    <a:pt x="10172" y="0"/>
                    <a:pt x="8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
            <p:cNvSpPr/>
            <p:nvPr/>
          </p:nvSpPr>
          <p:spPr>
            <a:xfrm>
              <a:off x="3423425" y="2389425"/>
              <a:ext cx="50175" cy="35675"/>
            </a:xfrm>
            <a:custGeom>
              <a:avLst/>
              <a:gdLst/>
              <a:ahLst/>
              <a:cxnLst/>
              <a:rect l="l" t="t" r="r" b="b"/>
              <a:pathLst>
                <a:path w="2007" h="1427" extrusionOk="0">
                  <a:moveTo>
                    <a:pt x="2007" y="0"/>
                  </a:moveTo>
                  <a:lnTo>
                    <a:pt x="0" y="314"/>
                  </a:lnTo>
                  <a:lnTo>
                    <a:pt x="141" y="1395"/>
                  </a:lnTo>
                  <a:lnTo>
                    <a:pt x="1819" y="1426"/>
                  </a:lnTo>
                  <a:lnTo>
                    <a:pt x="2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
            <p:cNvSpPr/>
            <p:nvPr/>
          </p:nvSpPr>
          <p:spPr>
            <a:xfrm>
              <a:off x="3718875" y="2394500"/>
              <a:ext cx="57625" cy="31375"/>
            </a:xfrm>
            <a:custGeom>
              <a:avLst/>
              <a:gdLst/>
              <a:ahLst/>
              <a:cxnLst/>
              <a:rect l="l" t="t" r="r" b="b"/>
              <a:pathLst>
                <a:path w="2305" h="1255" extrusionOk="0">
                  <a:moveTo>
                    <a:pt x="2305" y="1"/>
                  </a:moveTo>
                  <a:lnTo>
                    <a:pt x="1" y="63"/>
                  </a:lnTo>
                  <a:lnTo>
                    <a:pt x="236" y="1255"/>
                  </a:lnTo>
                  <a:lnTo>
                    <a:pt x="2305" y="1192"/>
                  </a:lnTo>
                  <a:lnTo>
                    <a:pt x="23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
            <p:cNvSpPr/>
            <p:nvPr/>
          </p:nvSpPr>
          <p:spPr>
            <a:xfrm>
              <a:off x="3350150" y="1505250"/>
              <a:ext cx="433400" cy="908725"/>
            </a:xfrm>
            <a:custGeom>
              <a:avLst/>
              <a:gdLst/>
              <a:ahLst/>
              <a:cxnLst/>
              <a:rect l="l" t="t" r="r" b="b"/>
              <a:pathLst>
                <a:path w="17336" h="36349" extrusionOk="0">
                  <a:moveTo>
                    <a:pt x="9540" y="1"/>
                  </a:moveTo>
                  <a:cubicBezTo>
                    <a:pt x="5192" y="1"/>
                    <a:pt x="1588" y="979"/>
                    <a:pt x="455" y="1260"/>
                  </a:cubicBezTo>
                  <a:cubicBezTo>
                    <a:pt x="235" y="1307"/>
                    <a:pt x="79" y="1495"/>
                    <a:pt x="79" y="1714"/>
                  </a:cubicBezTo>
                  <a:cubicBezTo>
                    <a:pt x="0" y="4583"/>
                    <a:pt x="533" y="14943"/>
                    <a:pt x="988" y="19034"/>
                  </a:cubicBezTo>
                  <a:cubicBezTo>
                    <a:pt x="1285" y="21715"/>
                    <a:pt x="2367" y="32311"/>
                    <a:pt x="2665" y="35822"/>
                  </a:cubicBezTo>
                  <a:cubicBezTo>
                    <a:pt x="2681" y="36088"/>
                    <a:pt x="2900" y="36292"/>
                    <a:pt x="3166" y="36292"/>
                  </a:cubicBezTo>
                  <a:lnTo>
                    <a:pt x="4687" y="36292"/>
                  </a:lnTo>
                  <a:cubicBezTo>
                    <a:pt x="4906" y="36292"/>
                    <a:pt x="5094" y="36104"/>
                    <a:pt x="5110" y="35884"/>
                  </a:cubicBezTo>
                  <a:cubicBezTo>
                    <a:pt x="5361" y="32781"/>
                    <a:pt x="7289" y="12890"/>
                    <a:pt x="7289" y="10178"/>
                  </a:cubicBezTo>
                  <a:cubicBezTo>
                    <a:pt x="7289" y="9849"/>
                    <a:pt x="7640" y="9628"/>
                    <a:pt x="7988" y="9628"/>
                  </a:cubicBezTo>
                  <a:cubicBezTo>
                    <a:pt x="8285" y="9628"/>
                    <a:pt x="8580" y="9789"/>
                    <a:pt x="8652" y="10178"/>
                  </a:cubicBezTo>
                  <a:cubicBezTo>
                    <a:pt x="9060" y="12420"/>
                    <a:pt x="13841" y="32687"/>
                    <a:pt x="14530" y="35869"/>
                  </a:cubicBezTo>
                  <a:cubicBezTo>
                    <a:pt x="14577" y="36119"/>
                    <a:pt x="14781" y="36245"/>
                    <a:pt x="15032" y="36307"/>
                  </a:cubicBezTo>
                  <a:cubicBezTo>
                    <a:pt x="15128" y="36336"/>
                    <a:pt x="15268" y="36349"/>
                    <a:pt x="15431" y="36349"/>
                  </a:cubicBezTo>
                  <a:cubicBezTo>
                    <a:pt x="16067" y="36349"/>
                    <a:pt x="17061" y="36159"/>
                    <a:pt x="17211" y="36010"/>
                  </a:cubicBezTo>
                  <a:cubicBezTo>
                    <a:pt x="17289" y="35931"/>
                    <a:pt x="17336" y="35822"/>
                    <a:pt x="17320" y="35712"/>
                  </a:cubicBezTo>
                  <a:cubicBezTo>
                    <a:pt x="17242" y="31182"/>
                    <a:pt x="16035" y="13157"/>
                    <a:pt x="16035" y="11072"/>
                  </a:cubicBezTo>
                  <a:cubicBezTo>
                    <a:pt x="16035" y="5116"/>
                    <a:pt x="15627" y="2404"/>
                    <a:pt x="15486" y="1119"/>
                  </a:cubicBezTo>
                  <a:cubicBezTo>
                    <a:pt x="15455" y="852"/>
                    <a:pt x="15236" y="633"/>
                    <a:pt x="14969" y="570"/>
                  </a:cubicBezTo>
                  <a:cubicBezTo>
                    <a:pt x="13114" y="155"/>
                    <a:pt x="11268" y="1"/>
                    <a:pt x="9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
            <p:cNvSpPr/>
            <p:nvPr/>
          </p:nvSpPr>
          <p:spPr>
            <a:xfrm>
              <a:off x="3365425" y="1532800"/>
              <a:ext cx="70175" cy="879750"/>
            </a:xfrm>
            <a:custGeom>
              <a:avLst/>
              <a:gdLst/>
              <a:ahLst/>
              <a:cxnLst/>
              <a:rect l="l" t="t" r="r" b="b"/>
              <a:pathLst>
                <a:path w="2807" h="35190" extrusionOk="0">
                  <a:moveTo>
                    <a:pt x="424" y="1"/>
                  </a:moveTo>
                  <a:cubicBezTo>
                    <a:pt x="267" y="48"/>
                    <a:pt x="126" y="79"/>
                    <a:pt x="0" y="111"/>
                  </a:cubicBezTo>
                  <a:lnTo>
                    <a:pt x="2477" y="35174"/>
                  </a:lnTo>
                  <a:cubicBezTo>
                    <a:pt x="2508" y="35174"/>
                    <a:pt x="2540" y="35190"/>
                    <a:pt x="2555" y="35190"/>
                  </a:cubicBezTo>
                  <a:lnTo>
                    <a:pt x="2806" y="35190"/>
                  </a:ln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
            <p:cNvSpPr/>
            <p:nvPr/>
          </p:nvSpPr>
          <p:spPr>
            <a:xfrm>
              <a:off x="3408525" y="1523025"/>
              <a:ext cx="59975" cy="889525"/>
            </a:xfrm>
            <a:custGeom>
              <a:avLst/>
              <a:gdLst/>
              <a:ahLst/>
              <a:cxnLst/>
              <a:rect l="l" t="t" r="r" b="b"/>
              <a:pathLst>
                <a:path w="2399" h="35581" extrusionOk="0">
                  <a:moveTo>
                    <a:pt x="440" y="0"/>
                  </a:moveTo>
                  <a:cubicBezTo>
                    <a:pt x="283" y="31"/>
                    <a:pt x="142" y="63"/>
                    <a:pt x="1" y="94"/>
                  </a:cubicBezTo>
                  <a:lnTo>
                    <a:pt x="2070" y="35581"/>
                  </a:lnTo>
                  <a:lnTo>
                    <a:pt x="2352" y="35581"/>
                  </a:lnTo>
                  <a:cubicBezTo>
                    <a:pt x="2367" y="35581"/>
                    <a:pt x="2383" y="35565"/>
                    <a:pt x="2399" y="35565"/>
                  </a:cubicBezTo>
                  <a:lnTo>
                    <a:pt x="440"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
            <p:cNvSpPr/>
            <p:nvPr/>
          </p:nvSpPr>
          <p:spPr>
            <a:xfrm>
              <a:off x="3466525" y="1513225"/>
              <a:ext cx="23525" cy="832325"/>
            </a:xfrm>
            <a:custGeom>
              <a:avLst/>
              <a:gdLst/>
              <a:ahLst/>
              <a:cxnLst/>
              <a:rect l="l" t="t" r="r" b="b"/>
              <a:pathLst>
                <a:path w="941" h="33293" extrusionOk="0">
                  <a:moveTo>
                    <a:pt x="439" y="0"/>
                  </a:moveTo>
                  <a:cubicBezTo>
                    <a:pt x="298" y="16"/>
                    <a:pt x="142" y="32"/>
                    <a:pt x="0" y="63"/>
                  </a:cubicBezTo>
                  <a:lnTo>
                    <a:pt x="659" y="33293"/>
                  </a:lnTo>
                  <a:cubicBezTo>
                    <a:pt x="737" y="32430"/>
                    <a:pt x="831" y="31396"/>
                    <a:pt x="941" y="30236"/>
                  </a:cubicBezTo>
                  <a:lnTo>
                    <a:pt x="439"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
            <p:cNvSpPr/>
            <p:nvPr/>
          </p:nvSpPr>
          <p:spPr>
            <a:xfrm>
              <a:off x="3502575" y="1508900"/>
              <a:ext cx="18050" cy="509050"/>
            </a:xfrm>
            <a:custGeom>
              <a:avLst/>
              <a:gdLst/>
              <a:ahLst/>
              <a:cxnLst/>
              <a:rect l="l" t="t" r="r" b="b"/>
              <a:pathLst>
                <a:path w="722" h="20362" extrusionOk="0">
                  <a:moveTo>
                    <a:pt x="439" y="1"/>
                  </a:moveTo>
                  <a:cubicBezTo>
                    <a:pt x="298" y="16"/>
                    <a:pt x="142" y="32"/>
                    <a:pt x="1" y="48"/>
                  </a:cubicBezTo>
                  <a:lnTo>
                    <a:pt x="408" y="20362"/>
                  </a:lnTo>
                  <a:cubicBezTo>
                    <a:pt x="518" y="19108"/>
                    <a:pt x="627" y="17870"/>
                    <a:pt x="722" y="16725"/>
                  </a:cubicBezTo>
                  <a:lnTo>
                    <a:pt x="439"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
            <p:cNvSpPr/>
            <p:nvPr/>
          </p:nvSpPr>
          <p:spPr>
            <a:xfrm>
              <a:off x="3542925" y="1506175"/>
              <a:ext cx="21975" cy="248850"/>
            </a:xfrm>
            <a:custGeom>
              <a:avLst/>
              <a:gdLst/>
              <a:ahLst/>
              <a:cxnLst/>
              <a:rect l="l" t="t" r="r" b="b"/>
              <a:pathLst>
                <a:path w="879" h="9954" extrusionOk="0">
                  <a:moveTo>
                    <a:pt x="456" y="0"/>
                  </a:moveTo>
                  <a:cubicBezTo>
                    <a:pt x="299" y="0"/>
                    <a:pt x="158" y="0"/>
                    <a:pt x="1" y="16"/>
                  </a:cubicBezTo>
                  <a:lnTo>
                    <a:pt x="456" y="9608"/>
                  </a:lnTo>
                  <a:cubicBezTo>
                    <a:pt x="628" y="9655"/>
                    <a:pt x="785" y="9765"/>
                    <a:pt x="879" y="9953"/>
                  </a:cubicBezTo>
                  <a:lnTo>
                    <a:pt x="456"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
            <p:cNvSpPr/>
            <p:nvPr/>
          </p:nvSpPr>
          <p:spPr>
            <a:xfrm>
              <a:off x="3588775" y="1505000"/>
              <a:ext cx="46275" cy="557625"/>
            </a:xfrm>
            <a:custGeom>
              <a:avLst/>
              <a:gdLst/>
              <a:ahLst/>
              <a:cxnLst/>
              <a:rect l="l" t="t" r="r" b="b"/>
              <a:pathLst>
                <a:path w="1851" h="22305" extrusionOk="0">
                  <a:moveTo>
                    <a:pt x="1" y="0"/>
                  </a:moveTo>
                  <a:lnTo>
                    <a:pt x="1333" y="20079"/>
                  </a:lnTo>
                  <a:cubicBezTo>
                    <a:pt x="1506" y="20816"/>
                    <a:pt x="1678" y="21568"/>
                    <a:pt x="1850" y="22305"/>
                  </a:cubicBezTo>
                  <a:lnTo>
                    <a:pt x="440" y="16"/>
                  </a:lnTo>
                  <a:cubicBezTo>
                    <a:pt x="299" y="16"/>
                    <a:pt x="142" y="0"/>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
            <p:cNvSpPr/>
            <p:nvPr/>
          </p:nvSpPr>
          <p:spPr>
            <a:xfrm>
              <a:off x="3626800" y="1506175"/>
              <a:ext cx="80350" cy="867975"/>
            </a:xfrm>
            <a:custGeom>
              <a:avLst/>
              <a:gdLst/>
              <a:ahLst/>
              <a:cxnLst/>
              <a:rect l="l" t="t" r="r" b="b"/>
              <a:pathLst>
                <a:path w="3214" h="34719" extrusionOk="0">
                  <a:moveTo>
                    <a:pt x="0" y="0"/>
                  </a:moveTo>
                  <a:lnTo>
                    <a:pt x="2712" y="32509"/>
                  </a:lnTo>
                  <a:cubicBezTo>
                    <a:pt x="2900" y="33371"/>
                    <a:pt x="3072" y="34123"/>
                    <a:pt x="3213" y="34719"/>
                  </a:cubicBezTo>
                  <a:lnTo>
                    <a:pt x="455" y="31"/>
                  </a:lnTo>
                  <a:cubicBezTo>
                    <a:pt x="298" y="16"/>
                    <a:pt x="157"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
            <p:cNvSpPr/>
            <p:nvPr/>
          </p:nvSpPr>
          <p:spPr>
            <a:xfrm>
              <a:off x="3674200" y="1510475"/>
              <a:ext cx="73300" cy="903650"/>
            </a:xfrm>
            <a:custGeom>
              <a:avLst/>
              <a:gdLst/>
              <a:ahLst/>
              <a:cxnLst/>
              <a:rect l="l" t="t" r="r" b="b"/>
              <a:pathLst>
                <a:path w="2932" h="36146" extrusionOk="0">
                  <a:moveTo>
                    <a:pt x="1" y="1"/>
                  </a:moveTo>
                  <a:lnTo>
                    <a:pt x="2618" y="36146"/>
                  </a:lnTo>
                  <a:cubicBezTo>
                    <a:pt x="2728" y="36130"/>
                    <a:pt x="2822" y="36130"/>
                    <a:pt x="2932" y="36114"/>
                  </a:cubicBezTo>
                  <a:lnTo>
                    <a:pt x="440" y="79"/>
                  </a:lnTo>
                  <a:cubicBezTo>
                    <a:pt x="299" y="48"/>
                    <a:pt x="142" y="32"/>
                    <a:pt x="1"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
            <p:cNvSpPr/>
            <p:nvPr/>
          </p:nvSpPr>
          <p:spPr>
            <a:xfrm>
              <a:off x="3716150" y="1517925"/>
              <a:ext cx="59575" cy="892275"/>
            </a:xfrm>
            <a:custGeom>
              <a:avLst/>
              <a:gdLst/>
              <a:ahLst/>
              <a:cxnLst/>
              <a:rect l="l" t="t" r="r" b="b"/>
              <a:pathLst>
                <a:path w="2383" h="35691" extrusionOk="0">
                  <a:moveTo>
                    <a:pt x="0" y="0"/>
                  </a:moveTo>
                  <a:lnTo>
                    <a:pt x="2069" y="35691"/>
                  </a:lnTo>
                  <a:cubicBezTo>
                    <a:pt x="2179" y="35659"/>
                    <a:pt x="2288" y="35628"/>
                    <a:pt x="2383" y="35597"/>
                  </a:cubicBezTo>
                  <a:lnTo>
                    <a:pt x="455" y="110"/>
                  </a:lnTo>
                  <a:cubicBezTo>
                    <a:pt x="408" y="94"/>
                    <a:pt x="376" y="79"/>
                    <a:pt x="329" y="63"/>
                  </a:cubicBezTo>
                  <a:cubicBezTo>
                    <a:pt x="219" y="32"/>
                    <a:pt x="110"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
            <p:cNvSpPr/>
            <p:nvPr/>
          </p:nvSpPr>
          <p:spPr>
            <a:xfrm>
              <a:off x="3465750" y="1723650"/>
              <a:ext cx="282925" cy="690375"/>
            </a:xfrm>
            <a:custGeom>
              <a:avLst/>
              <a:gdLst/>
              <a:ahLst/>
              <a:cxnLst/>
              <a:rect l="l" t="t" r="r" b="b"/>
              <a:pathLst>
                <a:path w="11317" h="27615" extrusionOk="0">
                  <a:moveTo>
                    <a:pt x="5706" y="0"/>
                  </a:moveTo>
                  <a:cubicBezTo>
                    <a:pt x="5705" y="0"/>
                    <a:pt x="4260" y="344"/>
                    <a:pt x="2737" y="344"/>
                  </a:cubicBezTo>
                  <a:cubicBezTo>
                    <a:pt x="2229" y="344"/>
                    <a:pt x="1713" y="306"/>
                    <a:pt x="1238" y="204"/>
                  </a:cubicBezTo>
                  <a:cubicBezTo>
                    <a:pt x="1235" y="204"/>
                    <a:pt x="1232" y="203"/>
                    <a:pt x="1230" y="203"/>
                  </a:cubicBezTo>
                  <a:cubicBezTo>
                    <a:pt x="1112" y="203"/>
                    <a:pt x="2272" y="975"/>
                    <a:pt x="2210" y="1129"/>
                  </a:cubicBezTo>
                  <a:cubicBezTo>
                    <a:pt x="1897" y="1772"/>
                    <a:pt x="1474" y="8809"/>
                    <a:pt x="0" y="27556"/>
                  </a:cubicBezTo>
                  <a:lnTo>
                    <a:pt x="63" y="27556"/>
                  </a:lnTo>
                  <a:cubicBezTo>
                    <a:pt x="282" y="27556"/>
                    <a:pt x="470" y="27368"/>
                    <a:pt x="486" y="27148"/>
                  </a:cubicBezTo>
                  <a:cubicBezTo>
                    <a:pt x="737" y="24045"/>
                    <a:pt x="2665" y="4154"/>
                    <a:pt x="2665" y="1442"/>
                  </a:cubicBezTo>
                  <a:cubicBezTo>
                    <a:pt x="2665" y="1113"/>
                    <a:pt x="3016" y="892"/>
                    <a:pt x="3364" y="892"/>
                  </a:cubicBezTo>
                  <a:cubicBezTo>
                    <a:pt x="3661" y="892"/>
                    <a:pt x="3956" y="1053"/>
                    <a:pt x="4028" y="1442"/>
                  </a:cubicBezTo>
                  <a:cubicBezTo>
                    <a:pt x="4436" y="3684"/>
                    <a:pt x="9217" y="23951"/>
                    <a:pt x="9906" y="27133"/>
                  </a:cubicBezTo>
                  <a:cubicBezTo>
                    <a:pt x="9953" y="27383"/>
                    <a:pt x="10157" y="27509"/>
                    <a:pt x="10408" y="27571"/>
                  </a:cubicBezTo>
                  <a:cubicBezTo>
                    <a:pt x="10502" y="27603"/>
                    <a:pt x="10639" y="27615"/>
                    <a:pt x="10798" y="27615"/>
                  </a:cubicBezTo>
                  <a:cubicBezTo>
                    <a:pt x="10956" y="27615"/>
                    <a:pt x="11137" y="27603"/>
                    <a:pt x="11317" y="27587"/>
                  </a:cubicBezTo>
                  <a:cubicBezTo>
                    <a:pt x="9608" y="25785"/>
                    <a:pt x="5815" y="5439"/>
                    <a:pt x="4499" y="1160"/>
                  </a:cubicBezTo>
                  <a:cubicBezTo>
                    <a:pt x="4483" y="1082"/>
                    <a:pt x="5768" y="47"/>
                    <a:pt x="57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
            <p:cNvSpPr/>
            <p:nvPr/>
          </p:nvSpPr>
          <p:spPr>
            <a:xfrm>
              <a:off x="3665975" y="1489700"/>
              <a:ext cx="10225" cy="31000"/>
            </a:xfrm>
            <a:custGeom>
              <a:avLst/>
              <a:gdLst/>
              <a:ahLst/>
              <a:cxnLst/>
              <a:rect l="l" t="t" r="r" b="b"/>
              <a:pathLst>
                <a:path w="409" h="1240" extrusionOk="0">
                  <a:moveTo>
                    <a:pt x="16" y="1"/>
                  </a:moveTo>
                  <a:lnTo>
                    <a:pt x="1" y="1239"/>
                  </a:lnTo>
                  <a:lnTo>
                    <a:pt x="393" y="1239"/>
                  </a:lnTo>
                  <a:lnTo>
                    <a:pt x="408" y="16"/>
                  </a:lnTo>
                  <a:lnTo>
                    <a:pt x="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
            <p:cNvSpPr/>
            <p:nvPr/>
          </p:nvSpPr>
          <p:spPr>
            <a:xfrm>
              <a:off x="3717325" y="1499900"/>
              <a:ext cx="10200" cy="30575"/>
            </a:xfrm>
            <a:custGeom>
              <a:avLst/>
              <a:gdLst/>
              <a:ahLst/>
              <a:cxnLst/>
              <a:rect l="l" t="t" r="r" b="b"/>
              <a:pathLst>
                <a:path w="408" h="1223" extrusionOk="0">
                  <a:moveTo>
                    <a:pt x="16" y="0"/>
                  </a:moveTo>
                  <a:lnTo>
                    <a:pt x="0" y="1223"/>
                  </a:lnTo>
                  <a:lnTo>
                    <a:pt x="392" y="1223"/>
                  </a:lnTo>
                  <a:lnTo>
                    <a:pt x="4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
            <p:cNvSpPr/>
            <p:nvPr/>
          </p:nvSpPr>
          <p:spPr>
            <a:xfrm>
              <a:off x="3594650" y="1481475"/>
              <a:ext cx="10625" cy="30975"/>
            </a:xfrm>
            <a:custGeom>
              <a:avLst/>
              <a:gdLst/>
              <a:ahLst/>
              <a:cxnLst/>
              <a:rect l="l" t="t" r="r" b="b"/>
              <a:pathLst>
                <a:path w="425" h="1239" extrusionOk="0">
                  <a:moveTo>
                    <a:pt x="32" y="1"/>
                  </a:moveTo>
                  <a:lnTo>
                    <a:pt x="1" y="1223"/>
                  </a:lnTo>
                  <a:lnTo>
                    <a:pt x="393" y="1239"/>
                  </a:lnTo>
                  <a:lnTo>
                    <a:pt x="424" y="16"/>
                  </a:lnTo>
                  <a:lnTo>
                    <a:pt x="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
            <p:cNvSpPr/>
            <p:nvPr/>
          </p:nvSpPr>
          <p:spPr>
            <a:xfrm>
              <a:off x="3479850" y="1487350"/>
              <a:ext cx="12950" cy="31775"/>
            </a:xfrm>
            <a:custGeom>
              <a:avLst/>
              <a:gdLst/>
              <a:ahLst/>
              <a:cxnLst/>
              <a:rect l="l" t="t" r="r" b="b"/>
              <a:pathLst>
                <a:path w="518" h="1271" extrusionOk="0">
                  <a:moveTo>
                    <a:pt x="392" y="1"/>
                  </a:moveTo>
                  <a:lnTo>
                    <a:pt x="0" y="48"/>
                  </a:lnTo>
                  <a:lnTo>
                    <a:pt x="126" y="1270"/>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
            <p:cNvSpPr/>
            <p:nvPr/>
          </p:nvSpPr>
          <p:spPr>
            <a:xfrm>
              <a:off x="3432825" y="1495575"/>
              <a:ext cx="12950" cy="31375"/>
            </a:xfrm>
            <a:custGeom>
              <a:avLst/>
              <a:gdLst/>
              <a:ahLst/>
              <a:cxnLst/>
              <a:rect l="l" t="t" r="r" b="b"/>
              <a:pathLst>
                <a:path w="518" h="1255" extrusionOk="0">
                  <a:moveTo>
                    <a:pt x="392" y="1"/>
                  </a:moveTo>
                  <a:lnTo>
                    <a:pt x="0" y="48"/>
                  </a:lnTo>
                  <a:lnTo>
                    <a:pt x="126" y="1255"/>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
            <p:cNvSpPr/>
            <p:nvPr/>
          </p:nvSpPr>
          <p:spPr>
            <a:xfrm>
              <a:off x="3391275" y="1505775"/>
              <a:ext cx="13350" cy="31775"/>
            </a:xfrm>
            <a:custGeom>
              <a:avLst/>
              <a:gdLst/>
              <a:ahLst/>
              <a:cxnLst/>
              <a:rect l="l" t="t" r="r" b="b"/>
              <a:pathLst>
                <a:path w="534" h="1271" extrusionOk="0">
                  <a:moveTo>
                    <a:pt x="393" y="0"/>
                  </a:moveTo>
                  <a:lnTo>
                    <a:pt x="1" y="47"/>
                  </a:lnTo>
                  <a:lnTo>
                    <a:pt x="126" y="1270"/>
                  </a:lnTo>
                  <a:lnTo>
                    <a:pt x="534" y="1223"/>
                  </a:lnTo>
                  <a:lnTo>
                    <a:pt x="3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
            <p:cNvSpPr/>
            <p:nvPr/>
          </p:nvSpPr>
          <p:spPr>
            <a:xfrm>
              <a:off x="3497100" y="1479125"/>
              <a:ext cx="72125" cy="45475"/>
            </a:xfrm>
            <a:custGeom>
              <a:avLst/>
              <a:gdLst/>
              <a:ahLst/>
              <a:cxnLst/>
              <a:rect l="l" t="t" r="r" b="b"/>
              <a:pathLst>
                <a:path w="2885" h="1819" extrusionOk="0">
                  <a:moveTo>
                    <a:pt x="2571" y="1"/>
                  </a:moveTo>
                  <a:lnTo>
                    <a:pt x="345" y="142"/>
                  </a:lnTo>
                  <a:lnTo>
                    <a:pt x="0" y="1819"/>
                  </a:lnTo>
                  <a:lnTo>
                    <a:pt x="2884" y="1599"/>
                  </a:lnTo>
                  <a:lnTo>
                    <a:pt x="257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
            <p:cNvSpPr/>
            <p:nvPr/>
          </p:nvSpPr>
          <p:spPr>
            <a:xfrm>
              <a:off x="3503750" y="1478350"/>
              <a:ext cx="57225" cy="34900"/>
            </a:xfrm>
            <a:custGeom>
              <a:avLst/>
              <a:gdLst/>
              <a:ahLst/>
              <a:cxnLst/>
              <a:rect l="l" t="t" r="r" b="b"/>
              <a:pathLst>
                <a:path w="2289" h="1396" extrusionOk="0">
                  <a:moveTo>
                    <a:pt x="2258" y="0"/>
                  </a:moveTo>
                  <a:lnTo>
                    <a:pt x="1" y="141"/>
                  </a:lnTo>
                  <a:lnTo>
                    <a:pt x="32" y="1395"/>
                  </a:lnTo>
                  <a:lnTo>
                    <a:pt x="2289" y="1254"/>
                  </a:lnTo>
                  <a:lnTo>
                    <a:pt x="2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
            <p:cNvSpPr/>
            <p:nvPr/>
          </p:nvSpPr>
          <p:spPr>
            <a:xfrm>
              <a:off x="3363075" y="1563775"/>
              <a:ext cx="36850" cy="107375"/>
            </a:xfrm>
            <a:custGeom>
              <a:avLst/>
              <a:gdLst/>
              <a:ahLst/>
              <a:cxnLst/>
              <a:rect l="l" t="t" r="r" b="b"/>
              <a:pathLst>
                <a:path w="1474" h="4295" extrusionOk="0">
                  <a:moveTo>
                    <a:pt x="1066" y="0"/>
                  </a:moveTo>
                  <a:lnTo>
                    <a:pt x="0" y="4295"/>
                  </a:lnTo>
                  <a:lnTo>
                    <a:pt x="1474" y="909"/>
                  </a:lnTo>
                  <a:lnTo>
                    <a:pt x="106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
            <p:cNvSpPr/>
            <p:nvPr/>
          </p:nvSpPr>
          <p:spPr>
            <a:xfrm>
              <a:off x="3691050" y="1571225"/>
              <a:ext cx="42750" cy="87800"/>
            </a:xfrm>
            <a:custGeom>
              <a:avLst/>
              <a:gdLst/>
              <a:ahLst/>
              <a:cxnLst/>
              <a:rect l="l" t="t" r="r" b="b"/>
              <a:pathLst>
                <a:path w="1710" h="3512" extrusionOk="0">
                  <a:moveTo>
                    <a:pt x="1" y="0"/>
                  </a:moveTo>
                  <a:lnTo>
                    <a:pt x="1709" y="3511"/>
                  </a:lnTo>
                  <a:lnTo>
                    <a:pt x="832" y="345"/>
                  </a:lnTo>
                  <a:lnTo>
                    <a:pt x="1"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
            <p:cNvSpPr/>
            <p:nvPr/>
          </p:nvSpPr>
          <p:spPr>
            <a:xfrm>
              <a:off x="3735350" y="1686800"/>
              <a:ext cx="35675" cy="466750"/>
            </a:xfrm>
            <a:custGeom>
              <a:avLst/>
              <a:gdLst/>
              <a:ahLst/>
              <a:cxnLst/>
              <a:rect l="l" t="t" r="r" b="b"/>
              <a:pathLst>
                <a:path w="1427" h="18670" extrusionOk="0">
                  <a:moveTo>
                    <a:pt x="549" y="1"/>
                  </a:moveTo>
                  <a:cubicBezTo>
                    <a:pt x="549" y="1"/>
                    <a:pt x="110" y="8026"/>
                    <a:pt x="47" y="10832"/>
                  </a:cubicBezTo>
                  <a:cubicBezTo>
                    <a:pt x="0" y="13622"/>
                    <a:pt x="1254" y="16961"/>
                    <a:pt x="1426" y="18669"/>
                  </a:cubicBezTo>
                  <a:lnTo>
                    <a:pt x="799" y="7384"/>
                  </a:lnTo>
                  <a:lnTo>
                    <a:pt x="549"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8" name="Google Shape;248;p2"/>
          <p:cNvGrpSpPr/>
          <p:nvPr/>
        </p:nvGrpSpPr>
        <p:grpSpPr>
          <a:xfrm rot="-1494312">
            <a:off x="7846598" y="276831"/>
            <a:ext cx="660557" cy="860538"/>
            <a:chOff x="1648300" y="568850"/>
            <a:chExt cx="505125" cy="658050"/>
          </a:xfrm>
        </p:grpSpPr>
        <p:sp>
          <p:nvSpPr>
            <p:cNvPr id="249" name="Google Shape;249;p2"/>
            <p:cNvSpPr/>
            <p:nvPr/>
          </p:nvSpPr>
          <p:spPr>
            <a:xfrm>
              <a:off x="1819550" y="1144475"/>
              <a:ext cx="156775" cy="82425"/>
            </a:xfrm>
            <a:custGeom>
              <a:avLst/>
              <a:gdLst/>
              <a:ahLst/>
              <a:cxnLst/>
              <a:rect l="l" t="t" r="r" b="b"/>
              <a:pathLst>
                <a:path w="6271" h="3297" extrusionOk="0">
                  <a:moveTo>
                    <a:pt x="0" y="1"/>
                  </a:moveTo>
                  <a:lnTo>
                    <a:pt x="768" y="2650"/>
                  </a:lnTo>
                  <a:cubicBezTo>
                    <a:pt x="894" y="3089"/>
                    <a:pt x="2018" y="3296"/>
                    <a:pt x="3141" y="3296"/>
                  </a:cubicBezTo>
                  <a:cubicBezTo>
                    <a:pt x="4264" y="3296"/>
                    <a:pt x="5384" y="3089"/>
                    <a:pt x="5502" y="2697"/>
                  </a:cubicBezTo>
                  <a:lnTo>
                    <a:pt x="6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
            <p:cNvSpPr/>
            <p:nvPr/>
          </p:nvSpPr>
          <p:spPr>
            <a:xfrm>
              <a:off x="1704725" y="757725"/>
              <a:ext cx="396600" cy="243750"/>
            </a:xfrm>
            <a:custGeom>
              <a:avLst/>
              <a:gdLst/>
              <a:ahLst/>
              <a:cxnLst/>
              <a:rect l="l" t="t" r="r" b="b"/>
              <a:pathLst>
                <a:path w="15864" h="9750" extrusionOk="0">
                  <a:moveTo>
                    <a:pt x="15252" y="0"/>
                  </a:moveTo>
                  <a:lnTo>
                    <a:pt x="314" y="314"/>
                  </a:lnTo>
                  <a:lnTo>
                    <a:pt x="1" y="5956"/>
                  </a:lnTo>
                  <a:lnTo>
                    <a:pt x="3324" y="9750"/>
                  </a:lnTo>
                  <a:lnTo>
                    <a:pt x="13073" y="9750"/>
                  </a:lnTo>
                  <a:lnTo>
                    <a:pt x="15863" y="5110"/>
                  </a:lnTo>
                  <a:lnTo>
                    <a:pt x="152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
            <p:cNvSpPr/>
            <p:nvPr/>
          </p:nvSpPr>
          <p:spPr>
            <a:xfrm>
              <a:off x="1774475" y="976375"/>
              <a:ext cx="264150" cy="25100"/>
            </a:xfrm>
            <a:custGeom>
              <a:avLst/>
              <a:gdLst/>
              <a:ahLst/>
              <a:cxnLst/>
              <a:rect l="l" t="t" r="r" b="b"/>
              <a:pathLst>
                <a:path w="10566" h="1004" extrusionOk="0">
                  <a:moveTo>
                    <a:pt x="1" y="0"/>
                  </a:moveTo>
                  <a:lnTo>
                    <a:pt x="1" y="1004"/>
                  </a:lnTo>
                  <a:lnTo>
                    <a:pt x="10565" y="1004"/>
                  </a:lnTo>
                  <a:lnTo>
                    <a:pt x="105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
            <p:cNvSpPr/>
            <p:nvPr/>
          </p:nvSpPr>
          <p:spPr>
            <a:xfrm>
              <a:off x="1678075" y="568850"/>
              <a:ext cx="458500" cy="235925"/>
            </a:xfrm>
            <a:custGeom>
              <a:avLst/>
              <a:gdLst/>
              <a:ahLst/>
              <a:cxnLst/>
              <a:rect l="l" t="t" r="r" b="b"/>
              <a:pathLst>
                <a:path w="18340" h="9437" extrusionOk="0">
                  <a:moveTo>
                    <a:pt x="8261" y="0"/>
                  </a:moveTo>
                  <a:cubicBezTo>
                    <a:pt x="220" y="0"/>
                    <a:pt x="1" y="9436"/>
                    <a:pt x="1" y="9436"/>
                  </a:cubicBezTo>
                  <a:lnTo>
                    <a:pt x="17650" y="9436"/>
                  </a:lnTo>
                  <a:cubicBezTo>
                    <a:pt x="17650" y="9436"/>
                    <a:pt x="18340" y="0"/>
                    <a:pt x="82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
            <p:cNvSpPr/>
            <p:nvPr/>
          </p:nvSpPr>
          <p:spPr>
            <a:xfrm>
              <a:off x="1932000" y="693050"/>
              <a:ext cx="195950" cy="490250"/>
            </a:xfrm>
            <a:custGeom>
              <a:avLst/>
              <a:gdLst/>
              <a:ahLst/>
              <a:cxnLst/>
              <a:rect l="l" t="t" r="r" b="b"/>
              <a:pathLst>
                <a:path w="7838" h="19610" extrusionOk="0">
                  <a:moveTo>
                    <a:pt x="5832" y="1"/>
                  </a:moveTo>
                  <a:lnTo>
                    <a:pt x="5832" y="8324"/>
                  </a:lnTo>
                  <a:lnTo>
                    <a:pt x="2901" y="10487"/>
                  </a:lnTo>
                  <a:lnTo>
                    <a:pt x="1" y="19609"/>
                  </a:lnTo>
                  <a:lnTo>
                    <a:pt x="2227" y="19609"/>
                  </a:lnTo>
                  <a:cubicBezTo>
                    <a:pt x="2587" y="19609"/>
                    <a:pt x="2916" y="19343"/>
                    <a:pt x="2979" y="18982"/>
                  </a:cubicBezTo>
                  <a:cubicBezTo>
                    <a:pt x="4390" y="12148"/>
                    <a:pt x="7728" y="7462"/>
                    <a:pt x="7728" y="7462"/>
                  </a:cubicBezTo>
                  <a:cubicBezTo>
                    <a:pt x="7838" y="2587"/>
                    <a:pt x="5832" y="1"/>
                    <a:pt x="58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
            <p:cNvSpPr/>
            <p:nvPr/>
          </p:nvSpPr>
          <p:spPr>
            <a:xfrm>
              <a:off x="1672200" y="694625"/>
              <a:ext cx="195950" cy="488675"/>
            </a:xfrm>
            <a:custGeom>
              <a:avLst/>
              <a:gdLst/>
              <a:ahLst/>
              <a:cxnLst/>
              <a:rect l="l" t="t" r="r" b="b"/>
              <a:pathLst>
                <a:path w="7838" h="19547" extrusionOk="0">
                  <a:moveTo>
                    <a:pt x="2007" y="1"/>
                  </a:moveTo>
                  <a:cubicBezTo>
                    <a:pt x="2007" y="1"/>
                    <a:pt x="1" y="2571"/>
                    <a:pt x="126" y="7430"/>
                  </a:cubicBezTo>
                  <a:cubicBezTo>
                    <a:pt x="126" y="7430"/>
                    <a:pt x="3480" y="12133"/>
                    <a:pt x="4860" y="18967"/>
                  </a:cubicBezTo>
                  <a:cubicBezTo>
                    <a:pt x="4938" y="19296"/>
                    <a:pt x="5220" y="19546"/>
                    <a:pt x="5565" y="19546"/>
                  </a:cubicBezTo>
                  <a:lnTo>
                    <a:pt x="7838" y="19546"/>
                  </a:lnTo>
                  <a:lnTo>
                    <a:pt x="5173" y="10424"/>
                  </a:lnTo>
                  <a:lnTo>
                    <a:pt x="2007" y="8277"/>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
            <p:cNvSpPr/>
            <p:nvPr/>
          </p:nvSpPr>
          <p:spPr>
            <a:xfrm>
              <a:off x="1648300" y="781625"/>
              <a:ext cx="58800" cy="132850"/>
            </a:xfrm>
            <a:custGeom>
              <a:avLst/>
              <a:gdLst/>
              <a:ahLst/>
              <a:cxnLst/>
              <a:rect l="l" t="t" r="r" b="b"/>
              <a:pathLst>
                <a:path w="2352" h="5314" extrusionOk="0">
                  <a:moveTo>
                    <a:pt x="925" y="0"/>
                  </a:moveTo>
                  <a:cubicBezTo>
                    <a:pt x="408" y="0"/>
                    <a:pt x="1" y="126"/>
                    <a:pt x="220" y="1975"/>
                  </a:cubicBezTo>
                  <a:cubicBezTo>
                    <a:pt x="455" y="3825"/>
                    <a:pt x="1066" y="5314"/>
                    <a:pt x="1584" y="5314"/>
                  </a:cubicBezTo>
                  <a:cubicBezTo>
                    <a:pt x="2117" y="5314"/>
                    <a:pt x="2352" y="3825"/>
                    <a:pt x="2117" y="1975"/>
                  </a:cubicBezTo>
                  <a:cubicBezTo>
                    <a:pt x="1882" y="126"/>
                    <a:pt x="1443" y="0"/>
                    <a:pt x="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
            <p:cNvSpPr/>
            <p:nvPr/>
          </p:nvSpPr>
          <p:spPr>
            <a:xfrm>
              <a:off x="1675350" y="788675"/>
              <a:ext cx="33325" cy="119925"/>
            </a:xfrm>
            <a:custGeom>
              <a:avLst/>
              <a:gdLst/>
              <a:ahLst/>
              <a:cxnLst/>
              <a:rect l="l" t="t" r="r" b="b"/>
              <a:pathLst>
                <a:path w="1333" h="4797" extrusionOk="0">
                  <a:moveTo>
                    <a:pt x="564" y="0"/>
                  </a:moveTo>
                  <a:cubicBezTo>
                    <a:pt x="784" y="1160"/>
                    <a:pt x="658" y="2085"/>
                    <a:pt x="0" y="2383"/>
                  </a:cubicBezTo>
                  <a:cubicBezTo>
                    <a:pt x="690" y="2790"/>
                    <a:pt x="831" y="4797"/>
                    <a:pt x="831" y="4797"/>
                  </a:cubicBezTo>
                  <a:cubicBezTo>
                    <a:pt x="1332" y="1788"/>
                    <a:pt x="565" y="1"/>
                    <a:pt x="56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
            <p:cNvSpPr/>
            <p:nvPr/>
          </p:nvSpPr>
          <p:spPr>
            <a:xfrm>
              <a:off x="2094625" y="781625"/>
              <a:ext cx="58800" cy="132850"/>
            </a:xfrm>
            <a:custGeom>
              <a:avLst/>
              <a:gdLst/>
              <a:ahLst/>
              <a:cxnLst/>
              <a:rect l="l" t="t" r="r" b="b"/>
              <a:pathLst>
                <a:path w="2352" h="5314" extrusionOk="0">
                  <a:moveTo>
                    <a:pt x="1411" y="0"/>
                  </a:moveTo>
                  <a:cubicBezTo>
                    <a:pt x="894" y="0"/>
                    <a:pt x="455" y="126"/>
                    <a:pt x="220" y="1975"/>
                  </a:cubicBezTo>
                  <a:cubicBezTo>
                    <a:pt x="1" y="3825"/>
                    <a:pt x="236" y="5314"/>
                    <a:pt x="753" y="5314"/>
                  </a:cubicBezTo>
                  <a:cubicBezTo>
                    <a:pt x="1270" y="5314"/>
                    <a:pt x="1882" y="3825"/>
                    <a:pt x="2117" y="1975"/>
                  </a:cubicBezTo>
                  <a:cubicBezTo>
                    <a:pt x="2352" y="126"/>
                    <a:pt x="1944" y="0"/>
                    <a:pt x="1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
            <p:cNvSpPr/>
            <p:nvPr/>
          </p:nvSpPr>
          <p:spPr>
            <a:xfrm>
              <a:off x="2098150" y="788675"/>
              <a:ext cx="25500" cy="119925"/>
            </a:xfrm>
            <a:custGeom>
              <a:avLst/>
              <a:gdLst/>
              <a:ahLst/>
              <a:cxnLst/>
              <a:rect l="l" t="t" r="r" b="b"/>
              <a:pathLst>
                <a:path w="1020" h="4797" extrusionOk="0">
                  <a:moveTo>
                    <a:pt x="596" y="0"/>
                  </a:moveTo>
                  <a:cubicBezTo>
                    <a:pt x="596" y="1"/>
                    <a:pt x="1" y="1788"/>
                    <a:pt x="393" y="4797"/>
                  </a:cubicBezTo>
                  <a:cubicBezTo>
                    <a:pt x="393" y="4797"/>
                    <a:pt x="487" y="2790"/>
                    <a:pt x="1020" y="2383"/>
                  </a:cubicBezTo>
                  <a:cubicBezTo>
                    <a:pt x="518" y="2085"/>
                    <a:pt x="424" y="1160"/>
                    <a:pt x="59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
            <p:cNvSpPr/>
            <p:nvPr/>
          </p:nvSpPr>
          <p:spPr>
            <a:xfrm>
              <a:off x="1700800" y="575800"/>
              <a:ext cx="397775" cy="607500"/>
            </a:xfrm>
            <a:custGeom>
              <a:avLst/>
              <a:gdLst/>
              <a:ahLst/>
              <a:cxnLst/>
              <a:rect l="l" t="t" r="r" b="b"/>
              <a:pathLst>
                <a:path w="15911" h="24300" extrusionOk="0">
                  <a:moveTo>
                    <a:pt x="7757" y="0"/>
                  </a:moveTo>
                  <a:cubicBezTo>
                    <a:pt x="7644" y="0"/>
                    <a:pt x="7529" y="2"/>
                    <a:pt x="7415" y="4"/>
                  </a:cubicBezTo>
                  <a:cubicBezTo>
                    <a:pt x="3543" y="114"/>
                    <a:pt x="1" y="2340"/>
                    <a:pt x="1" y="7371"/>
                  </a:cubicBezTo>
                  <a:lnTo>
                    <a:pt x="1" y="13327"/>
                  </a:lnTo>
                  <a:cubicBezTo>
                    <a:pt x="1380" y="14597"/>
                    <a:pt x="2948" y="16838"/>
                    <a:pt x="4233" y="19566"/>
                  </a:cubicBezTo>
                  <a:cubicBezTo>
                    <a:pt x="5017" y="21227"/>
                    <a:pt x="5597" y="22857"/>
                    <a:pt x="5957" y="24299"/>
                  </a:cubicBezTo>
                  <a:lnTo>
                    <a:pt x="6663" y="24299"/>
                  </a:lnTo>
                  <a:lnTo>
                    <a:pt x="3951" y="15114"/>
                  </a:lnTo>
                  <a:lnTo>
                    <a:pt x="706" y="12967"/>
                  </a:lnTo>
                  <a:lnTo>
                    <a:pt x="706" y="9048"/>
                  </a:lnTo>
                  <a:lnTo>
                    <a:pt x="15236" y="9048"/>
                  </a:lnTo>
                  <a:lnTo>
                    <a:pt x="15236" y="12936"/>
                  </a:lnTo>
                  <a:lnTo>
                    <a:pt x="12243" y="15114"/>
                  </a:lnTo>
                  <a:lnTo>
                    <a:pt x="9280" y="24299"/>
                  </a:lnTo>
                  <a:lnTo>
                    <a:pt x="10095" y="24299"/>
                  </a:lnTo>
                  <a:cubicBezTo>
                    <a:pt x="10456" y="22857"/>
                    <a:pt x="11036" y="21227"/>
                    <a:pt x="11819" y="19566"/>
                  </a:cubicBezTo>
                  <a:cubicBezTo>
                    <a:pt x="13058" y="16948"/>
                    <a:pt x="14562" y="14769"/>
                    <a:pt x="15910" y="13484"/>
                  </a:cubicBezTo>
                  <a:lnTo>
                    <a:pt x="15910" y="7371"/>
                  </a:lnTo>
                  <a:cubicBezTo>
                    <a:pt x="15910" y="2084"/>
                    <a:pt x="12157" y="0"/>
                    <a:pt x="7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
            <p:cNvSpPr/>
            <p:nvPr/>
          </p:nvSpPr>
          <p:spPr>
            <a:xfrm>
              <a:off x="1874025" y="576800"/>
              <a:ext cx="198675" cy="96025"/>
            </a:xfrm>
            <a:custGeom>
              <a:avLst/>
              <a:gdLst/>
              <a:ahLst/>
              <a:cxnLst/>
              <a:rect l="l" t="t" r="r" b="b"/>
              <a:pathLst>
                <a:path w="7947" h="3841" extrusionOk="0">
                  <a:moveTo>
                    <a:pt x="1820" y="1"/>
                  </a:moveTo>
                  <a:cubicBezTo>
                    <a:pt x="1005" y="1"/>
                    <a:pt x="420" y="202"/>
                    <a:pt x="282" y="560"/>
                  </a:cubicBezTo>
                  <a:cubicBezTo>
                    <a:pt x="0" y="1265"/>
                    <a:pt x="1489" y="2284"/>
                    <a:pt x="3527" y="3083"/>
                  </a:cubicBezTo>
                  <a:cubicBezTo>
                    <a:pt x="4765" y="3556"/>
                    <a:pt x="5918" y="3841"/>
                    <a:pt x="6700" y="3841"/>
                  </a:cubicBezTo>
                  <a:cubicBezTo>
                    <a:pt x="7215" y="3841"/>
                    <a:pt x="7568" y="3718"/>
                    <a:pt x="7680" y="3444"/>
                  </a:cubicBezTo>
                  <a:cubicBezTo>
                    <a:pt x="7947" y="2739"/>
                    <a:pt x="6552" y="1344"/>
                    <a:pt x="4514" y="560"/>
                  </a:cubicBezTo>
                  <a:cubicBezTo>
                    <a:pt x="3533" y="175"/>
                    <a:pt x="2577" y="1"/>
                    <a:pt x="18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
            <p:cNvSpPr/>
            <p:nvPr/>
          </p:nvSpPr>
          <p:spPr>
            <a:xfrm>
              <a:off x="1699625" y="662500"/>
              <a:ext cx="399725" cy="520800"/>
            </a:xfrm>
            <a:custGeom>
              <a:avLst/>
              <a:gdLst/>
              <a:ahLst/>
              <a:cxnLst/>
              <a:rect l="l" t="t" r="r" b="b"/>
              <a:pathLst>
                <a:path w="15989" h="20832" extrusionOk="0">
                  <a:moveTo>
                    <a:pt x="1020" y="0"/>
                  </a:moveTo>
                  <a:cubicBezTo>
                    <a:pt x="377" y="1050"/>
                    <a:pt x="1" y="2383"/>
                    <a:pt x="1" y="3997"/>
                  </a:cubicBezTo>
                  <a:lnTo>
                    <a:pt x="1" y="9938"/>
                  </a:lnTo>
                  <a:cubicBezTo>
                    <a:pt x="1396" y="11192"/>
                    <a:pt x="2963" y="13418"/>
                    <a:pt x="4264" y="16129"/>
                  </a:cubicBezTo>
                  <a:cubicBezTo>
                    <a:pt x="5064" y="17775"/>
                    <a:pt x="5644" y="19405"/>
                    <a:pt x="5989" y="20831"/>
                  </a:cubicBezTo>
                  <a:lnTo>
                    <a:pt x="6710" y="20831"/>
                  </a:lnTo>
                  <a:lnTo>
                    <a:pt x="3967" y="11709"/>
                  </a:lnTo>
                  <a:lnTo>
                    <a:pt x="722" y="9562"/>
                  </a:lnTo>
                  <a:lnTo>
                    <a:pt x="722" y="5690"/>
                  </a:lnTo>
                  <a:lnTo>
                    <a:pt x="15330" y="5690"/>
                  </a:lnTo>
                  <a:lnTo>
                    <a:pt x="15330" y="9546"/>
                  </a:lnTo>
                  <a:lnTo>
                    <a:pt x="12305" y="11709"/>
                  </a:lnTo>
                  <a:lnTo>
                    <a:pt x="9343" y="20831"/>
                  </a:lnTo>
                  <a:lnTo>
                    <a:pt x="10158" y="20831"/>
                  </a:lnTo>
                  <a:cubicBezTo>
                    <a:pt x="10518" y="19405"/>
                    <a:pt x="11098" y="17775"/>
                    <a:pt x="11882" y="16129"/>
                  </a:cubicBezTo>
                  <a:cubicBezTo>
                    <a:pt x="13136" y="13527"/>
                    <a:pt x="14641" y="11364"/>
                    <a:pt x="15989" y="10079"/>
                  </a:cubicBezTo>
                  <a:lnTo>
                    <a:pt x="15989" y="4609"/>
                  </a:lnTo>
                  <a:cubicBezTo>
                    <a:pt x="15132" y="4917"/>
                    <a:pt x="14109" y="5073"/>
                    <a:pt x="12980" y="5073"/>
                  </a:cubicBezTo>
                  <a:cubicBezTo>
                    <a:pt x="11012" y="5073"/>
                    <a:pt x="8725" y="4597"/>
                    <a:pt x="6443" y="3621"/>
                  </a:cubicBezTo>
                  <a:cubicBezTo>
                    <a:pt x="4217" y="2665"/>
                    <a:pt x="2352" y="1380"/>
                    <a:pt x="102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
            <p:cNvSpPr/>
            <p:nvPr/>
          </p:nvSpPr>
          <p:spPr>
            <a:xfrm>
              <a:off x="1709825" y="633450"/>
              <a:ext cx="97200" cy="122975"/>
            </a:xfrm>
            <a:custGeom>
              <a:avLst/>
              <a:gdLst/>
              <a:ahLst/>
              <a:cxnLst/>
              <a:rect l="l" t="t" r="r" b="b"/>
              <a:pathLst>
                <a:path w="3888" h="4919" extrusionOk="0">
                  <a:moveTo>
                    <a:pt x="2224" y="0"/>
                  </a:moveTo>
                  <a:cubicBezTo>
                    <a:pt x="1697" y="0"/>
                    <a:pt x="30" y="1730"/>
                    <a:pt x="0" y="3670"/>
                  </a:cubicBezTo>
                  <a:cubicBezTo>
                    <a:pt x="0" y="4198"/>
                    <a:pt x="2500" y="4919"/>
                    <a:pt x="3090" y="4919"/>
                  </a:cubicBezTo>
                  <a:cubicBezTo>
                    <a:pt x="3130" y="4919"/>
                    <a:pt x="3161" y="4915"/>
                    <a:pt x="3182" y="4908"/>
                  </a:cubicBezTo>
                  <a:cubicBezTo>
                    <a:pt x="3888" y="4689"/>
                    <a:pt x="2555" y="143"/>
                    <a:pt x="2305" y="18"/>
                  </a:cubicBezTo>
                  <a:cubicBezTo>
                    <a:pt x="2282" y="6"/>
                    <a:pt x="2255" y="0"/>
                    <a:pt x="22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
            <p:cNvSpPr/>
            <p:nvPr/>
          </p:nvSpPr>
          <p:spPr>
            <a:xfrm>
              <a:off x="1711025" y="626825"/>
              <a:ext cx="97175" cy="123325"/>
            </a:xfrm>
            <a:custGeom>
              <a:avLst/>
              <a:gdLst/>
              <a:ahLst/>
              <a:cxnLst/>
              <a:rect l="l" t="t" r="r" b="b"/>
              <a:pathLst>
                <a:path w="3887" h="4933" extrusionOk="0">
                  <a:moveTo>
                    <a:pt x="2229" y="1"/>
                  </a:moveTo>
                  <a:cubicBezTo>
                    <a:pt x="1709" y="1"/>
                    <a:pt x="30" y="1737"/>
                    <a:pt x="15" y="3684"/>
                  </a:cubicBezTo>
                  <a:cubicBezTo>
                    <a:pt x="0" y="4199"/>
                    <a:pt x="2505" y="4933"/>
                    <a:pt x="3091" y="4933"/>
                  </a:cubicBezTo>
                  <a:cubicBezTo>
                    <a:pt x="3130" y="4933"/>
                    <a:pt x="3161" y="4930"/>
                    <a:pt x="3181" y="4923"/>
                  </a:cubicBezTo>
                  <a:cubicBezTo>
                    <a:pt x="3887" y="4688"/>
                    <a:pt x="2554" y="142"/>
                    <a:pt x="2304" y="17"/>
                  </a:cubicBezTo>
                  <a:cubicBezTo>
                    <a:pt x="2283" y="6"/>
                    <a:pt x="2258" y="1"/>
                    <a:pt x="222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
            <p:cNvSpPr/>
            <p:nvPr/>
          </p:nvSpPr>
          <p:spPr>
            <a:xfrm>
              <a:off x="1824650" y="1166425"/>
              <a:ext cx="147750" cy="31775"/>
            </a:xfrm>
            <a:custGeom>
              <a:avLst/>
              <a:gdLst/>
              <a:ahLst/>
              <a:cxnLst/>
              <a:rect l="l" t="t" r="r" b="b"/>
              <a:pathLst>
                <a:path w="5910" h="1271" extrusionOk="0">
                  <a:moveTo>
                    <a:pt x="0" y="0"/>
                  </a:moveTo>
                  <a:lnTo>
                    <a:pt x="721" y="1066"/>
                  </a:lnTo>
                  <a:cubicBezTo>
                    <a:pt x="799" y="1192"/>
                    <a:pt x="1066" y="1270"/>
                    <a:pt x="1364" y="1270"/>
                  </a:cubicBezTo>
                  <a:lnTo>
                    <a:pt x="4577" y="1270"/>
                  </a:lnTo>
                  <a:cubicBezTo>
                    <a:pt x="4859" y="1270"/>
                    <a:pt x="5110" y="1192"/>
                    <a:pt x="5173" y="1082"/>
                  </a:cubicBezTo>
                  <a:lnTo>
                    <a:pt x="59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
            <p:cNvSpPr/>
            <p:nvPr/>
          </p:nvSpPr>
          <p:spPr>
            <a:xfrm>
              <a:off x="1709825" y="795725"/>
              <a:ext cx="375425" cy="19625"/>
            </a:xfrm>
            <a:custGeom>
              <a:avLst/>
              <a:gdLst/>
              <a:ahLst/>
              <a:cxnLst/>
              <a:rect l="l" t="t" r="r" b="b"/>
              <a:pathLst>
                <a:path w="15017" h="785" extrusionOk="0">
                  <a:moveTo>
                    <a:pt x="377" y="1"/>
                  </a:moveTo>
                  <a:cubicBezTo>
                    <a:pt x="173" y="1"/>
                    <a:pt x="0" y="173"/>
                    <a:pt x="0" y="377"/>
                  </a:cubicBezTo>
                  <a:cubicBezTo>
                    <a:pt x="0" y="596"/>
                    <a:pt x="189" y="784"/>
                    <a:pt x="408" y="784"/>
                  </a:cubicBezTo>
                  <a:lnTo>
                    <a:pt x="14609" y="784"/>
                  </a:lnTo>
                  <a:cubicBezTo>
                    <a:pt x="14844" y="784"/>
                    <a:pt x="15016" y="596"/>
                    <a:pt x="15016" y="377"/>
                  </a:cubicBezTo>
                  <a:cubicBezTo>
                    <a:pt x="15016" y="173"/>
                    <a:pt x="14844" y="1"/>
                    <a:pt x="146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
            <p:cNvSpPr/>
            <p:nvPr/>
          </p:nvSpPr>
          <p:spPr>
            <a:xfrm>
              <a:off x="1899875" y="934400"/>
              <a:ext cx="96025" cy="23975"/>
            </a:xfrm>
            <a:custGeom>
              <a:avLst/>
              <a:gdLst/>
              <a:ahLst/>
              <a:cxnLst/>
              <a:rect l="l" t="t" r="r" b="b"/>
              <a:pathLst>
                <a:path w="3841" h="959" extrusionOk="0">
                  <a:moveTo>
                    <a:pt x="145" y="1"/>
                  </a:moveTo>
                  <a:cubicBezTo>
                    <a:pt x="89" y="1"/>
                    <a:pt x="46" y="104"/>
                    <a:pt x="16" y="222"/>
                  </a:cubicBezTo>
                  <a:cubicBezTo>
                    <a:pt x="1" y="347"/>
                    <a:pt x="32" y="457"/>
                    <a:pt x="95" y="457"/>
                  </a:cubicBezTo>
                  <a:lnTo>
                    <a:pt x="3700" y="958"/>
                  </a:lnTo>
                  <a:cubicBezTo>
                    <a:pt x="3747" y="958"/>
                    <a:pt x="3809" y="864"/>
                    <a:pt x="3825" y="739"/>
                  </a:cubicBezTo>
                  <a:cubicBezTo>
                    <a:pt x="3841" y="614"/>
                    <a:pt x="3809" y="504"/>
                    <a:pt x="3762" y="488"/>
                  </a:cubicBezTo>
                  <a:lnTo>
                    <a:pt x="157" y="2"/>
                  </a:lnTo>
                  <a:cubicBezTo>
                    <a:pt x="153" y="1"/>
                    <a:pt x="149"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
            <p:cNvSpPr/>
            <p:nvPr/>
          </p:nvSpPr>
          <p:spPr>
            <a:xfrm>
              <a:off x="1803875" y="934400"/>
              <a:ext cx="96025" cy="23975"/>
            </a:xfrm>
            <a:custGeom>
              <a:avLst/>
              <a:gdLst/>
              <a:ahLst/>
              <a:cxnLst/>
              <a:rect l="l" t="t" r="r" b="b"/>
              <a:pathLst>
                <a:path w="3841" h="959" extrusionOk="0">
                  <a:moveTo>
                    <a:pt x="3696" y="1"/>
                  </a:moveTo>
                  <a:cubicBezTo>
                    <a:pt x="3692" y="1"/>
                    <a:pt x="3688" y="1"/>
                    <a:pt x="3684" y="2"/>
                  </a:cubicBezTo>
                  <a:lnTo>
                    <a:pt x="94" y="488"/>
                  </a:lnTo>
                  <a:cubicBezTo>
                    <a:pt x="32" y="504"/>
                    <a:pt x="0" y="614"/>
                    <a:pt x="16" y="739"/>
                  </a:cubicBezTo>
                  <a:cubicBezTo>
                    <a:pt x="32" y="864"/>
                    <a:pt x="94" y="958"/>
                    <a:pt x="141" y="958"/>
                  </a:cubicBezTo>
                  <a:lnTo>
                    <a:pt x="3762" y="457"/>
                  </a:lnTo>
                  <a:cubicBezTo>
                    <a:pt x="3809" y="457"/>
                    <a:pt x="3841" y="347"/>
                    <a:pt x="3825" y="222"/>
                  </a:cubicBezTo>
                  <a:cubicBezTo>
                    <a:pt x="3810" y="104"/>
                    <a:pt x="3754" y="1"/>
                    <a:pt x="3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
            <p:cNvSpPr/>
            <p:nvPr/>
          </p:nvSpPr>
          <p:spPr>
            <a:xfrm>
              <a:off x="1921025" y="944625"/>
              <a:ext cx="24725" cy="227300"/>
            </a:xfrm>
            <a:custGeom>
              <a:avLst/>
              <a:gdLst/>
              <a:ahLst/>
              <a:cxnLst/>
              <a:rect l="l" t="t" r="r" b="b"/>
              <a:pathLst>
                <a:path w="989" h="9092" extrusionOk="0">
                  <a:moveTo>
                    <a:pt x="753" y="1"/>
                  </a:moveTo>
                  <a:cubicBezTo>
                    <a:pt x="628" y="1"/>
                    <a:pt x="518" y="111"/>
                    <a:pt x="518" y="236"/>
                  </a:cubicBezTo>
                  <a:lnTo>
                    <a:pt x="1" y="8872"/>
                  </a:lnTo>
                  <a:cubicBezTo>
                    <a:pt x="1" y="8998"/>
                    <a:pt x="95" y="9092"/>
                    <a:pt x="220" y="9092"/>
                  </a:cubicBezTo>
                  <a:cubicBezTo>
                    <a:pt x="346" y="9092"/>
                    <a:pt x="471" y="8982"/>
                    <a:pt x="471" y="8857"/>
                  </a:cubicBezTo>
                  <a:lnTo>
                    <a:pt x="973" y="252"/>
                  </a:lnTo>
                  <a:cubicBezTo>
                    <a:pt x="988" y="111"/>
                    <a:pt x="894"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
            <p:cNvSpPr/>
            <p:nvPr/>
          </p:nvSpPr>
          <p:spPr>
            <a:xfrm>
              <a:off x="1855200" y="944625"/>
              <a:ext cx="24725" cy="227300"/>
            </a:xfrm>
            <a:custGeom>
              <a:avLst/>
              <a:gdLst/>
              <a:ahLst/>
              <a:cxnLst/>
              <a:rect l="l" t="t" r="r" b="b"/>
              <a:pathLst>
                <a:path w="989" h="9092" extrusionOk="0">
                  <a:moveTo>
                    <a:pt x="236" y="1"/>
                  </a:moveTo>
                  <a:cubicBezTo>
                    <a:pt x="95" y="1"/>
                    <a:pt x="1" y="111"/>
                    <a:pt x="1" y="252"/>
                  </a:cubicBezTo>
                  <a:lnTo>
                    <a:pt x="518" y="8857"/>
                  </a:lnTo>
                  <a:cubicBezTo>
                    <a:pt x="518" y="8982"/>
                    <a:pt x="643" y="9092"/>
                    <a:pt x="769" y="9092"/>
                  </a:cubicBezTo>
                  <a:cubicBezTo>
                    <a:pt x="894" y="9092"/>
                    <a:pt x="988" y="8998"/>
                    <a:pt x="988" y="8872"/>
                  </a:cubicBezTo>
                  <a:lnTo>
                    <a:pt x="471" y="236"/>
                  </a:lnTo>
                  <a:cubicBezTo>
                    <a:pt x="471" y="111"/>
                    <a:pt x="361" y="1"/>
                    <a:pt x="2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
            <p:cNvSpPr/>
            <p:nvPr/>
          </p:nvSpPr>
          <p:spPr>
            <a:xfrm>
              <a:off x="1891650" y="895650"/>
              <a:ext cx="11775" cy="50575"/>
            </a:xfrm>
            <a:custGeom>
              <a:avLst/>
              <a:gdLst/>
              <a:ahLst/>
              <a:cxnLst/>
              <a:rect l="l" t="t" r="r" b="b"/>
              <a:pathLst>
                <a:path w="471" h="2023" extrusionOk="0">
                  <a:moveTo>
                    <a:pt x="251" y="1"/>
                  </a:moveTo>
                  <a:cubicBezTo>
                    <a:pt x="110" y="1"/>
                    <a:pt x="0" y="32"/>
                    <a:pt x="0" y="63"/>
                  </a:cubicBezTo>
                  <a:lnTo>
                    <a:pt x="0" y="1960"/>
                  </a:lnTo>
                  <a:cubicBezTo>
                    <a:pt x="0" y="1991"/>
                    <a:pt x="110" y="2023"/>
                    <a:pt x="251" y="2023"/>
                  </a:cubicBezTo>
                  <a:cubicBezTo>
                    <a:pt x="377" y="2023"/>
                    <a:pt x="471" y="1991"/>
                    <a:pt x="471" y="1960"/>
                  </a:cubicBezTo>
                  <a:lnTo>
                    <a:pt x="471" y="48"/>
                  </a:lnTo>
                  <a:cubicBezTo>
                    <a:pt x="471" y="32"/>
                    <a:pt x="377" y="1"/>
                    <a:pt x="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
            <p:cNvSpPr/>
            <p:nvPr/>
          </p:nvSpPr>
          <p:spPr>
            <a:xfrm>
              <a:off x="1831300" y="1075125"/>
              <a:ext cx="132875" cy="11375"/>
            </a:xfrm>
            <a:custGeom>
              <a:avLst/>
              <a:gdLst/>
              <a:ahLst/>
              <a:cxnLst/>
              <a:rect l="l" t="t" r="r" b="b"/>
              <a:pathLst>
                <a:path w="5315" h="455" extrusionOk="0">
                  <a:moveTo>
                    <a:pt x="126" y="0"/>
                  </a:moveTo>
                  <a:cubicBezTo>
                    <a:pt x="48" y="0"/>
                    <a:pt x="1" y="94"/>
                    <a:pt x="1" y="220"/>
                  </a:cubicBezTo>
                  <a:cubicBezTo>
                    <a:pt x="1" y="345"/>
                    <a:pt x="63" y="455"/>
                    <a:pt x="142" y="455"/>
                  </a:cubicBezTo>
                  <a:lnTo>
                    <a:pt x="5173" y="455"/>
                  </a:lnTo>
                  <a:cubicBezTo>
                    <a:pt x="5251" y="455"/>
                    <a:pt x="5314" y="345"/>
                    <a:pt x="5314" y="220"/>
                  </a:cubicBezTo>
                  <a:cubicBezTo>
                    <a:pt x="5314" y="94"/>
                    <a:pt x="5251" y="0"/>
                    <a:pt x="51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
            <p:cNvSpPr/>
            <p:nvPr/>
          </p:nvSpPr>
          <p:spPr>
            <a:xfrm>
              <a:off x="1813675" y="1013200"/>
              <a:ext cx="167725" cy="11800"/>
            </a:xfrm>
            <a:custGeom>
              <a:avLst/>
              <a:gdLst/>
              <a:ahLst/>
              <a:cxnLst/>
              <a:rect l="l" t="t" r="r" b="b"/>
              <a:pathLst>
                <a:path w="6709" h="472" extrusionOk="0">
                  <a:moveTo>
                    <a:pt x="173" y="1"/>
                  </a:moveTo>
                  <a:cubicBezTo>
                    <a:pt x="79" y="1"/>
                    <a:pt x="0" y="111"/>
                    <a:pt x="0" y="236"/>
                  </a:cubicBezTo>
                  <a:cubicBezTo>
                    <a:pt x="0" y="361"/>
                    <a:pt x="79" y="471"/>
                    <a:pt x="188" y="471"/>
                  </a:cubicBezTo>
                  <a:lnTo>
                    <a:pt x="6536" y="471"/>
                  </a:lnTo>
                  <a:cubicBezTo>
                    <a:pt x="6630" y="471"/>
                    <a:pt x="6709" y="361"/>
                    <a:pt x="6709" y="236"/>
                  </a:cubicBezTo>
                  <a:cubicBezTo>
                    <a:pt x="6709" y="111"/>
                    <a:pt x="6630" y="1"/>
                    <a:pt x="65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
            <p:cNvSpPr/>
            <p:nvPr/>
          </p:nvSpPr>
          <p:spPr>
            <a:xfrm>
              <a:off x="1722375" y="892525"/>
              <a:ext cx="350325" cy="11775"/>
            </a:xfrm>
            <a:custGeom>
              <a:avLst/>
              <a:gdLst/>
              <a:ahLst/>
              <a:cxnLst/>
              <a:rect l="l" t="t" r="r" b="b"/>
              <a:pathLst>
                <a:path w="14013" h="471" extrusionOk="0">
                  <a:moveTo>
                    <a:pt x="345" y="0"/>
                  </a:moveTo>
                  <a:cubicBezTo>
                    <a:pt x="157" y="0"/>
                    <a:pt x="0" y="94"/>
                    <a:pt x="0" y="220"/>
                  </a:cubicBezTo>
                  <a:cubicBezTo>
                    <a:pt x="0" y="361"/>
                    <a:pt x="172" y="470"/>
                    <a:pt x="376" y="470"/>
                  </a:cubicBezTo>
                  <a:lnTo>
                    <a:pt x="13652" y="470"/>
                  </a:lnTo>
                  <a:cubicBezTo>
                    <a:pt x="13856" y="470"/>
                    <a:pt x="14013" y="361"/>
                    <a:pt x="14013" y="220"/>
                  </a:cubicBezTo>
                  <a:cubicBezTo>
                    <a:pt x="14013" y="94"/>
                    <a:pt x="13856" y="0"/>
                    <a:pt x="13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
            <p:cNvSpPr/>
            <p:nvPr/>
          </p:nvSpPr>
          <p:spPr>
            <a:xfrm>
              <a:off x="1859525" y="1166425"/>
              <a:ext cx="76025" cy="19625"/>
            </a:xfrm>
            <a:custGeom>
              <a:avLst/>
              <a:gdLst/>
              <a:ahLst/>
              <a:cxnLst/>
              <a:rect l="l" t="t" r="r" b="b"/>
              <a:pathLst>
                <a:path w="3041" h="785" extrusionOk="0">
                  <a:moveTo>
                    <a:pt x="78" y="0"/>
                  </a:moveTo>
                  <a:cubicBezTo>
                    <a:pt x="31" y="0"/>
                    <a:pt x="0" y="173"/>
                    <a:pt x="0" y="377"/>
                  </a:cubicBezTo>
                  <a:cubicBezTo>
                    <a:pt x="0" y="596"/>
                    <a:pt x="31" y="784"/>
                    <a:pt x="78" y="784"/>
                  </a:cubicBezTo>
                  <a:lnTo>
                    <a:pt x="2963" y="784"/>
                  </a:lnTo>
                  <a:cubicBezTo>
                    <a:pt x="3010" y="784"/>
                    <a:pt x="3041" y="596"/>
                    <a:pt x="3041" y="377"/>
                  </a:cubicBezTo>
                  <a:cubicBezTo>
                    <a:pt x="3041" y="173"/>
                    <a:pt x="3010" y="0"/>
                    <a:pt x="29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
            <p:cNvSpPr/>
            <p:nvPr/>
          </p:nvSpPr>
          <p:spPr>
            <a:xfrm>
              <a:off x="2066800" y="796125"/>
              <a:ext cx="19225" cy="111300"/>
            </a:xfrm>
            <a:custGeom>
              <a:avLst/>
              <a:gdLst/>
              <a:ahLst/>
              <a:cxnLst/>
              <a:rect l="l" t="t" r="r" b="b"/>
              <a:pathLst>
                <a:path w="769" h="4452" extrusionOk="0">
                  <a:moveTo>
                    <a:pt x="408" y="0"/>
                  </a:moveTo>
                  <a:cubicBezTo>
                    <a:pt x="173" y="0"/>
                    <a:pt x="1" y="141"/>
                    <a:pt x="1" y="314"/>
                  </a:cubicBezTo>
                  <a:lnTo>
                    <a:pt x="1" y="4138"/>
                  </a:lnTo>
                  <a:cubicBezTo>
                    <a:pt x="1" y="4311"/>
                    <a:pt x="173" y="4452"/>
                    <a:pt x="408" y="4452"/>
                  </a:cubicBezTo>
                  <a:cubicBezTo>
                    <a:pt x="612" y="4452"/>
                    <a:pt x="769" y="4326"/>
                    <a:pt x="769" y="4170"/>
                  </a:cubicBezTo>
                  <a:lnTo>
                    <a:pt x="769" y="282"/>
                  </a:lnTo>
                  <a:cubicBezTo>
                    <a:pt x="769" y="126"/>
                    <a:pt x="612" y="0"/>
                    <a:pt x="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
            <p:cNvSpPr/>
            <p:nvPr/>
          </p:nvSpPr>
          <p:spPr>
            <a:xfrm>
              <a:off x="1921825" y="944625"/>
              <a:ext cx="84650" cy="241425"/>
            </a:xfrm>
            <a:custGeom>
              <a:avLst/>
              <a:gdLst/>
              <a:ahLst/>
              <a:cxnLst/>
              <a:rect l="l" t="t" r="r" b="b"/>
              <a:pathLst>
                <a:path w="3386" h="9657" extrusionOk="0">
                  <a:moveTo>
                    <a:pt x="3010" y="1"/>
                  </a:moveTo>
                  <a:cubicBezTo>
                    <a:pt x="2790" y="1"/>
                    <a:pt x="2618" y="142"/>
                    <a:pt x="2618" y="314"/>
                  </a:cubicBezTo>
                  <a:lnTo>
                    <a:pt x="0" y="9343"/>
                  </a:lnTo>
                  <a:cubicBezTo>
                    <a:pt x="0" y="9515"/>
                    <a:pt x="173" y="9656"/>
                    <a:pt x="392" y="9656"/>
                  </a:cubicBezTo>
                  <a:cubicBezTo>
                    <a:pt x="612" y="9656"/>
                    <a:pt x="768" y="9515"/>
                    <a:pt x="768" y="9358"/>
                  </a:cubicBezTo>
                  <a:lnTo>
                    <a:pt x="3386" y="283"/>
                  </a:lnTo>
                  <a:cubicBezTo>
                    <a:pt x="3386" y="126"/>
                    <a:pt x="3229" y="1"/>
                    <a:pt x="3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
            <p:cNvSpPr/>
            <p:nvPr/>
          </p:nvSpPr>
          <p:spPr>
            <a:xfrm>
              <a:off x="1790150" y="944625"/>
              <a:ext cx="86250" cy="241425"/>
            </a:xfrm>
            <a:custGeom>
              <a:avLst/>
              <a:gdLst/>
              <a:ahLst/>
              <a:cxnLst/>
              <a:rect l="l" t="t" r="r" b="b"/>
              <a:pathLst>
                <a:path w="3450" h="9657" extrusionOk="0">
                  <a:moveTo>
                    <a:pt x="377" y="1"/>
                  </a:moveTo>
                  <a:cubicBezTo>
                    <a:pt x="173" y="1"/>
                    <a:pt x="1" y="126"/>
                    <a:pt x="1" y="283"/>
                  </a:cubicBezTo>
                  <a:lnTo>
                    <a:pt x="2665" y="9358"/>
                  </a:lnTo>
                  <a:cubicBezTo>
                    <a:pt x="2665" y="9515"/>
                    <a:pt x="2838" y="9656"/>
                    <a:pt x="3042" y="9656"/>
                  </a:cubicBezTo>
                  <a:cubicBezTo>
                    <a:pt x="3261" y="9656"/>
                    <a:pt x="3449" y="9515"/>
                    <a:pt x="3449" y="9343"/>
                  </a:cubicBezTo>
                  <a:lnTo>
                    <a:pt x="784" y="314"/>
                  </a:lnTo>
                  <a:cubicBezTo>
                    <a:pt x="784" y="142"/>
                    <a:pt x="612" y="1"/>
                    <a:pt x="3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
            <p:cNvSpPr/>
            <p:nvPr/>
          </p:nvSpPr>
          <p:spPr>
            <a:xfrm>
              <a:off x="1709825" y="796125"/>
              <a:ext cx="19225" cy="111300"/>
            </a:xfrm>
            <a:custGeom>
              <a:avLst/>
              <a:gdLst/>
              <a:ahLst/>
              <a:cxnLst/>
              <a:rect l="l" t="t" r="r" b="b"/>
              <a:pathLst>
                <a:path w="769" h="4452" extrusionOk="0">
                  <a:moveTo>
                    <a:pt x="392" y="0"/>
                  </a:moveTo>
                  <a:cubicBezTo>
                    <a:pt x="173" y="0"/>
                    <a:pt x="0" y="141"/>
                    <a:pt x="0" y="314"/>
                  </a:cubicBezTo>
                  <a:lnTo>
                    <a:pt x="0" y="4138"/>
                  </a:lnTo>
                  <a:cubicBezTo>
                    <a:pt x="0" y="4311"/>
                    <a:pt x="173" y="4452"/>
                    <a:pt x="392" y="4452"/>
                  </a:cubicBezTo>
                  <a:cubicBezTo>
                    <a:pt x="596" y="4452"/>
                    <a:pt x="769" y="4326"/>
                    <a:pt x="769" y="4170"/>
                  </a:cubicBezTo>
                  <a:lnTo>
                    <a:pt x="769" y="282"/>
                  </a:lnTo>
                  <a:cubicBezTo>
                    <a:pt x="769" y="126"/>
                    <a:pt x="596" y="0"/>
                    <a:pt x="3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
            <p:cNvSpPr/>
            <p:nvPr/>
          </p:nvSpPr>
          <p:spPr>
            <a:xfrm>
              <a:off x="1708650" y="889850"/>
              <a:ext cx="101125" cy="71700"/>
            </a:xfrm>
            <a:custGeom>
              <a:avLst/>
              <a:gdLst/>
              <a:ahLst/>
              <a:cxnLst/>
              <a:rect l="l" t="t" r="r" b="b"/>
              <a:pathLst>
                <a:path w="4045" h="2868" extrusionOk="0">
                  <a:moveTo>
                    <a:pt x="514" y="0"/>
                  </a:moveTo>
                  <a:cubicBezTo>
                    <a:pt x="392" y="0"/>
                    <a:pt x="256" y="55"/>
                    <a:pt x="157" y="154"/>
                  </a:cubicBezTo>
                  <a:cubicBezTo>
                    <a:pt x="16" y="311"/>
                    <a:pt x="0" y="499"/>
                    <a:pt x="142" y="593"/>
                  </a:cubicBezTo>
                  <a:lnTo>
                    <a:pt x="3370" y="2819"/>
                  </a:lnTo>
                  <a:cubicBezTo>
                    <a:pt x="3415" y="2852"/>
                    <a:pt x="3473" y="2868"/>
                    <a:pt x="3536" y="2868"/>
                  </a:cubicBezTo>
                  <a:cubicBezTo>
                    <a:pt x="3651" y="2868"/>
                    <a:pt x="3781" y="2816"/>
                    <a:pt x="3872" y="2725"/>
                  </a:cubicBezTo>
                  <a:cubicBezTo>
                    <a:pt x="4029" y="2568"/>
                    <a:pt x="4044" y="2364"/>
                    <a:pt x="3903" y="2270"/>
                  </a:cubicBezTo>
                  <a:lnTo>
                    <a:pt x="706" y="60"/>
                  </a:lnTo>
                  <a:cubicBezTo>
                    <a:pt x="654" y="19"/>
                    <a:pt x="586" y="0"/>
                    <a:pt x="5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
            <p:cNvSpPr/>
            <p:nvPr/>
          </p:nvSpPr>
          <p:spPr>
            <a:xfrm>
              <a:off x="1986875" y="889850"/>
              <a:ext cx="100725" cy="71700"/>
            </a:xfrm>
            <a:custGeom>
              <a:avLst/>
              <a:gdLst/>
              <a:ahLst/>
              <a:cxnLst/>
              <a:rect l="l" t="t" r="r" b="b"/>
              <a:pathLst>
                <a:path w="4029" h="2868" extrusionOk="0">
                  <a:moveTo>
                    <a:pt x="3526" y="0"/>
                  </a:moveTo>
                  <a:cubicBezTo>
                    <a:pt x="3456" y="0"/>
                    <a:pt x="3391" y="19"/>
                    <a:pt x="3339" y="60"/>
                  </a:cubicBezTo>
                  <a:lnTo>
                    <a:pt x="141" y="2270"/>
                  </a:lnTo>
                  <a:cubicBezTo>
                    <a:pt x="0" y="2364"/>
                    <a:pt x="16" y="2568"/>
                    <a:pt x="173" y="2725"/>
                  </a:cubicBezTo>
                  <a:cubicBezTo>
                    <a:pt x="264" y="2816"/>
                    <a:pt x="388" y="2868"/>
                    <a:pt x="502" y="2868"/>
                  </a:cubicBezTo>
                  <a:cubicBezTo>
                    <a:pt x="564" y="2868"/>
                    <a:pt x="624" y="2852"/>
                    <a:pt x="674" y="2819"/>
                  </a:cubicBezTo>
                  <a:lnTo>
                    <a:pt x="3903" y="593"/>
                  </a:lnTo>
                  <a:cubicBezTo>
                    <a:pt x="4029" y="499"/>
                    <a:pt x="4029" y="311"/>
                    <a:pt x="3872" y="154"/>
                  </a:cubicBezTo>
                  <a:cubicBezTo>
                    <a:pt x="3773" y="55"/>
                    <a:pt x="3643" y="0"/>
                    <a:pt x="35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
            <p:cNvSpPr/>
            <p:nvPr/>
          </p:nvSpPr>
          <p:spPr>
            <a:xfrm>
              <a:off x="1729425" y="942675"/>
              <a:ext cx="117975" cy="231600"/>
            </a:xfrm>
            <a:custGeom>
              <a:avLst/>
              <a:gdLst/>
              <a:ahLst/>
              <a:cxnLst/>
              <a:rect l="l" t="t" r="r" b="b"/>
              <a:pathLst>
                <a:path w="4719" h="9264" extrusionOk="0">
                  <a:moveTo>
                    <a:pt x="0" y="0"/>
                  </a:moveTo>
                  <a:lnTo>
                    <a:pt x="3119" y="9233"/>
                  </a:lnTo>
                  <a:lnTo>
                    <a:pt x="4718" y="9264"/>
                  </a:lnTo>
                  <a:cubicBezTo>
                    <a:pt x="3072" y="2822"/>
                    <a:pt x="0" y="1"/>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
            <p:cNvSpPr/>
            <p:nvPr/>
          </p:nvSpPr>
          <p:spPr>
            <a:xfrm>
              <a:off x="1953175" y="941500"/>
              <a:ext cx="121100" cy="232775"/>
            </a:xfrm>
            <a:custGeom>
              <a:avLst/>
              <a:gdLst/>
              <a:ahLst/>
              <a:cxnLst/>
              <a:rect l="l" t="t" r="r" b="b"/>
              <a:pathLst>
                <a:path w="4844" h="9311" extrusionOk="0">
                  <a:moveTo>
                    <a:pt x="4844" y="0"/>
                  </a:moveTo>
                  <a:cubicBezTo>
                    <a:pt x="4843" y="1"/>
                    <a:pt x="1662" y="2869"/>
                    <a:pt x="0" y="9311"/>
                  </a:cubicBezTo>
                  <a:lnTo>
                    <a:pt x="1599" y="9280"/>
                  </a:lnTo>
                  <a:lnTo>
                    <a:pt x="4844"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
            <p:cNvSpPr/>
            <p:nvPr/>
          </p:nvSpPr>
          <p:spPr>
            <a:xfrm>
              <a:off x="1658500" y="786325"/>
              <a:ext cx="31375" cy="32150"/>
            </a:xfrm>
            <a:custGeom>
              <a:avLst/>
              <a:gdLst/>
              <a:ahLst/>
              <a:cxnLst/>
              <a:rect l="l" t="t" r="r" b="b"/>
              <a:pathLst>
                <a:path w="1255" h="1286" extrusionOk="0">
                  <a:moveTo>
                    <a:pt x="611" y="0"/>
                  </a:moveTo>
                  <a:cubicBezTo>
                    <a:pt x="267" y="0"/>
                    <a:pt x="0" y="47"/>
                    <a:pt x="0" y="486"/>
                  </a:cubicBezTo>
                  <a:cubicBezTo>
                    <a:pt x="0" y="925"/>
                    <a:pt x="282" y="1286"/>
                    <a:pt x="627" y="1286"/>
                  </a:cubicBezTo>
                  <a:cubicBezTo>
                    <a:pt x="972" y="1286"/>
                    <a:pt x="1254" y="925"/>
                    <a:pt x="1254" y="486"/>
                  </a:cubicBezTo>
                  <a:cubicBezTo>
                    <a:pt x="1254" y="47"/>
                    <a:pt x="956" y="0"/>
                    <a:pt x="6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
            <p:cNvSpPr/>
            <p:nvPr/>
          </p:nvSpPr>
          <p:spPr>
            <a:xfrm>
              <a:off x="2111475" y="786325"/>
              <a:ext cx="31775" cy="32150"/>
            </a:xfrm>
            <a:custGeom>
              <a:avLst/>
              <a:gdLst/>
              <a:ahLst/>
              <a:cxnLst/>
              <a:rect l="l" t="t" r="r" b="b"/>
              <a:pathLst>
                <a:path w="1271" h="1286" extrusionOk="0">
                  <a:moveTo>
                    <a:pt x="628" y="0"/>
                  </a:moveTo>
                  <a:cubicBezTo>
                    <a:pt x="283" y="0"/>
                    <a:pt x="1" y="47"/>
                    <a:pt x="1" y="486"/>
                  </a:cubicBezTo>
                  <a:cubicBezTo>
                    <a:pt x="1" y="925"/>
                    <a:pt x="283" y="1286"/>
                    <a:pt x="643" y="1286"/>
                  </a:cubicBezTo>
                  <a:cubicBezTo>
                    <a:pt x="988" y="1286"/>
                    <a:pt x="1270" y="925"/>
                    <a:pt x="1270" y="486"/>
                  </a:cubicBezTo>
                  <a:cubicBezTo>
                    <a:pt x="1270" y="47"/>
                    <a:pt x="972" y="0"/>
                    <a:pt x="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
            <p:cNvSpPr/>
            <p:nvPr/>
          </p:nvSpPr>
          <p:spPr>
            <a:xfrm>
              <a:off x="1712975" y="630350"/>
              <a:ext cx="91700" cy="120600"/>
            </a:xfrm>
            <a:custGeom>
              <a:avLst/>
              <a:gdLst/>
              <a:ahLst/>
              <a:cxnLst/>
              <a:rect l="l" t="t" r="r" b="b"/>
              <a:pathLst>
                <a:path w="3668" h="4824" extrusionOk="0">
                  <a:moveTo>
                    <a:pt x="2106" y="1"/>
                  </a:moveTo>
                  <a:cubicBezTo>
                    <a:pt x="1606" y="1"/>
                    <a:pt x="30" y="1691"/>
                    <a:pt x="16" y="3606"/>
                  </a:cubicBezTo>
                  <a:cubicBezTo>
                    <a:pt x="1" y="4105"/>
                    <a:pt x="2362" y="4823"/>
                    <a:pt x="2908" y="4823"/>
                  </a:cubicBezTo>
                  <a:cubicBezTo>
                    <a:pt x="2946" y="4823"/>
                    <a:pt x="2975" y="4820"/>
                    <a:pt x="2994" y="4813"/>
                  </a:cubicBezTo>
                  <a:cubicBezTo>
                    <a:pt x="3668" y="4594"/>
                    <a:pt x="2414" y="142"/>
                    <a:pt x="2179" y="17"/>
                  </a:cubicBezTo>
                  <a:cubicBezTo>
                    <a:pt x="2158" y="6"/>
                    <a:pt x="2133" y="1"/>
                    <a:pt x="21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
            <p:cNvSpPr/>
            <p:nvPr/>
          </p:nvSpPr>
          <p:spPr>
            <a:xfrm>
              <a:off x="1808300" y="584325"/>
              <a:ext cx="66925" cy="88050"/>
            </a:xfrm>
            <a:custGeom>
              <a:avLst/>
              <a:gdLst/>
              <a:ahLst/>
              <a:cxnLst/>
              <a:rect l="l" t="t" r="r" b="b"/>
              <a:pathLst>
                <a:path w="2677" h="3522" extrusionOk="0">
                  <a:moveTo>
                    <a:pt x="2065" y="0"/>
                  </a:moveTo>
                  <a:cubicBezTo>
                    <a:pt x="1611" y="0"/>
                    <a:pt x="553" y="340"/>
                    <a:pt x="294" y="572"/>
                  </a:cubicBezTo>
                  <a:cubicBezTo>
                    <a:pt x="1" y="834"/>
                    <a:pt x="1906" y="3521"/>
                    <a:pt x="2267" y="3521"/>
                  </a:cubicBezTo>
                  <a:cubicBezTo>
                    <a:pt x="2273" y="3521"/>
                    <a:pt x="2279" y="3521"/>
                    <a:pt x="2284" y="3519"/>
                  </a:cubicBezTo>
                  <a:cubicBezTo>
                    <a:pt x="2676" y="3409"/>
                    <a:pt x="2519" y="133"/>
                    <a:pt x="2221" y="24"/>
                  </a:cubicBezTo>
                  <a:cubicBezTo>
                    <a:pt x="2185" y="8"/>
                    <a:pt x="2132" y="0"/>
                    <a:pt x="206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
            <p:cNvSpPr/>
            <p:nvPr/>
          </p:nvSpPr>
          <p:spPr>
            <a:xfrm>
              <a:off x="1811800" y="587625"/>
              <a:ext cx="60275" cy="78850"/>
            </a:xfrm>
            <a:custGeom>
              <a:avLst/>
              <a:gdLst/>
              <a:ahLst/>
              <a:cxnLst/>
              <a:rect l="l" t="t" r="r" b="b"/>
              <a:pathLst>
                <a:path w="2411" h="3154" extrusionOk="0">
                  <a:moveTo>
                    <a:pt x="1829" y="1"/>
                  </a:moveTo>
                  <a:cubicBezTo>
                    <a:pt x="1433" y="1"/>
                    <a:pt x="484" y="280"/>
                    <a:pt x="263" y="487"/>
                  </a:cubicBezTo>
                  <a:cubicBezTo>
                    <a:pt x="0" y="720"/>
                    <a:pt x="1740" y="3153"/>
                    <a:pt x="2055" y="3153"/>
                  </a:cubicBezTo>
                  <a:cubicBezTo>
                    <a:pt x="2059" y="3153"/>
                    <a:pt x="2062" y="3153"/>
                    <a:pt x="2066" y="3152"/>
                  </a:cubicBezTo>
                  <a:cubicBezTo>
                    <a:pt x="2411" y="3042"/>
                    <a:pt x="2223" y="127"/>
                    <a:pt x="1956" y="17"/>
                  </a:cubicBezTo>
                  <a:cubicBezTo>
                    <a:pt x="1926" y="6"/>
                    <a:pt x="1882" y="1"/>
                    <a:pt x="1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
            <p:cNvSpPr/>
            <p:nvPr/>
          </p:nvSpPr>
          <p:spPr>
            <a:xfrm>
              <a:off x="1911625" y="583475"/>
              <a:ext cx="67700" cy="87725"/>
            </a:xfrm>
            <a:custGeom>
              <a:avLst/>
              <a:gdLst/>
              <a:ahLst/>
              <a:cxnLst/>
              <a:rect l="l" t="t" r="r" b="b"/>
              <a:pathLst>
                <a:path w="2708" h="3509" extrusionOk="0">
                  <a:moveTo>
                    <a:pt x="624" y="1"/>
                  </a:moveTo>
                  <a:cubicBezTo>
                    <a:pt x="545" y="1"/>
                    <a:pt x="482" y="9"/>
                    <a:pt x="440" y="26"/>
                  </a:cubicBezTo>
                  <a:cubicBezTo>
                    <a:pt x="142" y="152"/>
                    <a:pt x="1" y="3412"/>
                    <a:pt x="393" y="3506"/>
                  </a:cubicBezTo>
                  <a:cubicBezTo>
                    <a:pt x="398" y="3508"/>
                    <a:pt x="404" y="3508"/>
                    <a:pt x="410" y="3508"/>
                  </a:cubicBezTo>
                  <a:cubicBezTo>
                    <a:pt x="786" y="3508"/>
                    <a:pt x="2708" y="775"/>
                    <a:pt x="2415" y="528"/>
                  </a:cubicBezTo>
                  <a:cubicBezTo>
                    <a:pt x="2159" y="299"/>
                    <a:pt x="1105" y="1"/>
                    <a:pt x="6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
            <p:cNvSpPr/>
            <p:nvPr/>
          </p:nvSpPr>
          <p:spPr>
            <a:xfrm>
              <a:off x="1915150" y="587625"/>
              <a:ext cx="59900" cy="78850"/>
            </a:xfrm>
            <a:custGeom>
              <a:avLst/>
              <a:gdLst/>
              <a:ahLst/>
              <a:cxnLst/>
              <a:rect l="l" t="t" r="r" b="b"/>
              <a:pathLst>
                <a:path w="2396" h="3154" extrusionOk="0">
                  <a:moveTo>
                    <a:pt x="572" y="1"/>
                  </a:moveTo>
                  <a:cubicBezTo>
                    <a:pt x="517" y="1"/>
                    <a:pt x="472" y="6"/>
                    <a:pt x="440" y="17"/>
                  </a:cubicBezTo>
                  <a:cubicBezTo>
                    <a:pt x="189" y="127"/>
                    <a:pt x="1" y="3042"/>
                    <a:pt x="346" y="3152"/>
                  </a:cubicBezTo>
                  <a:cubicBezTo>
                    <a:pt x="349" y="3153"/>
                    <a:pt x="353" y="3153"/>
                    <a:pt x="356" y="3153"/>
                  </a:cubicBezTo>
                  <a:cubicBezTo>
                    <a:pt x="656" y="3153"/>
                    <a:pt x="2396" y="720"/>
                    <a:pt x="2148" y="487"/>
                  </a:cubicBezTo>
                  <a:cubicBezTo>
                    <a:pt x="1914" y="280"/>
                    <a:pt x="975"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
            <p:cNvSpPr/>
            <p:nvPr/>
          </p:nvSpPr>
          <p:spPr>
            <a:xfrm>
              <a:off x="1982550" y="630325"/>
              <a:ext cx="103475" cy="128450"/>
            </a:xfrm>
            <a:custGeom>
              <a:avLst/>
              <a:gdLst/>
              <a:ahLst/>
              <a:cxnLst/>
              <a:rect l="l" t="t" r="r" b="b"/>
              <a:pathLst>
                <a:path w="4139" h="5138" extrusionOk="0">
                  <a:moveTo>
                    <a:pt x="1760" y="0"/>
                  </a:moveTo>
                  <a:cubicBezTo>
                    <a:pt x="1729" y="0"/>
                    <a:pt x="1701" y="6"/>
                    <a:pt x="1678" y="18"/>
                  </a:cubicBezTo>
                  <a:cubicBezTo>
                    <a:pt x="1427" y="159"/>
                    <a:pt x="1" y="4892"/>
                    <a:pt x="753" y="5127"/>
                  </a:cubicBezTo>
                  <a:cubicBezTo>
                    <a:pt x="774" y="5134"/>
                    <a:pt x="806" y="5138"/>
                    <a:pt x="846" y="5138"/>
                  </a:cubicBezTo>
                  <a:cubicBezTo>
                    <a:pt x="1462" y="5138"/>
                    <a:pt x="4139" y="4386"/>
                    <a:pt x="4139" y="3842"/>
                  </a:cubicBezTo>
                  <a:cubicBezTo>
                    <a:pt x="4109" y="1809"/>
                    <a:pt x="2323" y="0"/>
                    <a:pt x="176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
            <p:cNvSpPr/>
            <p:nvPr/>
          </p:nvSpPr>
          <p:spPr>
            <a:xfrm>
              <a:off x="1988425" y="635050"/>
              <a:ext cx="93700" cy="120600"/>
            </a:xfrm>
            <a:custGeom>
              <a:avLst/>
              <a:gdLst/>
              <a:ahLst/>
              <a:cxnLst/>
              <a:rect l="l" t="t" r="r" b="b"/>
              <a:pathLst>
                <a:path w="3748" h="4824" extrusionOk="0">
                  <a:moveTo>
                    <a:pt x="1594" y="1"/>
                  </a:moveTo>
                  <a:cubicBezTo>
                    <a:pt x="1566" y="1"/>
                    <a:pt x="1542" y="6"/>
                    <a:pt x="1521" y="17"/>
                  </a:cubicBezTo>
                  <a:cubicBezTo>
                    <a:pt x="1286" y="142"/>
                    <a:pt x="1" y="4594"/>
                    <a:pt x="675" y="4813"/>
                  </a:cubicBezTo>
                  <a:cubicBezTo>
                    <a:pt x="695" y="4820"/>
                    <a:pt x="726" y="4824"/>
                    <a:pt x="766" y="4824"/>
                  </a:cubicBezTo>
                  <a:cubicBezTo>
                    <a:pt x="1336" y="4824"/>
                    <a:pt x="3747" y="4119"/>
                    <a:pt x="3747" y="3606"/>
                  </a:cubicBezTo>
                  <a:cubicBezTo>
                    <a:pt x="3717" y="1705"/>
                    <a:pt x="2097" y="1"/>
                    <a:pt x="1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
            <p:cNvSpPr/>
            <p:nvPr/>
          </p:nvSpPr>
          <p:spPr>
            <a:xfrm>
              <a:off x="1694550" y="795850"/>
              <a:ext cx="91700" cy="17150"/>
            </a:xfrm>
            <a:custGeom>
              <a:avLst/>
              <a:gdLst/>
              <a:ahLst/>
              <a:cxnLst/>
              <a:rect l="l" t="t" r="r" b="b"/>
              <a:pathLst>
                <a:path w="3668" h="686" extrusionOk="0">
                  <a:moveTo>
                    <a:pt x="1837" y="0"/>
                  </a:moveTo>
                  <a:cubicBezTo>
                    <a:pt x="1200" y="0"/>
                    <a:pt x="607" y="11"/>
                    <a:pt x="455" y="11"/>
                  </a:cubicBezTo>
                  <a:cubicBezTo>
                    <a:pt x="79" y="11"/>
                    <a:pt x="0" y="152"/>
                    <a:pt x="0" y="340"/>
                  </a:cubicBezTo>
                  <a:cubicBezTo>
                    <a:pt x="0" y="528"/>
                    <a:pt x="79" y="685"/>
                    <a:pt x="455" y="685"/>
                  </a:cubicBezTo>
                  <a:cubicBezTo>
                    <a:pt x="815" y="685"/>
                    <a:pt x="3668" y="309"/>
                    <a:pt x="3668" y="121"/>
                  </a:cubicBezTo>
                  <a:cubicBezTo>
                    <a:pt x="3668" y="21"/>
                    <a:pt x="2712" y="0"/>
                    <a:pt x="1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
            <p:cNvSpPr/>
            <p:nvPr/>
          </p:nvSpPr>
          <p:spPr>
            <a:xfrm>
              <a:off x="2007250" y="795850"/>
              <a:ext cx="90150" cy="17150"/>
            </a:xfrm>
            <a:custGeom>
              <a:avLst/>
              <a:gdLst/>
              <a:ahLst/>
              <a:cxnLst/>
              <a:rect l="l" t="t" r="r" b="b"/>
              <a:pathLst>
                <a:path w="3606" h="686" extrusionOk="0">
                  <a:moveTo>
                    <a:pt x="1803" y="0"/>
                  </a:moveTo>
                  <a:cubicBezTo>
                    <a:pt x="941" y="0"/>
                    <a:pt x="0" y="21"/>
                    <a:pt x="0" y="121"/>
                  </a:cubicBezTo>
                  <a:cubicBezTo>
                    <a:pt x="0" y="309"/>
                    <a:pt x="2806" y="685"/>
                    <a:pt x="3167" y="685"/>
                  </a:cubicBezTo>
                  <a:cubicBezTo>
                    <a:pt x="3527" y="685"/>
                    <a:pt x="3605" y="528"/>
                    <a:pt x="3605" y="340"/>
                  </a:cubicBezTo>
                  <a:cubicBezTo>
                    <a:pt x="3605" y="152"/>
                    <a:pt x="3527" y="11"/>
                    <a:pt x="3167" y="11"/>
                  </a:cubicBezTo>
                  <a:cubicBezTo>
                    <a:pt x="3015" y="11"/>
                    <a:pt x="2429" y="0"/>
                    <a:pt x="18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
            <p:cNvSpPr/>
            <p:nvPr/>
          </p:nvSpPr>
          <p:spPr>
            <a:xfrm>
              <a:off x="1920250" y="602925"/>
              <a:ext cx="41125" cy="54125"/>
            </a:xfrm>
            <a:custGeom>
              <a:avLst/>
              <a:gdLst/>
              <a:ahLst/>
              <a:cxnLst/>
              <a:rect l="l" t="t" r="r" b="b"/>
              <a:pathLst>
                <a:path w="1645" h="2165" extrusionOk="0">
                  <a:moveTo>
                    <a:pt x="407" y="1"/>
                  </a:moveTo>
                  <a:cubicBezTo>
                    <a:pt x="362" y="1"/>
                    <a:pt x="324" y="6"/>
                    <a:pt x="298" y="16"/>
                  </a:cubicBezTo>
                  <a:cubicBezTo>
                    <a:pt x="126" y="79"/>
                    <a:pt x="1" y="2085"/>
                    <a:pt x="236" y="2164"/>
                  </a:cubicBezTo>
                  <a:cubicBezTo>
                    <a:pt x="238" y="2164"/>
                    <a:pt x="241" y="2165"/>
                    <a:pt x="244" y="2165"/>
                  </a:cubicBezTo>
                  <a:cubicBezTo>
                    <a:pt x="457" y="2165"/>
                    <a:pt x="1644" y="500"/>
                    <a:pt x="1474" y="330"/>
                  </a:cubicBezTo>
                  <a:cubicBezTo>
                    <a:pt x="1325" y="195"/>
                    <a:pt x="697"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
            <p:cNvSpPr/>
            <p:nvPr/>
          </p:nvSpPr>
          <p:spPr>
            <a:xfrm>
              <a:off x="1823925" y="600300"/>
              <a:ext cx="40325" cy="52450"/>
            </a:xfrm>
            <a:custGeom>
              <a:avLst/>
              <a:gdLst/>
              <a:ahLst/>
              <a:cxnLst/>
              <a:rect l="l" t="t" r="r" b="b"/>
              <a:pathLst>
                <a:path w="1613" h="2098" extrusionOk="0">
                  <a:moveTo>
                    <a:pt x="1212" y="1"/>
                  </a:moveTo>
                  <a:cubicBezTo>
                    <a:pt x="947" y="1"/>
                    <a:pt x="322" y="187"/>
                    <a:pt x="170" y="325"/>
                  </a:cubicBezTo>
                  <a:cubicBezTo>
                    <a:pt x="0" y="480"/>
                    <a:pt x="1156" y="2097"/>
                    <a:pt x="1369" y="2097"/>
                  </a:cubicBezTo>
                  <a:cubicBezTo>
                    <a:pt x="1372" y="2097"/>
                    <a:pt x="1374" y="2097"/>
                    <a:pt x="1377" y="2096"/>
                  </a:cubicBezTo>
                  <a:cubicBezTo>
                    <a:pt x="1612" y="2034"/>
                    <a:pt x="1487" y="90"/>
                    <a:pt x="1299" y="12"/>
                  </a:cubicBezTo>
                  <a:cubicBezTo>
                    <a:pt x="1278" y="4"/>
                    <a:pt x="1249" y="1"/>
                    <a:pt x="1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
            <p:cNvSpPr/>
            <p:nvPr/>
          </p:nvSpPr>
          <p:spPr>
            <a:xfrm>
              <a:off x="2002150" y="658300"/>
              <a:ext cx="65825" cy="84275"/>
            </a:xfrm>
            <a:custGeom>
              <a:avLst/>
              <a:gdLst/>
              <a:ahLst/>
              <a:cxnLst/>
              <a:rect l="l" t="t" r="r" b="b"/>
              <a:pathLst>
                <a:path w="2633" h="3371" extrusionOk="0">
                  <a:moveTo>
                    <a:pt x="1132" y="1"/>
                  </a:moveTo>
                  <a:cubicBezTo>
                    <a:pt x="1113" y="1"/>
                    <a:pt x="1096" y="4"/>
                    <a:pt x="1082" y="12"/>
                  </a:cubicBezTo>
                  <a:cubicBezTo>
                    <a:pt x="910" y="90"/>
                    <a:pt x="1" y="3209"/>
                    <a:pt x="486" y="3366"/>
                  </a:cubicBezTo>
                  <a:cubicBezTo>
                    <a:pt x="498" y="3369"/>
                    <a:pt x="515" y="3371"/>
                    <a:pt x="537" y="3371"/>
                  </a:cubicBezTo>
                  <a:cubicBezTo>
                    <a:pt x="910" y="3371"/>
                    <a:pt x="2633" y="2875"/>
                    <a:pt x="2618" y="2519"/>
                  </a:cubicBezTo>
                  <a:cubicBezTo>
                    <a:pt x="2603" y="1183"/>
                    <a:pt x="1476" y="1"/>
                    <a:pt x="1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
            <p:cNvSpPr/>
            <p:nvPr/>
          </p:nvSpPr>
          <p:spPr>
            <a:xfrm>
              <a:off x="1727850" y="657850"/>
              <a:ext cx="63900" cy="83625"/>
            </a:xfrm>
            <a:custGeom>
              <a:avLst/>
              <a:gdLst/>
              <a:ahLst/>
              <a:cxnLst/>
              <a:rect l="l" t="t" r="r" b="b"/>
              <a:pathLst>
                <a:path w="2556" h="3345" extrusionOk="0">
                  <a:moveTo>
                    <a:pt x="1450" y="0"/>
                  </a:moveTo>
                  <a:cubicBezTo>
                    <a:pt x="1102" y="0"/>
                    <a:pt x="15" y="1177"/>
                    <a:pt x="0" y="2506"/>
                  </a:cubicBezTo>
                  <a:cubicBezTo>
                    <a:pt x="0" y="2857"/>
                    <a:pt x="1624" y="3345"/>
                    <a:pt x="2020" y="3345"/>
                  </a:cubicBezTo>
                  <a:cubicBezTo>
                    <a:pt x="2048" y="3345"/>
                    <a:pt x="2070" y="3342"/>
                    <a:pt x="2085" y="3337"/>
                  </a:cubicBezTo>
                  <a:cubicBezTo>
                    <a:pt x="2555" y="3196"/>
                    <a:pt x="1678" y="92"/>
                    <a:pt x="1505" y="14"/>
                  </a:cubicBezTo>
                  <a:cubicBezTo>
                    <a:pt x="1490" y="5"/>
                    <a:pt x="1471" y="0"/>
                    <a:pt x="1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
            <p:cNvSpPr/>
            <p:nvPr/>
          </p:nvSpPr>
          <p:spPr>
            <a:xfrm>
              <a:off x="2106000" y="876000"/>
              <a:ext cx="22750" cy="35375"/>
            </a:xfrm>
            <a:custGeom>
              <a:avLst/>
              <a:gdLst/>
              <a:ahLst/>
              <a:cxnLst/>
              <a:rect l="l" t="t" r="r" b="b"/>
              <a:pathLst>
                <a:path w="910" h="1415" extrusionOk="0">
                  <a:moveTo>
                    <a:pt x="319" y="0"/>
                  </a:moveTo>
                  <a:cubicBezTo>
                    <a:pt x="157" y="0"/>
                    <a:pt x="16" y="274"/>
                    <a:pt x="16" y="645"/>
                  </a:cubicBezTo>
                  <a:cubicBezTo>
                    <a:pt x="0" y="1037"/>
                    <a:pt x="126" y="1382"/>
                    <a:pt x="298" y="1413"/>
                  </a:cubicBezTo>
                  <a:cubicBezTo>
                    <a:pt x="303" y="1414"/>
                    <a:pt x="309" y="1415"/>
                    <a:pt x="314" y="1415"/>
                  </a:cubicBezTo>
                  <a:cubicBezTo>
                    <a:pt x="507" y="1415"/>
                    <a:pt x="878" y="885"/>
                    <a:pt x="894" y="504"/>
                  </a:cubicBezTo>
                  <a:cubicBezTo>
                    <a:pt x="909" y="128"/>
                    <a:pt x="533" y="34"/>
                    <a:pt x="345" y="3"/>
                  </a:cubicBezTo>
                  <a:cubicBezTo>
                    <a:pt x="336" y="1"/>
                    <a:pt x="328" y="0"/>
                    <a:pt x="3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
            <p:cNvSpPr/>
            <p:nvPr/>
          </p:nvSpPr>
          <p:spPr>
            <a:xfrm>
              <a:off x="1673000" y="873650"/>
              <a:ext cx="23125" cy="35375"/>
            </a:xfrm>
            <a:custGeom>
              <a:avLst/>
              <a:gdLst/>
              <a:ahLst/>
              <a:cxnLst/>
              <a:rect l="l" t="t" r="r" b="b"/>
              <a:pathLst>
                <a:path w="925" h="1415" extrusionOk="0">
                  <a:moveTo>
                    <a:pt x="621" y="0"/>
                  </a:moveTo>
                  <a:cubicBezTo>
                    <a:pt x="612" y="0"/>
                    <a:pt x="604" y="1"/>
                    <a:pt x="596" y="3"/>
                  </a:cubicBezTo>
                  <a:cubicBezTo>
                    <a:pt x="408" y="34"/>
                    <a:pt x="0" y="112"/>
                    <a:pt x="0" y="489"/>
                  </a:cubicBezTo>
                  <a:cubicBezTo>
                    <a:pt x="0" y="870"/>
                    <a:pt x="371" y="1415"/>
                    <a:pt x="565" y="1415"/>
                  </a:cubicBezTo>
                  <a:cubicBezTo>
                    <a:pt x="570" y="1415"/>
                    <a:pt x="575" y="1414"/>
                    <a:pt x="580" y="1413"/>
                  </a:cubicBezTo>
                  <a:cubicBezTo>
                    <a:pt x="768" y="1382"/>
                    <a:pt x="925" y="1037"/>
                    <a:pt x="925" y="661"/>
                  </a:cubicBezTo>
                  <a:cubicBezTo>
                    <a:pt x="925" y="288"/>
                    <a:pt x="783" y="0"/>
                    <a:pt x="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
            <p:cNvSpPr/>
            <p:nvPr/>
          </p:nvSpPr>
          <p:spPr>
            <a:xfrm>
              <a:off x="1956300" y="585100"/>
              <a:ext cx="68200" cy="28575"/>
            </a:xfrm>
            <a:custGeom>
              <a:avLst/>
              <a:gdLst/>
              <a:ahLst/>
              <a:cxnLst/>
              <a:rect l="l" t="t" r="r" b="b"/>
              <a:pathLst>
                <a:path w="2728" h="1143" extrusionOk="0">
                  <a:moveTo>
                    <a:pt x="52" y="0"/>
                  </a:moveTo>
                  <a:cubicBezTo>
                    <a:pt x="32" y="0"/>
                    <a:pt x="20" y="3"/>
                    <a:pt x="16" y="8"/>
                  </a:cubicBezTo>
                  <a:cubicBezTo>
                    <a:pt x="1" y="55"/>
                    <a:pt x="643" y="291"/>
                    <a:pt x="1380" y="604"/>
                  </a:cubicBezTo>
                  <a:cubicBezTo>
                    <a:pt x="2077" y="880"/>
                    <a:pt x="2612" y="1142"/>
                    <a:pt x="2700" y="1142"/>
                  </a:cubicBezTo>
                  <a:cubicBezTo>
                    <a:pt x="2707" y="1142"/>
                    <a:pt x="2711" y="1140"/>
                    <a:pt x="2712" y="1137"/>
                  </a:cubicBezTo>
                  <a:cubicBezTo>
                    <a:pt x="2728" y="1090"/>
                    <a:pt x="2195" y="729"/>
                    <a:pt x="1458" y="432"/>
                  </a:cubicBezTo>
                  <a:cubicBezTo>
                    <a:pt x="794" y="155"/>
                    <a:pt x="203" y="0"/>
                    <a:pt x="52"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
            <p:cNvSpPr/>
            <p:nvPr/>
          </p:nvSpPr>
          <p:spPr>
            <a:xfrm>
              <a:off x="1698450" y="799250"/>
              <a:ext cx="397000" cy="6700"/>
            </a:xfrm>
            <a:custGeom>
              <a:avLst/>
              <a:gdLst/>
              <a:ahLst/>
              <a:cxnLst/>
              <a:rect l="l" t="t" r="r" b="b"/>
              <a:pathLst>
                <a:path w="15880" h="268" extrusionOk="0">
                  <a:moveTo>
                    <a:pt x="393" y="1"/>
                  </a:moveTo>
                  <a:cubicBezTo>
                    <a:pt x="173" y="1"/>
                    <a:pt x="1" y="63"/>
                    <a:pt x="1" y="126"/>
                  </a:cubicBezTo>
                  <a:cubicBezTo>
                    <a:pt x="1" y="204"/>
                    <a:pt x="189" y="267"/>
                    <a:pt x="424" y="267"/>
                  </a:cubicBezTo>
                  <a:lnTo>
                    <a:pt x="15456" y="267"/>
                  </a:lnTo>
                  <a:cubicBezTo>
                    <a:pt x="15691" y="267"/>
                    <a:pt x="15879" y="204"/>
                    <a:pt x="15879" y="126"/>
                  </a:cubicBezTo>
                  <a:cubicBezTo>
                    <a:pt x="15879" y="63"/>
                    <a:pt x="15707" y="1"/>
                    <a:pt x="154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
            <p:cNvSpPr/>
            <p:nvPr/>
          </p:nvSpPr>
          <p:spPr>
            <a:xfrm>
              <a:off x="1975100" y="1007325"/>
              <a:ext cx="58025" cy="123075"/>
            </a:xfrm>
            <a:custGeom>
              <a:avLst/>
              <a:gdLst/>
              <a:ahLst/>
              <a:cxnLst/>
              <a:rect l="l" t="t" r="r" b="b"/>
              <a:pathLst>
                <a:path w="2321" h="4923" extrusionOk="0">
                  <a:moveTo>
                    <a:pt x="2321" y="1"/>
                  </a:moveTo>
                  <a:cubicBezTo>
                    <a:pt x="2321" y="1"/>
                    <a:pt x="1098" y="1929"/>
                    <a:pt x="1" y="4922"/>
                  </a:cubicBezTo>
                  <a:lnTo>
                    <a:pt x="738" y="4922"/>
                  </a:lnTo>
                  <a:lnTo>
                    <a:pt x="232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
            <p:cNvSpPr/>
            <p:nvPr/>
          </p:nvSpPr>
          <p:spPr>
            <a:xfrm>
              <a:off x="1766650" y="1007325"/>
              <a:ext cx="58025" cy="123075"/>
            </a:xfrm>
            <a:custGeom>
              <a:avLst/>
              <a:gdLst/>
              <a:ahLst/>
              <a:cxnLst/>
              <a:rect l="l" t="t" r="r" b="b"/>
              <a:pathLst>
                <a:path w="2321" h="4923" extrusionOk="0">
                  <a:moveTo>
                    <a:pt x="0" y="1"/>
                  </a:moveTo>
                  <a:lnTo>
                    <a:pt x="1583" y="4922"/>
                  </a:lnTo>
                  <a:lnTo>
                    <a:pt x="2320" y="4922"/>
                  </a:lnTo>
                  <a:cubicBezTo>
                    <a:pt x="1207" y="1929"/>
                    <a:pt x="0" y="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 name="Google Shape;304;p2"/>
          <p:cNvGrpSpPr/>
          <p:nvPr/>
        </p:nvGrpSpPr>
        <p:grpSpPr>
          <a:xfrm rot="1801493">
            <a:off x="7377358" y="3015601"/>
            <a:ext cx="1458160" cy="1624072"/>
            <a:chOff x="1416325" y="1320700"/>
            <a:chExt cx="836250" cy="931400"/>
          </a:xfrm>
        </p:grpSpPr>
        <p:sp>
          <p:nvSpPr>
            <p:cNvPr id="305" name="Google Shape;305;p2"/>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2"/>
          <p:cNvGrpSpPr/>
          <p:nvPr/>
        </p:nvGrpSpPr>
        <p:grpSpPr>
          <a:xfrm rot="1318681">
            <a:off x="66562" y="185208"/>
            <a:ext cx="1538624" cy="1577681"/>
            <a:chOff x="3993975" y="1524025"/>
            <a:chExt cx="781000" cy="800825"/>
          </a:xfrm>
        </p:grpSpPr>
        <p:sp>
          <p:nvSpPr>
            <p:cNvPr id="401" name="Google Shape;401;p2"/>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 name="Google Shape;440;p2"/>
          <p:cNvGrpSpPr/>
          <p:nvPr/>
        </p:nvGrpSpPr>
        <p:grpSpPr>
          <a:xfrm rot="10800000">
            <a:off x="2725895" y="68633"/>
            <a:ext cx="727015" cy="708981"/>
            <a:chOff x="225997" y="123301"/>
            <a:chExt cx="631802" cy="616130"/>
          </a:xfrm>
        </p:grpSpPr>
        <p:grpSp>
          <p:nvGrpSpPr>
            <p:cNvPr id="441" name="Google Shape;441;p2"/>
            <p:cNvGrpSpPr/>
            <p:nvPr/>
          </p:nvGrpSpPr>
          <p:grpSpPr>
            <a:xfrm rot="9089783">
              <a:off x="302065" y="211047"/>
              <a:ext cx="479665" cy="440638"/>
              <a:chOff x="-960976" y="1975682"/>
              <a:chExt cx="1155492" cy="1061477"/>
            </a:xfrm>
          </p:grpSpPr>
          <p:sp>
            <p:nvSpPr>
              <p:cNvPr id="442" name="Google Shape;442;p2"/>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5" name="Google Shape;485;p2"/>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6" name="Google Shape;486;p2"/>
            <p:cNvGrpSpPr/>
            <p:nvPr/>
          </p:nvGrpSpPr>
          <p:grpSpPr>
            <a:xfrm>
              <a:off x="357526" y="269347"/>
              <a:ext cx="326648" cy="309474"/>
              <a:chOff x="3550326" y="4310672"/>
              <a:chExt cx="393741" cy="373040"/>
            </a:xfrm>
          </p:grpSpPr>
          <p:sp>
            <p:nvSpPr>
              <p:cNvPr id="487" name="Google Shape;487;p2"/>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2"/>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 name="Google Shape;553;p2"/>
          <p:cNvSpPr txBox="1">
            <a:spLocks noGrp="1"/>
          </p:cNvSpPr>
          <p:nvPr>
            <p:ph type="ctrTitle"/>
          </p:nvPr>
        </p:nvSpPr>
        <p:spPr>
          <a:xfrm>
            <a:off x="1393200" y="1042425"/>
            <a:ext cx="6357600" cy="21717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5200"/>
              <a:buNone/>
              <a:defRPr sz="5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4" name="Google Shape;554;p2"/>
          <p:cNvSpPr txBox="1">
            <a:spLocks noGrp="1"/>
          </p:cNvSpPr>
          <p:nvPr>
            <p:ph type="subTitle" idx="1"/>
          </p:nvPr>
        </p:nvSpPr>
        <p:spPr>
          <a:xfrm>
            <a:off x="1393200" y="3214125"/>
            <a:ext cx="6357600" cy="4758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5"/>
        <p:cNvGrpSpPr/>
        <p:nvPr/>
      </p:nvGrpSpPr>
      <p:grpSpPr>
        <a:xfrm>
          <a:off x="0" y="0"/>
          <a:ext cx="0" cy="0"/>
          <a:chOff x="0" y="0"/>
          <a:chExt cx="0" cy="0"/>
        </a:xfrm>
      </p:grpSpPr>
      <p:sp>
        <p:nvSpPr>
          <p:cNvPr id="556" name="Google Shape;556;p3"/>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7" name="Google Shape;557;p3"/>
          <p:cNvGrpSpPr/>
          <p:nvPr/>
        </p:nvGrpSpPr>
        <p:grpSpPr>
          <a:xfrm rot="-1494312">
            <a:off x="1078898" y="3348431"/>
            <a:ext cx="660557" cy="860538"/>
            <a:chOff x="1648300" y="568850"/>
            <a:chExt cx="505125" cy="658050"/>
          </a:xfrm>
        </p:grpSpPr>
        <p:sp>
          <p:nvSpPr>
            <p:cNvPr id="558" name="Google Shape;558;p3"/>
            <p:cNvSpPr/>
            <p:nvPr/>
          </p:nvSpPr>
          <p:spPr>
            <a:xfrm>
              <a:off x="1819550" y="1144475"/>
              <a:ext cx="156775" cy="82425"/>
            </a:xfrm>
            <a:custGeom>
              <a:avLst/>
              <a:gdLst/>
              <a:ahLst/>
              <a:cxnLst/>
              <a:rect l="l" t="t" r="r" b="b"/>
              <a:pathLst>
                <a:path w="6271" h="3297" extrusionOk="0">
                  <a:moveTo>
                    <a:pt x="0" y="1"/>
                  </a:moveTo>
                  <a:lnTo>
                    <a:pt x="768" y="2650"/>
                  </a:lnTo>
                  <a:cubicBezTo>
                    <a:pt x="894" y="3089"/>
                    <a:pt x="2018" y="3296"/>
                    <a:pt x="3141" y="3296"/>
                  </a:cubicBezTo>
                  <a:cubicBezTo>
                    <a:pt x="4264" y="3296"/>
                    <a:pt x="5384" y="3089"/>
                    <a:pt x="5502" y="2697"/>
                  </a:cubicBezTo>
                  <a:lnTo>
                    <a:pt x="62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
            <p:cNvSpPr/>
            <p:nvPr/>
          </p:nvSpPr>
          <p:spPr>
            <a:xfrm>
              <a:off x="1704725" y="757725"/>
              <a:ext cx="396600" cy="243750"/>
            </a:xfrm>
            <a:custGeom>
              <a:avLst/>
              <a:gdLst/>
              <a:ahLst/>
              <a:cxnLst/>
              <a:rect l="l" t="t" r="r" b="b"/>
              <a:pathLst>
                <a:path w="15864" h="9750" extrusionOk="0">
                  <a:moveTo>
                    <a:pt x="15252" y="0"/>
                  </a:moveTo>
                  <a:lnTo>
                    <a:pt x="314" y="314"/>
                  </a:lnTo>
                  <a:lnTo>
                    <a:pt x="1" y="5956"/>
                  </a:lnTo>
                  <a:lnTo>
                    <a:pt x="3324" y="9750"/>
                  </a:lnTo>
                  <a:lnTo>
                    <a:pt x="13073" y="9750"/>
                  </a:lnTo>
                  <a:lnTo>
                    <a:pt x="15863" y="5110"/>
                  </a:lnTo>
                  <a:lnTo>
                    <a:pt x="152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
            <p:cNvSpPr/>
            <p:nvPr/>
          </p:nvSpPr>
          <p:spPr>
            <a:xfrm>
              <a:off x="1774475" y="976375"/>
              <a:ext cx="264150" cy="25100"/>
            </a:xfrm>
            <a:custGeom>
              <a:avLst/>
              <a:gdLst/>
              <a:ahLst/>
              <a:cxnLst/>
              <a:rect l="l" t="t" r="r" b="b"/>
              <a:pathLst>
                <a:path w="10566" h="1004" extrusionOk="0">
                  <a:moveTo>
                    <a:pt x="1" y="0"/>
                  </a:moveTo>
                  <a:lnTo>
                    <a:pt x="1" y="1004"/>
                  </a:lnTo>
                  <a:lnTo>
                    <a:pt x="10565" y="1004"/>
                  </a:lnTo>
                  <a:lnTo>
                    <a:pt x="105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
            <p:cNvSpPr/>
            <p:nvPr/>
          </p:nvSpPr>
          <p:spPr>
            <a:xfrm>
              <a:off x="1678075" y="568850"/>
              <a:ext cx="458500" cy="235925"/>
            </a:xfrm>
            <a:custGeom>
              <a:avLst/>
              <a:gdLst/>
              <a:ahLst/>
              <a:cxnLst/>
              <a:rect l="l" t="t" r="r" b="b"/>
              <a:pathLst>
                <a:path w="18340" h="9437" extrusionOk="0">
                  <a:moveTo>
                    <a:pt x="8261" y="0"/>
                  </a:moveTo>
                  <a:cubicBezTo>
                    <a:pt x="220" y="0"/>
                    <a:pt x="1" y="9436"/>
                    <a:pt x="1" y="9436"/>
                  </a:cubicBezTo>
                  <a:lnTo>
                    <a:pt x="17650" y="9436"/>
                  </a:lnTo>
                  <a:cubicBezTo>
                    <a:pt x="17650" y="9436"/>
                    <a:pt x="18340" y="0"/>
                    <a:pt x="82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
            <p:cNvSpPr/>
            <p:nvPr/>
          </p:nvSpPr>
          <p:spPr>
            <a:xfrm>
              <a:off x="1932000" y="693050"/>
              <a:ext cx="195950" cy="490250"/>
            </a:xfrm>
            <a:custGeom>
              <a:avLst/>
              <a:gdLst/>
              <a:ahLst/>
              <a:cxnLst/>
              <a:rect l="l" t="t" r="r" b="b"/>
              <a:pathLst>
                <a:path w="7838" h="19610" extrusionOk="0">
                  <a:moveTo>
                    <a:pt x="5832" y="1"/>
                  </a:moveTo>
                  <a:lnTo>
                    <a:pt x="5832" y="8324"/>
                  </a:lnTo>
                  <a:lnTo>
                    <a:pt x="2901" y="10487"/>
                  </a:lnTo>
                  <a:lnTo>
                    <a:pt x="1" y="19609"/>
                  </a:lnTo>
                  <a:lnTo>
                    <a:pt x="2227" y="19609"/>
                  </a:lnTo>
                  <a:cubicBezTo>
                    <a:pt x="2587" y="19609"/>
                    <a:pt x="2916" y="19343"/>
                    <a:pt x="2979" y="18982"/>
                  </a:cubicBezTo>
                  <a:cubicBezTo>
                    <a:pt x="4390" y="12148"/>
                    <a:pt x="7728" y="7462"/>
                    <a:pt x="7728" y="7462"/>
                  </a:cubicBezTo>
                  <a:cubicBezTo>
                    <a:pt x="7838" y="2587"/>
                    <a:pt x="5832" y="1"/>
                    <a:pt x="5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
            <p:cNvSpPr/>
            <p:nvPr/>
          </p:nvSpPr>
          <p:spPr>
            <a:xfrm>
              <a:off x="1672200" y="694625"/>
              <a:ext cx="195950" cy="488675"/>
            </a:xfrm>
            <a:custGeom>
              <a:avLst/>
              <a:gdLst/>
              <a:ahLst/>
              <a:cxnLst/>
              <a:rect l="l" t="t" r="r" b="b"/>
              <a:pathLst>
                <a:path w="7838" h="19547" extrusionOk="0">
                  <a:moveTo>
                    <a:pt x="2007" y="1"/>
                  </a:moveTo>
                  <a:cubicBezTo>
                    <a:pt x="2007" y="1"/>
                    <a:pt x="1" y="2571"/>
                    <a:pt x="126" y="7430"/>
                  </a:cubicBezTo>
                  <a:cubicBezTo>
                    <a:pt x="126" y="7430"/>
                    <a:pt x="3480" y="12133"/>
                    <a:pt x="4860" y="18967"/>
                  </a:cubicBezTo>
                  <a:cubicBezTo>
                    <a:pt x="4938" y="19296"/>
                    <a:pt x="5220" y="19546"/>
                    <a:pt x="5565" y="19546"/>
                  </a:cubicBezTo>
                  <a:lnTo>
                    <a:pt x="7838" y="19546"/>
                  </a:lnTo>
                  <a:lnTo>
                    <a:pt x="5173" y="10424"/>
                  </a:lnTo>
                  <a:lnTo>
                    <a:pt x="2007" y="8277"/>
                  </a:lnTo>
                  <a:lnTo>
                    <a:pt x="2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
            <p:cNvSpPr/>
            <p:nvPr/>
          </p:nvSpPr>
          <p:spPr>
            <a:xfrm>
              <a:off x="1648300" y="781625"/>
              <a:ext cx="58800" cy="132850"/>
            </a:xfrm>
            <a:custGeom>
              <a:avLst/>
              <a:gdLst/>
              <a:ahLst/>
              <a:cxnLst/>
              <a:rect l="l" t="t" r="r" b="b"/>
              <a:pathLst>
                <a:path w="2352" h="5314" extrusionOk="0">
                  <a:moveTo>
                    <a:pt x="925" y="0"/>
                  </a:moveTo>
                  <a:cubicBezTo>
                    <a:pt x="408" y="0"/>
                    <a:pt x="1" y="126"/>
                    <a:pt x="220" y="1975"/>
                  </a:cubicBezTo>
                  <a:cubicBezTo>
                    <a:pt x="455" y="3825"/>
                    <a:pt x="1066" y="5314"/>
                    <a:pt x="1584" y="5314"/>
                  </a:cubicBezTo>
                  <a:cubicBezTo>
                    <a:pt x="2117" y="5314"/>
                    <a:pt x="2352" y="3825"/>
                    <a:pt x="2117" y="1975"/>
                  </a:cubicBezTo>
                  <a:cubicBezTo>
                    <a:pt x="1882" y="126"/>
                    <a:pt x="1443"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
            <p:cNvSpPr/>
            <p:nvPr/>
          </p:nvSpPr>
          <p:spPr>
            <a:xfrm>
              <a:off x="1675350" y="788675"/>
              <a:ext cx="33325" cy="119925"/>
            </a:xfrm>
            <a:custGeom>
              <a:avLst/>
              <a:gdLst/>
              <a:ahLst/>
              <a:cxnLst/>
              <a:rect l="l" t="t" r="r" b="b"/>
              <a:pathLst>
                <a:path w="1333" h="4797" extrusionOk="0">
                  <a:moveTo>
                    <a:pt x="564" y="0"/>
                  </a:moveTo>
                  <a:cubicBezTo>
                    <a:pt x="784" y="1160"/>
                    <a:pt x="658" y="2085"/>
                    <a:pt x="0" y="2383"/>
                  </a:cubicBezTo>
                  <a:cubicBezTo>
                    <a:pt x="690" y="2790"/>
                    <a:pt x="831" y="4797"/>
                    <a:pt x="831" y="4797"/>
                  </a:cubicBezTo>
                  <a:cubicBezTo>
                    <a:pt x="1332" y="1788"/>
                    <a:pt x="565" y="1"/>
                    <a:pt x="56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
            <p:cNvSpPr/>
            <p:nvPr/>
          </p:nvSpPr>
          <p:spPr>
            <a:xfrm>
              <a:off x="2094625" y="781625"/>
              <a:ext cx="58800" cy="132850"/>
            </a:xfrm>
            <a:custGeom>
              <a:avLst/>
              <a:gdLst/>
              <a:ahLst/>
              <a:cxnLst/>
              <a:rect l="l" t="t" r="r" b="b"/>
              <a:pathLst>
                <a:path w="2352" h="5314" extrusionOk="0">
                  <a:moveTo>
                    <a:pt x="1411" y="0"/>
                  </a:moveTo>
                  <a:cubicBezTo>
                    <a:pt x="894" y="0"/>
                    <a:pt x="455" y="126"/>
                    <a:pt x="220" y="1975"/>
                  </a:cubicBezTo>
                  <a:cubicBezTo>
                    <a:pt x="1" y="3825"/>
                    <a:pt x="236" y="5314"/>
                    <a:pt x="753" y="5314"/>
                  </a:cubicBezTo>
                  <a:cubicBezTo>
                    <a:pt x="1270" y="5314"/>
                    <a:pt x="1882" y="3825"/>
                    <a:pt x="2117" y="1975"/>
                  </a:cubicBezTo>
                  <a:cubicBezTo>
                    <a:pt x="2352" y="126"/>
                    <a:pt x="1944"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
            <p:cNvSpPr/>
            <p:nvPr/>
          </p:nvSpPr>
          <p:spPr>
            <a:xfrm>
              <a:off x="2098150" y="788675"/>
              <a:ext cx="25500" cy="119925"/>
            </a:xfrm>
            <a:custGeom>
              <a:avLst/>
              <a:gdLst/>
              <a:ahLst/>
              <a:cxnLst/>
              <a:rect l="l" t="t" r="r" b="b"/>
              <a:pathLst>
                <a:path w="1020" h="4797" extrusionOk="0">
                  <a:moveTo>
                    <a:pt x="596" y="0"/>
                  </a:moveTo>
                  <a:cubicBezTo>
                    <a:pt x="596" y="1"/>
                    <a:pt x="1" y="1788"/>
                    <a:pt x="393" y="4797"/>
                  </a:cubicBezTo>
                  <a:cubicBezTo>
                    <a:pt x="393" y="4797"/>
                    <a:pt x="487" y="2790"/>
                    <a:pt x="1020" y="2383"/>
                  </a:cubicBezTo>
                  <a:cubicBezTo>
                    <a:pt x="518" y="2085"/>
                    <a:pt x="424" y="1160"/>
                    <a:pt x="59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
            <p:cNvSpPr/>
            <p:nvPr/>
          </p:nvSpPr>
          <p:spPr>
            <a:xfrm>
              <a:off x="1700800" y="575800"/>
              <a:ext cx="397775" cy="607500"/>
            </a:xfrm>
            <a:custGeom>
              <a:avLst/>
              <a:gdLst/>
              <a:ahLst/>
              <a:cxnLst/>
              <a:rect l="l" t="t" r="r" b="b"/>
              <a:pathLst>
                <a:path w="15911" h="24300" extrusionOk="0">
                  <a:moveTo>
                    <a:pt x="7757" y="0"/>
                  </a:moveTo>
                  <a:cubicBezTo>
                    <a:pt x="7644" y="0"/>
                    <a:pt x="7529" y="2"/>
                    <a:pt x="7415" y="4"/>
                  </a:cubicBezTo>
                  <a:cubicBezTo>
                    <a:pt x="3543" y="114"/>
                    <a:pt x="1" y="2340"/>
                    <a:pt x="1" y="7371"/>
                  </a:cubicBezTo>
                  <a:lnTo>
                    <a:pt x="1" y="13327"/>
                  </a:lnTo>
                  <a:cubicBezTo>
                    <a:pt x="1380" y="14597"/>
                    <a:pt x="2948" y="16838"/>
                    <a:pt x="4233" y="19566"/>
                  </a:cubicBezTo>
                  <a:cubicBezTo>
                    <a:pt x="5017" y="21227"/>
                    <a:pt x="5597" y="22857"/>
                    <a:pt x="5957" y="24299"/>
                  </a:cubicBezTo>
                  <a:lnTo>
                    <a:pt x="6663" y="24299"/>
                  </a:lnTo>
                  <a:lnTo>
                    <a:pt x="3951" y="15114"/>
                  </a:lnTo>
                  <a:lnTo>
                    <a:pt x="706" y="12967"/>
                  </a:lnTo>
                  <a:lnTo>
                    <a:pt x="706" y="9048"/>
                  </a:lnTo>
                  <a:lnTo>
                    <a:pt x="15236" y="9048"/>
                  </a:lnTo>
                  <a:lnTo>
                    <a:pt x="15236" y="12936"/>
                  </a:lnTo>
                  <a:lnTo>
                    <a:pt x="12243" y="15114"/>
                  </a:lnTo>
                  <a:lnTo>
                    <a:pt x="9280" y="24299"/>
                  </a:lnTo>
                  <a:lnTo>
                    <a:pt x="10095" y="24299"/>
                  </a:lnTo>
                  <a:cubicBezTo>
                    <a:pt x="10456" y="22857"/>
                    <a:pt x="11036" y="21227"/>
                    <a:pt x="11819" y="19566"/>
                  </a:cubicBezTo>
                  <a:cubicBezTo>
                    <a:pt x="13058" y="16948"/>
                    <a:pt x="14562" y="14769"/>
                    <a:pt x="15910" y="13484"/>
                  </a:cubicBezTo>
                  <a:lnTo>
                    <a:pt x="15910" y="7371"/>
                  </a:lnTo>
                  <a:cubicBezTo>
                    <a:pt x="15910" y="2084"/>
                    <a:pt x="12157" y="0"/>
                    <a:pt x="7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
            <p:cNvSpPr/>
            <p:nvPr/>
          </p:nvSpPr>
          <p:spPr>
            <a:xfrm>
              <a:off x="1874025" y="576800"/>
              <a:ext cx="198675" cy="96025"/>
            </a:xfrm>
            <a:custGeom>
              <a:avLst/>
              <a:gdLst/>
              <a:ahLst/>
              <a:cxnLst/>
              <a:rect l="l" t="t" r="r" b="b"/>
              <a:pathLst>
                <a:path w="7947" h="3841" extrusionOk="0">
                  <a:moveTo>
                    <a:pt x="1820" y="1"/>
                  </a:moveTo>
                  <a:cubicBezTo>
                    <a:pt x="1005" y="1"/>
                    <a:pt x="420" y="202"/>
                    <a:pt x="282" y="560"/>
                  </a:cubicBezTo>
                  <a:cubicBezTo>
                    <a:pt x="0" y="1265"/>
                    <a:pt x="1489" y="2284"/>
                    <a:pt x="3527" y="3083"/>
                  </a:cubicBezTo>
                  <a:cubicBezTo>
                    <a:pt x="4765" y="3556"/>
                    <a:pt x="5918" y="3841"/>
                    <a:pt x="6700" y="3841"/>
                  </a:cubicBezTo>
                  <a:cubicBezTo>
                    <a:pt x="7215" y="3841"/>
                    <a:pt x="7568" y="3718"/>
                    <a:pt x="7680" y="3444"/>
                  </a:cubicBezTo>
                  <a:cubicBezTo>
                    <a:pt x="7947" y="2739"/>
                    <a:pt x="6552" y="1344"/>
                    <a:pt x="4514" y="560"/>
                  </a:cubicBezTo>
                  <a:cubicBezTo>
                    <a:pt x="3533" y="175"/>
                    <a:pt x="2577" y="1"/>
                    <a:pt x="18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
            <p:cNvSpPr/>
            <p:nvPr/>
          </p:nvSpPr>
          <p:spPr>
            <a:xfrm>
              <a:off x="1699625" y="662500"/>
              <a:ext cx="399725" cy="520800"/>
            </a:xfrm>
            <a:custGeom>
              <a:avLst/>
              <a:gdLst/>
              <a:ahLst/>
              <a:cxnLst/>
              <a:rect l="l" t="t" r="r" b="b"/>
              <a:pathLst>
                <a:path w="15989" h="20832" extrusionOk="0">
                  <a:moveTo>
                    <a:pt x="1020" y="0"/>
                  </a:moveTo>
                  <a:cubicBezTo>
                    <a:pt x="377" y="1050"/>
                    <a:pt x="1" y="2383"/>
                    <a:pt x="1" y="3997"/>
                  </a:cubicBezTo>
                  <a:lnTo>
                    <a:pt x="1" y="9938"/>
                  </a:lnTo>
                  <a:cubicBezTo>
                    <a:pt x="1396" y="11192"/>
                    <a:pt x="2963" y="13418"/>
                    <a:pt x="4264" y="16129"/>
                  </a:cubicBezTo>
                  <a:cubicBezTo>
                    <a:pt x="5064" y="17775"/>
                    <a:pt x="5644" y="19405"/>
                    <a:pt x="5989" y="20831"/>
                  </a:cubicBezTo>
                  <a:lnTo>
                    <a:pt x="6710" y="20831"/>
                  </a:lnTo>
                  <a:lnTo>
                    <a:pt x="3967" y="11709"/>
                  </a:lnTo>
                  <a:lnTo>
                    <a:pt x="722" y="9562"/>
                  </a:lnTo>
                  <a:lnTo>
                    <a:pt x="722" y="5690"/>
                  </a:lnTo>
                  <a:lnTo>
                    <a:pt x="15330" y="5690"/>
                  </a:lnTo>
                  <a:lnTo>
                    <a:pt x="15330" y="9546"/>
                  </a:lnTo>
                  <a:lnTo>
                    <a:pt x="12305" y="11709"/>
                  </a:lnTo>
                  <a:lnTo>
                    <a:pt x="9343" y="20831"/>
                  </a:lnTo>
                  <a:lnTo>
                    <a:pt x="10158" y="20831"/>
                  </a:lnTo>
                  <a:cubicBezTo>
                    <a:pt x="10518" y="19405"/>
                    <a:pt x="11098" y="17775"/>
                    <a:pt x="11882" y="16129"/>
                  </a:cubicBezTo>
                  <a:cubicBezTo>
                    <a:pt x="13136" y="13527"/>
                    <a:pt x="14641" y="11364"/>
                    <a:pt x="15989" y="10079"/>
                  </a:cubicBezTo>
                  <a:lnTo>
                    <a:pt x="15989" y="4609"/>
                  </a:lnTo>
                  <a:cubicBezTo>
                    <a:pt x="15132" y="4917"/>
                    <a:pt x="14109" y="5073"/>
                    <a:pt x="12980" y="5073"/>
                  </a:cubicBezTo>
                  <a:cubicBezTo>
                    <a:pt x="11012" y="5073"/>
                    <a:pt x="8725" y="4597"/>
                    <a:pt x="6443" y="3621"/>
                  </a:cubicBezTo>
                  <a:cubicBezTo>
                    <a:pt x="4217" y="2665"/>
                    <a:pt x="2352" y="1380"/>
                    <a:pt x="102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
            <p:cNvSpPr/>
            <p:nvPr/>
          </p:nvSpPr>
          <p:spPr>
            <a:xfrm>
              <a:off x="1709825" y="633450"/>
              <a:ext cx="97200" cy="122975"/>
            </a:xfrm>
            <a:custGeom>
              <a:avLst/>
              <a:gdLst/>
              <a:ahLst/>
              <a:cxnLst/>
              <a:rect l="l" t="t" r="r" b="b"/>
              <a:pathLst>
                <a:path w="3888" h="4919" extrusionOk="0">
                  <a:moveTo>
                    <a:pt x="2224" y="0"/>
                  </a:moveTo>
                  <a:cubicBezTo>
                    <a:pt x="1697" y="0"/>
                    <a:pt x="30" y="1730"/>
                    <a:pt x="0" y="3670"/>
                  </a:cubicBezTo>
                  <a:cubicBezTo>
                    <a:pt x="0" y="4198"/>
                    <a:pt x="2500" y="4919"/>
                    <a:pt x="3090" y="4919"/>
                  </a:cubicBezTo>
                  <a:cubicBezTo>
                    <a:pt x="3130" y="4919"/>
                    <a:pt x="3161" y="4915"/>
                    <a:pt x="3182" y="4908"/>
                  </a:cubicBezTo>
                  <a:cubicBezTo>
                    <a:pt x="3888" y="4689"/>
                    <a:pt x="2555" y="143"/>
                    <a:pt x="2305" y="18"/>
                  </a:cubicBezTo>
                  <a:cubicBezTo>
                    <a:pt x="2282" y="6"/>
                    <a:pt x="2255" y="0"/>
                    <a:pt x="22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
            <p:cNvSpPr/>
            <p:nvPr/>
          </p:nvSpPr>
          <p:spPr>
            <a:xfrm>
              <a:off x="1711025" y="626825"/>
              <a:ext cx="97175" cy="123325"/>
            </a:xfrm>
            <a:custGeom>
              <a:avLst/>
              <a:gdLst/>
              <a:ahLst/>
              <a:cxnLst/>
              <a:rect l="l" t="t" r="r" b="b"/>
              <a:pathLst>
                <a:path w="3887" h="4933" extrusionOk="0">
                  <a:moveTo>
                    <a:pt x="2229" y="1"/>
                  </a:moveTo>
                  <a:cubicBezTo>
                    <a:pt x="1709" y="1"/>
                    <a:pt x="30" y="1737"/>
                    <a:pt x="15" y="3684"/>
                  </a:cubicBezTo>
                  <a:cubicBezTo>
                    <a:pt x="0" y="4199"/>
                    <a:pt x="2505" y="4933"/>
                    <a:pt x="3091" y="4933"/>
                  </a:cubicBezTo>
                  <a:cubicBezTo>
                    <a:pt x="3130" y="4933"/>
                    <a:pt x="3161" y="4930"/>
                    <a:pt x="3181" y="4923"/>
                  </a:cubicBezTo>
                  <a:cubicBezTo>
                    <a:pt x="3887" y="4688"/>
                    <a:pt x="2554" y="142"/>
                    <a:pt x="2304" y="17"/>
                  </a:cubicBezTo>
                  <a:cubicBezTo>
                    <a:pt x="2283" y="6"/>
                    <a:pt x="2258" y="1"/>
                    <a:pt x="222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
            <p:cNvSpPr/>
            <p:nvPr/>
          </p:nvSpPr>
          <p:spPr>
            <a:xfrm>
              <a:off x="1824650" y="1166425"/>
              <a:ext cx="147750" cy="31775"/>
            </a:xfrm>
            <a:custGeom>
              <a:avLst/>
              <a:gdLst/>
              <a:ahLst/>
              <a:cxnLst/>
              <a:rect l="l" t="t" r="r" b="b"/>
              <a:pathLst>
                <a:path w="5910" h="1271" extrusionOk="0">
                  <a:moveTo>
                    <a:pt x="0" y="0"/>
                  </a:moveTo>
                  <a:lnTo>
                    <a:pt x="721" y="1066"/>
                  </a:lnTo>
                  <a:cubicBezTo>
                    <a:pt x="799" y="1192"/>
                    <a:pt x="1066" y="1270"/>
                    <a:pt x="1364" y="1270"/>
                  </a:cubicBezTo>
                  <a:lnTo>
                    <a:pt x="4577" y="1270"/>
                  </a:lnTo>
                  <a:cubicBezTo>
                    <a:pt x="4859" y="1270"/>
                    <a:pt x="5110" y="1192"/>
                    <a:pt x="5173" y="1082"/>
                  </a:cubicBezTo>
                  <a:lnTo>
                    <a:pt x="59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
            <p:cNvSpPr/>
            <p:nvPr/>
          </p:nvSpPr>
          <p:spPr>
            <a:xfrm>
              <a:off x="1709825" y="795725"/>
              <a:ext cx="375425" cy="19625"/>
            </a:xfrm>
            <a:custGeom>
              <a:avLst/>
              <a:gdLst/>
              <a:ahLst/>
              <a:cxnLst/>
              <a:rect l="l" t="t" r="r" b="b"/>
              <a:pathLst>
                <a:path w="15017" h="785" extrusionOk="0">
                  <a:moveTo>
                    <a:pt x="377" y="1"/>
                  </a:moveTo>
                  <a:cubicBezTo>
                    <a:pt x="173" y="1"/>
                    <a:pt x="0" y="173"/>
                    <a:pt x="0" y="377"/>
                  </a:cubicBezTo>
                  <a:cubicBezTo>
                    <a:pt x="0" y="596"/>
                    <a:pt x="189" y="784"/>
                    <a:pt x="408" y="784"/>
                  </a:cubicBezTo>
                  <a:lnTo>
                    <a:pt x="14609" y="784"/>
                  </a:lnTo>
                  <a:cubicBezTo>
                    <a:pt x="14844" y="784"/>
                    <a:pt x="15016" y="596"/>
                    <a:pt x="15016" y="377"/>
                  </a:cubicBezTo>
                  <a:cubicBezTo>
                    <a:pt x="15016" y="173"/>
                    <a:pt x="14844" y="1"/>
                    <a:pt x="146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
            <p:cNvSpPr/>
            <p:nvPr/>
          </p:nvSpPr>
          <p:spPr>
            <a:xfrm>
              <a:off x="1899875" y="934400"/>
              <a:ext cx="96025" cy="23975"/>
            </a:xfrm>
            <a:custGeom>
              <a:avLst/>
              <a:gdLst/>
              <a:ahLst/>
              <a:cxnLst/>
              <a:rect l="l" t="t" r="r" b="b"/>
              <a:pathLst>
                <a:path w="3841" h="959" extrusionOk="0">
                  <a:moveTo>
                    <a:pt x="145" y="1"/>
                  </a:moveTo>
                  <a:cubicBezTo>
                    <a:pt x="89" y="1"/>
                    <a:pt x="46" y="104"/>
                    <a:pt x="16" y="222"/>
                  </a:cubicBezTo>
                  <a:cubicBezTo>
                    <a:pt x="1" y="347"/>
                    <a:pt x="32" y="457"/>
                    <a:pt x="95" y="457"/>
                  </a:cubicBezTo>
                  <a:lnTo>
                    <a:pt x="3700" y="958"/>
                  </a:lnTo>
                  <a:cubicBezTo>
                    <a:pt x="3747" y="958"/>
                    <a:pt x="3809" y="864"/>
                    <a:pt x="3825" y="739"/>
                  </a:cubicBezTo>
                  <a:cubicBezTo>
                    <a:pt x="3841" y="614"/>
                    <a:pt x="3809" y="504"/>
                    <a:pt x="3762" y="488"/>
                  </a:cubicBezTo>
                  <a:lnTo>
                    <a:pt x="157" y="2"/>
                  </a:lnTo>
                  <a:cubicBezTo>
                    <a:pt x="153" y="1"/>
                    <a:pt x="149"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
            <p:cNvSpPr/>
            <p:nvPr/>
          </p:nvSpPr>
          <p:spPr>
            <a:xfrm>
              <a:off x="1803875" y="934400"/>
              <a:ext cx="96025" cy="23975"/>
            </a:xfrm>
            <a:custGeom>
              <a:avLst/>
              <a:gdLst/>
              <a:ahLst/>
              <a:cxnLst/>
              <a:rect l="l" t="t" r="r" b="b"/>
              <a:pathLst>
                <a:path w="3841" h="959" extrusionOk="0">
                  <a:moveTo>
                    <a:pt x="3696" y="1"/>
                  </a:moveTo>
                  <a:cubicBezTo>
                    <a:pt x="3692" y="1"/>
                    <a:pt x="3688" y="1"/>
                    <a:pt x="3684" y="2"/>
                  </a:cubicBezTo>
                  <a:lnTo>
                    <a:pt x="94" y="488"/>
                  </a:lnTo>
                  <a:cubicBezTo>
                    <a:pt x="32" y="504"/>
                    <a:pt x="0" y="614"/>
                    <a:pt x="16" y="739"/>
                  </a:cubicBezTo>
                  <a:cubicBezTo>
                    <a:pt x="32" y="864"/>
                    <a:pt x="94" y="958"/>
                    <a:pt x="141" y="958"/>
                  </a:cubicBezTo>
                  <a:lnTo>
                    <a:pt x="3762" y="457"/>
                  </a:lnTo>
                  <a:cubicBezTo>
                    <a:pt x="3809" y="457"/>
                    <a:pt x="3841" y="347"/>
                    <a:pt x="3825" y="222"/>
                  </a:cubicBezTo>
                  <a:cubicBezTo>
                    <a:pt x="3810" y="104"/>
                    <a:pt x="3754" y="1"/>
                    <a:pt x="3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
            <p:cNvSpPr/>
            <p:nvPr/>
          </p:nvSpPr>
          <p:spPr>
            <a:xfrm>
              <a:off x="1921025" y="944625"/>
              <a:ext cx="24725" cy="227300"/>
            </a:xfrm>
            <a:custGeom>
              <a:avLst/>
              <a:gdLst/>
              <a:ahLst/>
              <a:cxnLst/>
              <a:rect l="l" t="t" r="r" b="b"/>
              <a:pathLst>
                <a:path w="989" h="9092" extrusionOk="0">
                  <a:moveTo>
                    <a:pt x="753" y="1"/>
                  </a:moveTo>
                  <a:cubicBezTo>
                    <a:pt x="628" y="1"/>
                    <a:pt x="518" y="111"/>
                    <a:pt x="518" y="236"/>
                  </a:cubicBezTo>
                  <a:lnTo>
                    <a:pt x="1" y="8872"/>
                  </a:lnTo>
                  <a:cubicBezTo>
                    <a:pt x="1" y="8998"/>
                    <a:pt x="95" y="9092"/>
                    <a:pt x="220" y="9092"/>
                  </a:cubicBezTo>
                  <a:cubicBezTo>
                    <a:pt x="346" y="9092"/>
                    <a:pt x="471" y="8982"/>
                    <a:pt x="471" y="8857"/>
                  </a:cubicBezTo>
                  <a:lnTo>
                    <a:pt x="973" y="252"/>
                  </a:lnTo>
                  <a:cubicBezTo>
                    <a:pt x="988" y="111"/>
                    <a:pt x="894"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
            <p:cNvSpPr/>
            <p:nvPr/>
          </p:nvSpPr>
          <p:spPr>
            <a:xfrm>
              <a:off x="1855200" y="944625"/>
              <a:ext cx="24725" cy="227300"/>
            </a:xfrm>
            <a:custGeom>
              <a:avLst/>
              <a:gdLst/>
              <a:ahLst/>
              <a:cxnLst/>
              <a:rect l="l" t="t" r="r" b="b"/>
              <a:pathLst>
                <a:path w="989" h="9092" extrusionOk="0">
                  <a:moveTo>
                    <a:pt x="236" y="1"/>
                  </a:moveTo>
                  <a:cubicBezTo>
                    <a:pt x="95" y="1"/>
                    <a:pt x="1" y="111"/>
                    <a:pt x="1" y="252"/>
                  </a:cubicBezTo>
                  <a:lnTo>
                    <a:pt x="518" y="8857"/>
                  </a:lnTo>
                  <a:cubicBezTo>
                    <a:pt x="518" y="8982"/>
                    <a:pt x="643" y="9092"/>
                    <a:pt x="769" y="9092"/>
                  </a:cubicBezTo>
                  <a:cubicBezTo>
                    <a:pt x="894" y="9092"/>
                    <a:pt x="988" y="8998"/>
                    <a:pt x="988" y="8872"/>
                  </a:cubicBezTo>
                  <a:lnTo>
                    <a:pt x="471" y="236"/>
                  </a:lnTo>
                  <a:cubicBezTo>
                    <a:pt x="471" y="111"/>
                    <a:pt x="361" y="1"/>
                    <a:pt x="2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
            <p:cNvSpPr/>
            <p:nvPr/>
          </p:nvSpPr>
          <p:spPr>
            <a:xfrm>
              <a:off x="1891650" y="895650"/>
              <a:ext cx="11775" cy="50575"/>
            </a:xfrm>
            <a:custGeom>
              <a:avLst/>
              <a:gdLst/>
              <a:ahLst/>
              <a:cxnLst/>
              <a:rect l="l" t="t" r="r" b="b"/>
              <a:pathLst>
                <a:path w="471" h="2023" extrusionOk="0">
                  <a:moveTo>
                    <a:pt x="251" y="1"/>
                  </a:moveTo>
                  <a:cubicBezTo>
                    <a:pt x="110" y="1"/>
                    <a:pt x="0" y="32"/>
                    <a:pt x="0" y="63"/>
                  </a:cubicBezTo>
                  <a:lnTo>
                    <a:pt x="0" y="1960"/>
                  </a:lnTo>
                  <a:cubicBezTo>
                    <a:pt x="0" y="1991"/>
                    <a:pt x="110" y="2023"/>
                    <a:pt x="251" y="2023"/>
                  </a:cubicBezTo>
                  <a:cubicBezTo>
                    <a:pt x="377" y="2023"/>
                    <a:pt x="471" y="1991"/>
                    <a:pt x="471" y="1960"/>
                  </a:cubicBezTo>
                  <a:lnTo>
                    <a:pt x="471" y="48"/>
                  </a:lnTo>
                  <a:cubicBezTo>
                    <a:pt x="471" y="32"/>
                    <a:pt x="377" y="1"/>
                    <a:pt x="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
            <p:cNvSpPr/>
            <p:nvPr/>
          </p:nvSpPr>
          <p:spPr>
            <a:xfrm>
              <a:off x="1831300" y="1075125"/>
              <a:ext cx="132875" cy="11375"/>
            </a:xfrm>
            <a:custGeom>
              <a:avLst/>
              <a:gdLst/>
              <a:ahLst/>
              <a:cxnLst/>
              <a:rect l="l" t="t" r="r" b="b"/>
              <a:pathLst>
                <a:path w="5315" h="455" extrusionOk="0">
                  <a:moveTo>
                    <a:pt x="126" y="0"/>
                  </a:moveTo>
                  <a:cubicBezTo>
                    <a:pt x="48" y="0"/>
                    <a:pt x="1" y="94"/>
                    <a:pt x="1" y="220"/>
                  </a:cubicBezTo>
                  <a:cubicBezTo>
                    <a:pt x="1" y="345"/>
                    <a:pt x="63" y="455"/>
                    <a:pt x="142" y="455"/>
                  </a:cubicBezTo>
                  <a:lnTo>
                    <a:pt x="5173" y="455"/>
                  </a:lnTo>
                  <a:cubicBezTo>
                    <a:pt x="5251" y="455"/>
                    <a:pt x="5314" y="345"/>
                    <a:pt x="5314" y="220"/>
                  </a:cubicBezTo>
                  <a:cubicBezTo>
                    <a:pt x="5314" y="94"/>
                    <a:pt x="5251" y="0"/>
                    <a:pt x="51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
            <p:cNvSpPr/>
            <p:nvPr/>
          </p:nvSpPr>
          <p:spPr>
            <a:xfrm>
              <a:off x="1813675" y="1013200"/>
              <a:ext cx="167725" cy="11800"/>
            </a:xfrm>
            <a:custGeom>
              <a:avLst/>
              <a:gdLst/>
              <a:ahLst/>
              <a:cxnLst/>
              <a:rect l="l" t="t" r="r" b="b"/>
              <a:pathLst>
                <a:path w="6709" h="472" extrusionOk="0">
                  <a:moveTo>
                    <a:pt x="173" y="1"/>
                  </a:moveTo>
                  <a:cubicBezTo>
                    <a:pt x="79" y="1"/>
                    <a:pt x="0" y="111"/>
                    <a:pt x="0" y="236"/>
                  </a:cubicBezTo>
                  <a:cubicBezTo>
                    <a:pt x="0" y="361"/>
                    <a:pt x="79" y="471"/>
                    <a:pt x="188" y="471"/>
                  </a:cubicBezTo>
                  <a:lnTo>
                    <a:pt x="6536" y="471"/>
                  </a:lnTo>
                  <a:cubicBezTo>
                    <a:pt x="6630" y="471"/>
                    <a:pt x="6709" y="361"/>
                    <a:pt x="6709" y="236"/>
                  </a:cubicBezTo>
                  <a:cubicBezTo>
                    <a:pt x="6709" y="111"/>
                    <a:pt x="6630" y="1"/>
                    <a:pt x="65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
            <p:cNvSpPr/>
            <p:nvPr/>
          </p:nvSpPr>
          <p:spPr>
            <a:xfrm>
              <a:off x="1722375" y="892525"/>
              <a:ext cx="350325" cy="11775"/>
            </a:xfrm>
            <a:custGeom>
              <a:avLst/>
              <a:gdLst/>
              <a:ahLst/>
              <a:cxnLst/>
              <a:rect l="l" t="t" r="r" b="b"/>
              <a:pathLst>
                <a:path w="14013" h="471" extrusionOk="0">
                  <a:moveTo>
                    <a:pt x="345" y="0"/>
                  </a:moveTo>
                  <a:cubicBezTo>
                    <a:pt x="157" y="0"/>
                    <a:pt x="0" y="94"/>
                    <a:pt x="0" y="220"/>
                  </a:cubicBezTo>
                  <a:cubicBezTo>
                    <a:pt x="0" y="361"/>
                    <a:pt x="172" y="470"/>
                    <a:pt x="376" y="470"/>
                  </a:cubicBezTo>
                  <a:lnTo>
                    <a:pt x="13652" y="470"/>
                  </a:lnTo>
                  <a:cubicBezTo>
                    <a:pt x="13856" y="470"/>
                    <a:pt x="14013" y="361"/>
                    <a:pt x="14013" y="220"/>
                  </a:cubicBezTo>
                  <a:cubicBezTo>
                    <a:pt x="14013" y="94"/>
                    <a:pt x="13856" y="0"/>
                    <a:pt x="13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
            <p:cNvSpPr/>
            <p:nvPr/>
          </p:nvSpPr>
          <p:spPr>
            <a:xfrm>
              <a:off x="1859525" y="1166425"/>
              <a:ext cx="76025" cy="19625"/>
            </a:xfrm>
            <a:custGeom>
              <a:avLst/>
              <a:gdLst/>
              <a:ahLst/>
              <a:cxnLst/>
              <a:rect l="l" t="t" r="r" b="b"/>
              <a:pathLst>
                <a:path w="3041" h="785" extrusionOk="0">
                  <a:moveTo>
                    <a:pt x="78" y="0"/>
                  </a:moveTo>
                  <a:cubicBezTo>
                    <a:pt x="31" y="0"/>
                    <a:pt x="0" y="173"/>
                    <a:pt x="0" y="377"/>
                  </a:cubicBezTo>
                  <a:cubicBezTo>
                    <a:pt x="0" y="596"/>
                    <a:pt x="31" y="784"/>
                    <a:pt x="78" y="784"/>
                  </a:cubicBezTo>
                  <a:lnTo>
                    <a:pt x="2963" y="784"/>
                  </a:lnTo>
                  <a:cubicBezTo>
                    <a:pt x="3010" y="784"/>
                    <a:pt x="3041" y="596"/>
                    <a:pt x="3041" y="377"/>
                  </a:cubicBezTo>
                  <a:cubicBezTo>
                    <a:pt x="3041" y="173"/>
                    <a:pt x="3010" y="0"/>
                    <a:pt x="29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
            <p:cNvSpPr/>
            <p:nvPr/>
          </p:nvSpPr>
          <p:spPr>
            <a:xfrm>
              <a:off x="2066800" y="796125"/>
              <a:ext cx="19225" cy="111300"/>
            </a:xfrm>
            <a:custGeom>
              <a:avLst/>
              <a:gdLst/>
              <a:ahLst/>
              <a:cxnLst/>
              <a:rect l="l" t="t" r="r" b="b"/>
              <a:pathLst>
                <a:path w="769" h="4452" extrusionOk="0">
                  <a:moveTo>
                    <a:pt x="408" y="0"/>
                  </a:moveTo>
                  <a:cubicBezTo>
                    <a:pt x="173" y="0"/>
                    <a:pt x="1" y="141"/>
                    <a:pt x="1" y="314"/>
                  </a:cubicBezTo>
                  <a:lnTo>
                    <a:pt x="1" y="4138"/>
                  </a:lnTo>
                  <a:cubicBezTo>
                    <a:pt x="1" y="4311"/>
                    <a:pt x="173" y="4452"/>
                    <a:pt x="408" y="4452"/>
                  </a:cubicBezTo>
                  <a:cubicBezTo>
                    <a:pt x="612" y="4452"/>
                    <a:pt x="769" y="4326"/>
                    <a:pt x="769" y="4170"/>
                  </a:cubicBezTo>
                  <a:lnTo>
                    <a:pt x="769" y="282"/>
                  </a:lnTo>
                  <a:cubicBezTo>
                    <a:pt x="769" y="126"/>
                    <a:pt x="612" y="0"/>
                    <a:pt x="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
            <p:cNvSpPr/>
            <p:nvPr/>
          </p:nvSpPr>
          <p:spPr>
            <a:xfrm>
              <a:off x="1921825" y="944625"/>
              <a:ext cx="84650" cy="241425"/>
            </a:xfrm>
            <a:custGeom>
              <a:avLst/>
              <a:gdLst/>
              <a:ahLst/>
              <a:cxnLst/>
              <a:rect l="l" t="t" r="r" b="b"/>
              <a:pathLst>
                <a:path w="3386" h="9657" extrusionOk="0">
                  <a:moveTo>
                    <a:pt x="3010" y="1"/>
                  </a:moveTo>
                  <a:cubicBezTo>
                    <a:pt x="2790" y="1"/>
                    <a:pt x="2618" y="142"/>
                    <a:pt x="2618" y="314"/>
                  </a:cubicBezTo>
                  <a:lnTo>
                    <a:pt x="0" y="9343"/>
                  </a:lnTo>
                  <a:cubicBezTo>
                    <a:pt x="0" y="9515"/>
                    <a:pt x="173" y="9656"/>
                    <a:pt x="392" y="9656"/>
                  </a:cubicBezTo>
                  <a:cubicBezTo>
                    <a:pt x="612" y="9656"/>
                    <a:pt x="768" y="9515"/>
                    <a:pt x="768" y="9358"/>
                  </a:cubicBezTo>
                  <a:lnTo>
                    <a:pt x="3386" y="283"/>
                  </a:lnTo>
                  <a:cubicBezTo>
                    <a:pt x="3386" y="126"/>
                    <a:pt x="3229" y="1"/>
                    <a:pt x="3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
            <p:cNvSpPr/>
            <p:nvPr/>
          </p:nvSpPr>
          <p:spPr>
            <a:xfrm>
              <a:off x="1790150" y="944625"/>
              <a:ext cx="86250" cy="241425"/>
            </a:xfrm>
            <a:custGeom>
              <a:avLst/>
              <a:gdLst/>
              <a:ahLst/>
              <a:cxnLst/>
              <a:rect l="l" t="t" r="r" b="b"/>
              <a:pathLst>
                <a:path w="3450" h="9657" extrusionOk="0">
                  <a:moveTo>
                    <a:pt x="377" y="1"/>
                  </a:moveTo>
                  <a:cubicBezTo>
                    <a:pt x="173" y="1"/>
                    <a:pt x="1" y="126"/>
                    <a:pt x="1" y="283"/>
                  </a:cubicBezTo>
                  <a:lnTo>
                    <a:pt x="2665" y="9358"/>
                  </a:lnTo>
                  <a:cubicBezTo>
                    <a:pt x="2665" y="9515"/>
                    <a:pt x="2838" y="9656"/>
                    <a:pt x="3042" y="9656"/>
                  </a:cubicBezTo>
                  <a:cubicBezTo>
                    <a:pt x="3261" y="9656"/>
                    <a:pt x="3449" y="9515"/>
                    <a:pt x="3449" y="9343"/>
                  </a:cubicBezTo>
                  <a:lnTo>
                    <a:pt x="784" y="314"/>
                  </a:lnTo>
                  <a:cubicBezTo>
                    <a:pt x="784" y="142"/>
                    <a:pt x="612" y="1"/>
                    <a:pt x="3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
            <p:cNvSpPr/>
            <p:nvPr/>
          </p:nvSpPr>
          <p:spPr>
            <a:xfrm>
              <a:off x="1709825" y="796125"/>
              <a:ext cx="19225" cy="111300"/>
            </a:xfrm>
            <a:custGeom>
              <a:avLst/>
              <a:gdLst/>
              <a:ahLst/>
              <a:cxnLst/>
              <a:rect l="l" t="t" r="r" b="b"/>
              <a:pathLst>
                <a:path w="769" h="4452" extrusionOk="0">
                  <a:moveTo>
                    <a:pt x="392" y="0"/>
                  </a:moveTo>
                  <a:cubicBezTo>
                    <a:pt x="173" y="0"/>
                    <a:pt x="0" y="141"/>
                    <a:pt x="0" y="314"/>
                  </a:cubicBezTo>
                  <a:lnTo>
                    <a:pt x="0" y="4138"/>
                  </a:lnTo>
                  <a:cubicBezTo>
                    <a:pt x="0" y="4311"/>
                    <a:pt x="173" y="4452"/>
                    <a:pt x="392" y="4452"/>
                  </a:cubicBezTo>
                  <a:cubicBezTo>
                    <a:pt x="596" y="4452"/>
                    <a:pt x="769" y="4326"/>
                    <a:pt x="769" y="4170"/>
                  </a:cubicBezTo>
                  <a:lnTo>
                    <a:pt x="769" y="282"/>
                  </a:lnTo>
                  <a:cubicBezTo>
                    <a:pt x="769" y="126"/>
                    <a:pt x="596" y="0"/>
                    <a:pt x="3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
            <p:cNvSpPr/>
            <p:nvPr/>
          </p:nvSpPr>
          <p:spPr>
            <a:xfrm>
              <a:off x="1708650" y="889850"/>
              <a:ext cx="101125" cy="71700"/>
            </a:xfrm>
            <a:custGeom>
              <a:avLst/>
              <a:gdLst/>
              <a:ahLst/>
              <a:cxnLst/>
              <a:rect l="l" t="t" r="r" b="b"/>
              <a:pathLst>
                <a:path w="4045" h="2868" extrusionOk="0">
                  <a:moveTo>
                    <a:pt x="514" y="0"/>
                  </a:moveTo>
                  <a:cubicBezTo>
                    <a:pt x="392" y="0"/>
                    <a:pt x="256" y="55"/>
                    <a:pt x="157" y="154"/>
                  </a:cubicBezTo>
                  <a:cubicBezTo>
                    <a:pt x="16" y="311"/>
                    <a:pt x="0" y="499"/>
                    <a:pt x="142" y="593"/>
                  </a:cubicBezTo>
                  <a:lnTo>
                    <a:pt x="3370" y="2819"/>
                  </a:lnTo>
                  <a:cubicBezTo>
                    <a:pt x="3415" y="2852"/>
                    <a:pt x="3473" y="2868"/>
                    <a:pt x="3536" y="2868"/>
                  </a:cubicBezTo>
                  <a:cubicBezTo>
                    <a:pt x="3651" y="2868"/>
                    <a:pt x="3781" y="2816"/>
                    <a:pt x="3872" y="2725"/>
                  </a:cubicBezTo>
                  <a:cubicBezTo>
                    <a:pt x="4029" y="2568"/>
                    <a:pt x="4044" y="2364"/>
                    <a:pt x="3903" y="2270"/>
                  </a:cubicBezTo>
                  <a:lnTo>
                    <a:pt x="706" y="60"/>
                  </a:lnTo>
                  <a:cubicBezTo>
                    <a:pt x="654" y="19"/>
                    <a:pt x="586" y="0"/>
                    <a:pt x="5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
            <p:cNvSpPr/>
            <p:nvPr/>
          </p:nvSpPr>
          <p:spPr>
            <a:xfrm>
              <a:off x="1986875" y="889850"/>
              <a:ext cx="100725" cy="71700"/>
            </a:xfrm>
            <a:custGeom>
              <a:avLst/>
              <a:gdLst/>
              <a:ahLst/>
              <a:cxnLst/>
              <a:rect l="l" t="t" r="r" b="b"/>
              <a:pathLst>
                <a:path w="4029" h="2868" extrusionOk="0">
                  <a:moveTo>
                    <a:pt x="3526" y="0"/>
                  </a:moveTo>
                  <a:cubicBezTo>
                    <a:pt x="3456" y="0"/>
                    <a:pt x="3391" y="19"/>
                    <a:pt x="3339" y="60"/>
                  </a:cubicBezTo>
                  <a:lnTo>
                    <a:pt x="141" y="2270"/>
                  </a:lnTo>
                  <a:cubicBezTo>
                    <a:pt x="0" y="2364"/>
                    <a:pt x="16" y="2568"/>
                    <a:pt x="173" y="2725"/>
                  </a:cubicBezTo>
                  <a:cubicBezTo>
                    <a:pt x="264" y="2816"/>
                    <a:pt x="388" y="2868"/>
                    <a:pt x="502" y="2868"/>
                  </a:cubicBezTo>
                  <a:cubicBezTo>
                    <a:pt x="564" y="2868"/>
                    <a:pt x="624" y="2852"/>
                    <a:pt x="674" y="2819"/>
                  </a:cubicBezTo>
                  <a:lnTo>
                    <a:pt x="3903" y="593"/>
                  </a:lnTo>
                  <a:cubicBezTo>
                    <a:pt x="4029" y="499"/>
                    <a:pt x="4029" y="311"/>
                    <a:pt x="3872" y="154"/>
                  </a:cubicBezTo>
                  <a:cubicBezTo>
                    <a:pt x="3773" y="55"/>
                    <a:pt x="3643" y="0"/>
                    <a:pt x="35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
            <p:cNvSpPr/>
            <p:nvPr/>
          </p:nvSpPr>
          <p:spPr>
            <a:xfrm>
              <a:off x="1729425" y="942675"/>
              <a:ext cx="117975" cy="231600"/>
            </a:xfrm>
            <a:custGeom>
              <a:avLst/>
              <a:gdLst/>
              <a:ahLst/>
              <a:cxnLst/>
              <a:rect l="l" t="t" r="r" b="b"/>
              <a:pathLst>
                <a:path w="4719" h="9264" extrusionOk="0">
                  <a:moveTo>
                    <a:pt x="0" y="0"/>
                  </a:moveTo>
                  <a:lnTo>
                    <a:pt x="3119" y="9233"/>
                  </a:lnTo>
                  <a:lnTo>
                    <a:pt x="4718" y="9264"/>
                  </a:lnTo>
                  <a:cubicBezTo>
                    <a:pt x="3072" y="2822"/>
                    <a:pt x="0" y="1"/>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
            <p:cNvSpPr/>
            <p:nvPr/>
          </p:nvSpPr>
          <p:spPr>
            <a:xfrm>
              <a:off x="1953175" y="941500"/>
              <a:ext cx="121100" cy="232775"/>
            </a:xfrm>
            <a:custGeom>
              <a:avLst/>
              <a:gdLst/>
              <a:ahLst/>
              <a:cxnLst/>
              <a:rect l="l" t="t" r="r" b="b"/>
              <a:pathLst>
                <a:path w="4844" h="9311" extrusionOk="0">
                  <a:moveTo>
                    <a:pt x="4844" y="0"/>
                  </a:moveTo>
                  <a:cubicBezTo>
                    <a:pt x="4843" y="1"/>
                    <a:pt x="1662" y="2869"/>
                    <a:pt x="0" y="9311"/>
                  </a:cubicBezTo>
                  <a:lnTo>
                    <a:pt x="1599" y="9280"/>
                  </a:lnTo>
                  <a:lnTo>
                    <a:pt x="4844"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
            <p:cNvSpPr/>
            <p:nvPr/>
          </p:nvSpPr>
          <p:spPr>
            <a:xfrm>
              <a:off x="1658500" y="786325"/>
              <a:ext cx="31375" cy="32150"/>
            </a:xfrm>
            <a:custGeom>
              <a:avLst/>
              <a:gdLst/>
              <a:ahLst/>
              <a:cxnLst/>
              <a:rect l="l" t="t" r="r" b="b"/>
              <a:pathLst>
                <a:path w="1255" h="1286" extrusionOk="0">
                  <a:moveTo>
                    <a:pt x="611" y="0"/>
                  </a:moveTo>
                  <a:cubicBezTo>
                    <a:pt x="267" y="0"/>
                    <a:pt x="0" y="47"/>
                    <a:pt x="0" y="486"/>
                  </a:cubicBezTo>
                  <a:cubicBezTo>
                    <a:pt x="0" y="925"/>
                    <a:pt x="282" y="1286"/>
                    <a:pt x="627" y="1286"/>
                  </a:cubicBezTo>
                  <a:cubicBezTo>
                    <a:pt x="972" y="1286"/>
                    <a:pt x="1254" y="925"/>
                    <a:pt x="1254" y="486"/>
                  </a:cubicBezTo>
                  <a:cubicBezTo>
                    <a:pt x="1254" y="47"/>
                    <a:pt x="956" y="0"/>
                    <a:pt x="6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
            <p:cNvSpPr/>
            <p:nvPr/>
          </p:nvSpPr>
          <p:spPr>
            <a:xfrm>
              <a:off x="2111475" y="786325"/>
              <a:ext cx="31775" cy="32150"/>
            </a:xfrm>
            <a:custGeom>
              <a:avLst/>
              <a:gdLst/>
              <a:ahLst/>
              <a:cxnLst/>
              <a:rect l="l" t="t" r="r" b="b"/>
              <a:pathLst>
                <a:path w="1271" h="1286" extrusionOk="0">
                  <a:moveTo>
                    <a:pt x="628" y="0"/>
                  </a:moveTo>
                  <a:cubicBezTo>
                    <a:pt x="283" y="0"/>
                    <a:pt x="1" y="47"/>
                    <a:pt x="1" y="486"/>
                  </a:cubicBezTo>
                  <a:cubicBezTo>
                    <a:pt x="1" y="925"/>
                    <a:pt x="283" y="1286"/>
                    <a:pt x="643" y="1286"/>
                  </a:cubicBezTo>
                  <a:cubicBezTo>
                    <a:pt x="988" y="1286"/>
                    <a:pt x="1270" y="925"/>
                    <a:pt x="1270" y="486"/>
                  </a:cubicBezTo>
                  <a:cubicBezTo>
                    <a:pt x="1270" y="47"/>
                    <a:pt x="972" y="0"/>
                    <a:pt x="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
            <p:cNvSpPr/>
            <p:nvPr/>
          </p:nvSpPr>
          <p:spPr>
            <a:xfrm>
              <a:off x="1712975" y="630350"/>
              <a:ext cx="91700" cy="120600"/>
            </a:xfrm>
            <a:custGeom>
              <a:avLst/>
              <a:gdLst/>
              <a:ahLst/>
              <a:cxnLst/>
              <a:rect l="l" t="t" r="r" b="b"/>
              <a:pathLst>
                <a:path w="3668" h="4824" extrusionOk="0">
                  <a:moveTo>
                    <a:pt x="2106" y="1"/>
                  </a:moveTo>
                  <a:cubicBezTo>
                    <a:pt x="1606" y="1"/>
                    <a:pt x="30" y="1691"/>
                    <a:pt x="16" y="3606"/>
                  </a:cubicBezTo>
                  <a:cubicBezTo>
                    <a:pt x="1" y="4105"/>
                    <a:pt x="2362" y="4823"/>
                    <a:pt x="2908" y="4823"/>
                  </a:cubicBezTo>
                  <a:cubicBezTo>
                    <a:pt x="2946" y="4823"/>
                    <a:pt x="2975" y="4820"/>
                    <a:pt x="2994" y="4813"/>
                  </a:cubicBezTo>
                  <a:cubicBezTo>
                    <a:pt x="3668" y="4594"/>
                    <a:pt x="2414" y="142"/>
                    <a:pt x="2179" y="17"/>
                  </a:cubicBezTo>
                  <a:cubicBezTo>
                    <a:pt x="2158" y="6"/>
                    <a:pt x="2133" y="1"/>
                    <a:pt x="2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
            <p:cNvSpPr/>
            <p:nvPr/>
          </p:nvSpPr>
          <p:spPr>
            <a:xfrm>
              <a:off x="1808300" y="584325"/>
              <a:ext cx="66925" cy="88050"/>
            </a:xfrm>
            <a:custGeom>
              <a:avLst/>
              <a:gdLst/>
              <a:ahLst/>
              <a:cxnLst/>
              <a:rect l="l" t="t" r="r" b="b"/>
              <a:pathLst>
                <a:path w="2677" h="3522" extrusionOk="0">
                  <a:moveTo>
                    <a:pt x="2065" y="0"/>
                  </a:moveTo>
                  <a:cubicBezTo>
                    <a:pt x="1611" y="0"/>
                    <a:pt x="553" y="340"/>
                    <a:pt x="294" y="572"/>
                  </a:cubicBezTo>
                  <a:cubicBezTo>
                    <a:pt x="1" y="834"/>
                    <a:pt x="1906" y="3521"/>
                    <a:pt x="2267" y="3521"/>
                  </a:cubicBezTo>
                  <a:cubicBezTo>
                    <a:pt x="2273" y="3521"/>
                    <a:pt x="2279" y="3521"/>
                    <a:pt x="2284" y="3519"/>
                  </a:cubicBezTo>
                  <a:cubicBezTo>
                    <a:pt x="2676" y="3409"/>
                    <a:pt x="2519" y="133"/>
                    <a:pt x="2221" y="24"/>
                  </a:cubicBezTo>
                  <a:cubicBezTo>
                    <a:pt x="2185" y="8"/>
                    <a:pt x="2132" y="0"/>
                    <a:pt x="206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
            <p:cNvSpPr/>
            <p:nvPr/>
          </p:nvSpPr>
          <p:spPr>
            <a:xfrm>
              <a:off x="1811800" y="587625"/>
              <a:ext cx="60275" cy="78850"/>
            </a:xfrm>
            <a:custGeom>
              <a:avLst/>
              <a:gdLst/>
              <a:ahLst/>
              <a:cxnLst/>
              <a:rect l="l" t="t" r="r" b="b"/>
              <a:pathLst>
                <a:path w="2411" h="3154" extrusionOk="0">
                  <a:moveTo>
                    <a:pt x="1829" y="1"/>
                  </a:moveTo>
                  <a:cubicBezTo>
                    <a:pt x="1433" y="1"/>
                    <a:pt x="484" y="280"/>
                    <a:pt x="263" y="487"/>
                  </a:cubicBezTo>
                  <a:cubicBezTo>
                    <a:pt x="0" y="720"/>
                    <a:pt x="1740" y="3153"/>
                    <a:pt x="2055" y="3153"/>
                  </a:cubicBezTo>
                  <a:cubicBezTo>
                    <a:pt x="2059" y="3153"/>
                    <a:pt x="2062" y="3153"/>
                    <a:pt x="2066" y="3152"/>
                  </a:cubicBezTo>
                  <a:cubicBezTo>
                    <a:pt x="2411" y="3042"/>
                    <a:pt x="2223" y="127"/>
                    <a:pt x="1956" y="17"/>
                  </a:cubicBezTo>
                  <a:cubicBezTo>
                    <a:pt x="1926" y="6"/>
                    <a:pt x="1882" y="1"/>
                    <a:pt x="1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
            <p:cNvSpPr/>
            <p:nvPr/>
          </p:nvSpPr>
          <p:spPr>
            <a:xfrm>
              <a:off x="1911625" y="583475"/>
              <a:ext cx="67700" cy="87725"/>
            </a:xfrm>
            <a:custGeom>
              <a:avLst/>
              <a:gdLst/>
              <a:ahLst/>
              <a:cxnLst/>
              <a:rect l="l" t="t" r="r" b="b"/>
              <a:pathLst>
                <a:path w="2708" h="3509" extrusionOk="0">
                  <a:moveTo>
                    <a:pt x="624" y="1"/>
                  </a:moveTo>
                  <a:cubicBezTo>
                    <a:pt x="545" y="1"/>
                    <a:pt x="482" y="9"/>
                    <a:pt x="440" y="26"/>
                  </a:cubicBezTo>
                  <a:cubicBezTo>
                    <a:pt x="142" y="152"/>
                    <a:pt x="1" y="3412"/>
                    <a:pt x="393" y="3506"/>
                  </a:cubicBezTo>
                  <a:cubicBezTo>
                    <a:pt x="398" y="3508"/>
                    <a:pt x="404" y="3508"/>
                    <a:pt x="410" y="3508"/>
                  </a:cubicBezTo>
                  <a:cubicBezTo>
                    <a:pt x="786" y="3508"/>
                    <a:pt x="2708" y="775"/>
                    <a:pt x="2415" y="528"/>
                  </a:cubicBezTo>
                  <a:cubicBezTo>
                    <a:pt x="2159" y="299"/>
                    <a:pt x="1105" y="1"/>
                    <a:pt x="6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
            <p:cNvSpPr/>
            <p:nvPr/>
          </p:nvSpPr>
          <p:spPr>
            <a:xfrm>
              <a:off x="1915150" y="587625"/>
              <a:ext cx="59900" cy="78850"/>
            </a:xfrm>
            <a:custGeom>
              <a:avLst/>
              <a:gdLst/>
              <a:ahLst/>
              <a:cxnLst/>
              <a:rect l="l" t="t" r="r" b="b"/>
              <a:pathLst>
                <a:path w="2396" h="3154" extrusionOk="0">
                  <a:moveTo>
                    <a:pt x="572" y="1"/>
                  </a:moveTo>
                  <a:cubicBezTo>
                    <a:pt x="517" y="1"/>
                    <a:pt x="472" y="6"/>
                    <a:pt x="440" y="17"/>
                  </a:cubicBezTo>
                  <a:cubicBezTo>
                    <a:pt x="189" y="127"/>
                    <a:pt x="1" y="3042"/>
                    <a:pt x="346" y="3152"/>
                  </a:cubicBezTo>
                  <a:cubicBezTo>
                    <a:pt x="349" y="3153"/>
                    <a:pt x="353" y="3153"/>
                    <a:pt x="356" y="3153"/>
                  </a:cubicBezTo>
                  <a:cubicBezTo>
                    <a:pt x="656" y="3153"/>
                    <a:pt x="2396" y="720"/>
                    <a:pt x="2148" y="487"/>
                  </a:cubicBezTo>
                  <a:cubicBezTo>
                    <a:pt x="1914" y="280"/>
                    <a:pt x="975" y="1"/>
                    <a:pt x="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
            <p:cNvSpPr/>
            <p:nvPr/>
          </p:nvSpPr>
          <p:spPr>
            <a:xfrm>
              <a:off x="1982550" y="630325"/>
              <a:ext cx="103475" cy="128450"/>
            </a:xfrm>
            <a:custGeom>
              <a:avLst/>
              <a:gdLst/>
              <a:ahLst/>
              <a:cxnLst/>
              <a:rect l="l" t="t" r="r" b="b"/>
              <a:pathLst>
                <a:path w="4139" h="5138" extrusionOk="0">
                  <a:moveTo>
                    <a:pt x="1760" y="0"/>
                  </a:moveTo>
                  <a:cubicBezTo>
                    <a:pt x="1729" y="0"/>
                    <a:pt x="1701" y="6"/>
                    <a:pt x="1678" y="18"/>
                  </a:cubicBezTo>
                  <a:cubicBezTo>
                    <a:pt x="1427" y="159"/>
                    <a:pt x="1" y="4892"/>
                    <a:pt x="753" y="5127"/>
                  </a:cubicBezTo>
                  <a:cubicBezTo>
                    <a:pt x="774" y="5134"/>
                    <a:pt x="806" y="5138"/>
                    <a:pt x="846" y="5138"/>
                  </a:cubicBezTo>
                  <a:cubicBezTo>
                    <a:pt x="1462" y="5138"/>
                    <a:pt x="4139" y="4386"/>
                    <a:pt x="4139" y="3842"/>
                  </a:cubicBezTo>
                  <a:cubicBezTo>
                    <a:pt x="4109" y="1809"/>
                    <a:pt x="2323" y="0"/>
                    <a:pt x="176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
            <p:cNvSpPr/>
            <p:nvPr/>
          </p:nvSpPr>
          <p:spPr>
            <a:xfrm>
              <a:off x="1988425" y="635050"/>
              <a:ext cx="93700" cy="120600"/>
            </a:xfrm>
            <a:custGeom>
              <a:avLst/>
              <a:gdLst/>
              <a:ahLst/>
              <a:cxnLst/>
              <a:rect l="l" t="t" r="r" b="b"/>
              <a:pathLst>
                <a:path w="3748" h="4824" extrusionOk="0">
                  <a:moveTo>
                    <a:pt x="1594" y="1"/>
                  </a:moveTo>
                  <a:cubicBezTo>
                    <a:pt x="1566" y="1"/>
                    <a:pt x="1542" y="6"/>
                    <a:pt x="1521" y="17"/>
                  </a:cubicBezTo>
                  <a:cubicBezTo>
                    <a:pt x="1286" y="142"/>
                    <a:pt x="1" y="4594"/>
                    <a:pt x="675" y="4813"/>
                  </a:cubicBezTo>
                  <a:cubicBezTo>
                    <a:pt x="695" y="4820"/>
                    <a:pt x="726" y="4824"/>
                    <a:pt x="766" y="4824"/>
                  </a:cubicBezTo>
                  <a:cubicBezTo>
                    <a:pt x="1336" y="4824"/>
                    <a:pt x="3747" y="4119"/>
                    <a:pt x="3747" y="3606"/>
                  </a:cubicBezTo>
                  <a:cubicBezTo>
                    <a:pt x="3717" y="1705"/>
                    <a:pt x="2097"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
            <p:cNvSpPr/>
            <p:nvPr/>
          </p:nvSpPr>
          <p:spPr>
            <a:xfrm>
              <a:off x="1694550" y="795850"/>
              <a:ext cx="91700" cy="17150"/>
            </a:xfrm>
            <a:custGeom>
              <a:avLst/>
              <a:gdLst/>
              <a:ahLst/>
              <a:cxnLst/>
              <a:rect l="l" t="t" r="r" b="b"/>
              <a:pathLst>
                <a:path w="3668" h="686" extrusionOk="0">
                  <a:moveTo>
                    <a:pt x="1837" y="0"/>
                  </a:moveTo>
                  <a:cubicBezTo>
                    <a:pt x="1200" y="0"/>
                    <a:pt x="607" y="11"/>
                    <a:pt x="455" y="11"/>
                  </a:cubicBezTo>
                  <a:cubicBezTo>
                    <a:pt x="79" y="11"/>
                    <a:pt x="0" y="152"/>
                    <a:pt x="0" y="340"/>
                  </a:cubicBezTo>
                  <a:cubicBezTo>
                    <a:pt x="0" y="528"/>
                    <a:pt x="79" y="685"/>
                    <a:pt x="455" y="685"/>
                  </a:cubicBezTo>
                  <a:cubicBezTo>
                    <a:pt x="815" y="685"/>
                    <a:pt x="3668" y="309"/>
                    <a:pt x="3668" y="121"/>
                  </a:cubicBezTo>
                  <a:cubicBezTo>
                    <a:pt x="3668" y="21"/>
                    <a:pt x="2712" y="0"/>
                    <a:pt x="1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
            <p:cNvSpPr/>
            <p:nvPr/>
          </p:nvSpPr>
          <p:spPr>
            <a:xfrm>
              <a:off x="2007250" y="795850"/>
              <a:ext cx="90150" cy="17150"/>
            </a:xfrm>
            <a:custGeom>
              <a:avLst/>
              <a:gdLst/>
              <a:ahLst/>
              <a:cxnLst/>
              <a:rect l="l" t="t" r="r" b="b"/>
              <a:pathLst>
                <a:path w="3606" h="686" extrusionOk="0">
                  <a:moveTo>
                    <a:pt x="1803" y="0"/>
                  </a:moveTo>
                  <a:cubicBezTo>
                    <a:pt x="941" y="0"/>
                    <a:pt x="0" y="21"/>
                    <a:pt x="0" y="121"/>
                  </a:cubicBezTo>
                  <a:cubicBezTo>
                    <a:pt x="0" y="309"/>
                    <a:pt x="2806" y="685"/>
                    <a:pt x="3167" y="685"/>
                  </a:cubicBezTo>
                  <a:cubicBezTo>
                    <a:pt x="3527" y="685"/>
                    <a:pt x="3605" y="528"/>
                    <a:pt x="3605" y="340"/>
                  </a:cubicBezTo>
                  <a:cubicBezTo>
                    <a:pt x="3605" y="152"/>
                    <a:pt x="3527" y="11"/>
                    <a:pt x="3167" y="11"/>
                  </a:cubicBezTo>
                  <a:cubicBezTo>
                    <a:pt x="3015" y="11"/>
                    <a:pt x="2429" y="0"/>
                    <a:pt x="18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
            <p:cNvSpPr/>
            <p:nvPr/>
          </p:nvSpPr>
          <p:spPr>
            <a:xfrm>
              <a:off x="1920250" y="602925"/>
              <a:ext cx="41125" cy="54125"/>
            </a:xfrm>
            <a:custGeom>
              <a:avLst/>
              <a:gdLst/>
              <a:ahLst/>
              <a:cxnLst/>
              <a:rect l="l" t="t" r="r" b="b"/>
              <a:pathLst>
                <a:path w="1645" h="2165" extrusionOk="0">
                  <a:moveTo>
                    <a:pt x="407" y="1"/>
                  </a:moveTo>
                  <a:cubicBezTo>
                    <a:pt x="362" y="1"/>
                    <a:pt x="324" y="6"/>
                    <a:pt x="298" y="16"/>
                  </a:cubicBezTo>
                  <a:cubicBezTo>
                    <a:pt x="126" y="79"/>
                    <a:pt x="1" y="2085"/>
                    <a:pt x="236" y="2164"/>
                  </a:cubicBezTo>
                  <a:cubicBezTo>
                    <a:pt x="238" y="2164"/>
                    <a:pt x="241" y="2165"/>
                    <a:pt x="244" y="2165"/>
                  </a:cubicBezTo>
                  <a:cubicBezTo>
                    <a:pt x="457" y="2165"/>
                    <a:pt x="1644" y="500"/>
                    <a:pt x="1474" y="330"/>
                  </a:cubicBezTo>
                  <a:cubicBezTo>
                    <a:pt x="1325" y="195"/>
                    <a:pt x="697"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
            <p:cNvSpPr/>
            <p:nvPr/>
          </p:nvSpPr>
          <p:spPr>
            <a:xfrm>
              <a:off x="1823925" y="600300"/>
              <a:ext cx="40325" cy="52450"/>
            </a:xfrm>
            <a:custGeom>
              <a:avLst/>
              <a:gdLst/>
              <a:ahLst/>
              <a:cxnLst/>
              <a:rect l="l" t="t" r="r" b="b"/>
              <a:pathLst>
                <a:path w="1613" h="2098" extrusionOk="0">
                  <a:moveTo>
                    <a:pt x="1212" y="1"/>
                  </a:moveTo>
                  <a:cubicBezTo>
                    <a:pt x="947" y="1"/>
                    <a:pt x="322" y="187"/>
                    <a:pt x="170" y="325"/>
                  </a:cubicBezTo>
                  <a:cubicBezTo>
                    <a:pt x="0" y="480"/>
                    <a:pt x="1156" y="2097"/>
                    <a:pt x="1369" y="2097"/>
                  </a:cubicBezTo>
                  <a:cubicBezTo>
                    <a:pt x="1372" y="2097"/>
                    <a:pt x="1374" y="2097"/>
                    <a:pt x="1377" y="2096"/>
                  </a:cubicBezTo>
                  <a:cubicBezTo>
                    <a:pt x="1612" y="2034"/>
                    <a:pt x="1487" y="90"/>
                    <a:pt x="1299" y="12"/>
                  </a:cubicBezTo>
                  <a:cubicBezTo>
                    <a:pt x="1278" y="4"/>
                    <a:pt x="1249" y="1"/>
                    <a:pt x="1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
            <p:cNvSpPr/>
            <p:nvPr/>
          </p:nvSpPr>
          <p:spPr>
            <a:xfrm>
              <a:off x="2002150" y="658300"/>
              <a:ext cx="65825" cy="84275"/>
            </a:xfrm>
            <a:custGeom>
              <a:avLst/>
              <a:gdLst/>
              <a:ahLst/>
              <a:cxnLst/>
              <a:rect l="l" t="t" r="r" b="b"/>
              <a:pathLst>
                <a:path w="2633" h="3371" extrusionOk="0">
                  <a:moveTo>
                    <a:pt x="1132" y="1"/>
                  </a:moveTo>
                  <a:cubicBezTo>
                    <a:pt x="1113" y="1"/>
                    <a:pt x="1096" y="4"/>
                    <a:pt x="1082" y="12"/>
                  </a:cubicBezTo>
                  <a:cubicBezTo>
                    <a:pt x="910" y="90"/>
                    <a:pt x="1" y="3209"/>
                    <a:pt x="486" y="3366"/>
                  </a:cubicBezTo>
                  <a:cubicBezTo>
                    <a:pt x="498" y="3369"/>
                    <a:pt x="515" y="3371"/>
                    <a:pt x="537" y="3371"/>
                  </a:cubicBezTo>
                  <a:cubicBezTo>
                    <a:pt x="910" y="3371"/>
                    <a:pt x="2633" y="2875"/>
                    <a:pt x="2618" y="2519"/>
                  </a:cubicBezTo>
                  <a:cubicBezTo>
                    <a:pt x="2603" y="1183"/>
                    <a:pt x="1476" y="1"/>
                    <a:pt x="1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
            <p:cNvSpPr/>
            <p:nvPr/>
          </p:nvSpPr>
          <p:spPr>
            <a:xfrm>
              <a:off x="1727850" y="657850"/>
              <a:ext cx="63900" cy="83625"/>
            </a:xfrm>
            <a:custGeom>
              <a:avLst/>
              <a:gdLst/>
              <a:ahLst/>
              <a:cxnLst/>
              <a:rect l="l" t="t" r="r" b="b"/>
              <a:pathLst>
                <a:path w="2556" h="3345" extrusionOk="0">
                  <a:moveTo>
                    <a:pt x="1450" y="0"/>
                  </a:moveTo>
                  <a:cubicBezTo>
                    <a:pt x="1102" y="0"/>
                    <a:pt x="15" y="1177"/>
                    <a:pt x="0" y="2506"/>
                  </a:cubicBezTo>
                  <a:cubicBezTo>
                    <a:pt x="0" y="2857"/>
                    <a:pt x="1624" y="3345"/>
                    <a:pt x="2020" y="3345"/>
                  </a:cubicBezTo>
                  <a:cubicBezTo>
                    <a:pt x="2048" y="3345"/>
                    <a:pt x="2070" y="3342"/>
                    <a:pt x="2085" y="3337"/>
                  </a:cubicBezTo>
                  <a:cubicBezTo>
                    <a:pt x="2555" y="3196"/>
                    <a:pt x="1678" y="92"/>
                    <a:pt x="1505" y="14"/>
                  </a:cubicBezTo>
                  <a:cubicBezTo>
                    <a:pt x="1490" y="5"/>
                    <a:pt x="1471" y="0"/>
                    <a:pt x="1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
            <p:cNvSpPr/>
            <p:nvPr/>
          </p:nvSpPr>
          <p:spPr>
            <a:xfrm>
              <a:off x="2106000" y="876000"/>
              <a:ext cx="22750" cy="35375"/>
            </a:xfrm>
            <a:custGeom>
              <a:avLst/>
              <a:gdLst/>
              <a:ahLst/>
              <a:cxnLst/>
              <a:rect l="l" t="t" r="r" b="b"/>
              <a:pathLst>
                <a:path w="910" h="1415" extrusionOk="0">
                  <a:moveTo>
                    <a:pt x="319" y="0"/>
                  </a:moveTo>
                  <a:cubicBezTo>
                    <a:pt x="157" y="0"/>
                    <a:pt x="16" y="274"/>
                    <a:pt x="16" y="645"/>
                  </a:cubicBezTo>
                  <a:cubicBezTo>
                    <a:pt x="0" y="1037"/>
                    <a:pt x="126" y="1382"/>
                    <a:pt x="298" y="1413"/>
                  </a:cubicBezTo>
                  <a:cubicBezTo>
                    <a:pt x="303" y="1414"/>
                    <a:pt x="309" y="1415"/>
                    <a:pt x="314" y="1415"/>
                  </a:cubicBezTo>
                  <a:cubicBezTo>
                    <a:pt x="507" y="1415"/>
                    <a:pt x="878" y="885"/>
                    <a:pt x="894" y="504"/>
                  </a:cubicBezTo>
                  <a:cubicBezTo>
                    <a:pt x="909" y="128"/>
                    <a:pt x="533" y="34"/>
                    <a:pt x="345" y="3"/>
                  </a:cubicBezTo>
                  <a:cubicBezTo>
                    <a:pt x="336" y="1"/>
                    <a:pt x="328" y="0"/>
                    <a:pt x="3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
            <p:cNvSpPr/>
            <p:nvPr/>
          </p:nvSpPr>
          <p:spPr>
            <a:xfrm>
              <a:off x="1673000" y="873650"/>
              <a:ext cx="23125" cy="35375"/>
            </a:xfrm>
            <a:custGeom>
              <a:avLst/>
              <a:gdLst/>
              <a:ahLst/>
              <a:cxnLst/>
              <a:rect l="l" t="t" r="r" b="b"/>
              <a:pathLst>
                <a:path w="925" h="1415" extrusionOk="0">
                  <a:moveTo>
                    <a:pt x="621" y="0"/>
                  </a:moveTo>
                  <a:cubicBezTo>
                    <a:pt x="612" y="0"/>
                    <a:pt x="604" y="1"/>
                    <a:pt x="596" y="3"/>
                  </a:cubicBezTo>
                  <a:cubicBezTo>
                    <a:pt x="408" y="34"/>
                    <a:pt x="0" y="112"/>
                    <a:pt x="0" y="489"/>
                  </a:cubicBezTo>
                  <a:cubicBezTo>
                    <a:pt x="0" y="870"/>
                    <a:pt x="371" y="1415"/>
                    <a:pt x="565" y="1415"/>
                  </a:cubicBezTo>
                  <a:cubicBezTo>
                    <a:pt x="570" y="1415"/>
                    <a:pt x="575" y="1414"/>
                    <a:pt x="580" y="1413"/>
                  </a:cubicBezTo>
                  <a:cubicBezTo>
                    <a:pt x="768" y="1382"/>
                    <a:pt x="925" y="1037"/>
                    <a:pt x="925" y="661"/>
                  </a:cubicBezTo>
                  <a:cubicBezTo>
                    <a:pt x="925" y="288"/>
                    <a:pt x="783" y="0"/>
                    <a:pt x="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
            <p:cNvSpPr/>
            <p:nvPr/>
          </p:nvSpPr>
          <p:spPr>
            <a:xfrm>
              <a:off x="1956300" y="585100"/>
              <a:ext cx="68200" cy="28575"/>
            </a:xfrm>
            <a:custGeom>
              <a:avLst/>
              <a:gdLst/>
              <a:ahLst/>
              <a:cxnLst/>
              <a:rect l="l" t="t" r="r" b="b"/>
              <a:pathLst>
                <a:path w="2728" h="1143" extrusionOk="0">
                  <a:moveTo>
                    <a:pt x="52" y="0"/>
                  </a:moveTo>
                  <a:cubicBezTo>
                    <a:pt x="32" y="0"/>
                    <a:pt x="20" y="3"/>
                    <a:pt x="16" y="8"/>
                  </a:cubicBezTo>
                  <a:cubicBezTo>
                    <a:pt x="1" y="55"/>
                    <a:pt x="643" y="291"/>
                    <a:pt x="1380" y="604"/>
                  </a:cubicBezTo>
                  <a:cubicBezTo>
                    <a:pt x="2077" y="880"/>
                    <a:pt x="2612" y="1142"/>
                    <a:pt x="2700" y="1142"/>
                  </a:cubicBezTo>
                  <a:cubicBezTo>
                    <a:pt x="2707" y="1142"/>
                    <a:pt x="2711" y="1140"/>
                    <a:pt x="2712" y="1137"/>
                  </a:cubicBezTo>
                  <a:cubicBezTo>
                    <a:pt x="2728" y="1090"/>
                    <a:pt x="2195" y="729"/>
                    <a:pt x="1458" y="432"/>
                  </a:cubicBezTo>
                  <a:cubicBezTo>
                    <a:pt x="794" y="155"/>
                    <a:pt x="203" y="0"/>
                    <a:pt x="52"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
            <p:cNvSpPr/>
            <p:nvPr/>
          </p:nvSpPr>
          <p:spPr>
            <a:xfrm>
              <a:off x="1698450" y="799250"/>
              <a:ext cx="397000" cy="6700"/>
            </a:xfrm>
            <a:custGeom>
              <a:avLst/>
              <a:gdLst/>
              <a:ahLst/>
              <a:cxnLst/>
              <a:rect l="l" t="t" r="r" b="b"/>
              <a:pathLst>
                <a:path w="15880" h="268" extrusionOk="0">
                  <a:moveTo>
                    <a:pt x="393" y="1"/>
                  </a:moveTo>
                  <a:cubicBezTo>
                    <a:pt x="173" y="1"/>
                    <a:pt x="1" y="63"/>
                    <a:pt x="1" y="126"/>
                  </a:cubicBezTo>
                  <a:cubicBezTo>
                    <a:pt x="1" y="204"/>
                    <a:pt x="189" y="267"/>
                    <a:pt x="424" y="267"/>
                  </a:cubicBezTo>
                  <a:lnTo>
                    <a:pt x="15456" y="267"/>
                  </a:lnTo>
                  <a:cubicBezTo>
                    <a:pt x="15691" y="267"/>
                    <a:pt x="15879" y="204"/>
                    <a:pt x="15879" y="126"/>
                  </a:cubicBezTo>
                  <a:cubicBezTo>
                    <a:pt x="15879" y="63"/>
                    <a:pt x="15707" y="1"/>
                    <a:pt x="154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
            <p:cNvSpPr/>
            <p:nvPr/>
          </p:nvSpPr>
          <p:spPr>
            <a:xfrm>
              <a:off x="1975100" y="1007325"/>
              <a:ext cx="58025" cy="123075"/>
            </a:xfrm>
            <a:custGeom>
              <a:avLst/>
              <a:gdLst/>
              <a:ahLst/>
              <a:cxnLst/>
              <a:rect l="l" t="t" r="r" b="b"/>
              <a:pathLst>
                <a:path w="2321" h="4923" extrusionOk="0">
                  <a:moveTo>
                    <a:pt x="2321" y="1"/>
                  </a:moveTo>
                  <a:cubicBezTo>
                    <a:pt x="2321" y="1"/>
                    <a:pt x="1098" y="1929"/>
                    <a:pt x="1" y="4922"/>
                  </a:cubicBezTo>
                  <a:lnTo>
                    <a:pt x="738" y="4922"/>
                  </a:lnTo>
                  <a:lnTo>
                    <a:pt x="232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
            <p:cNvSpPr/>
            <p:nvPr/>
          </p:nvSpPr>
          <p:spPr>
            <a:xfrm>
              <a:off x="1766650" y="1007325"/>
              <a:ext cx="58025" cy="123075"/>
            </a:xfrm>
            <a:custGeom>
              <a:avLst/>
              <a:gdLst/>
              <a:ahLst/>
              <a:cxnLst/>
              <a:rect l="l" t="t" r="r" b="b"/>
              <a:pathLst>
                <a:path w="2321" h="4923" extrusionOk="0">
                  <a:moveTo>
                    <a:pt x="0" y="1"/>
                  </a:moveTo>
                  <a:lnTo>
                    <a:pt x="1583" y="4922"/>
                  </a:lnTo>
                  <a:lnTo>
                    <a:pt x="2320" y="4922"/>
                  </a:lnTo>
                  <a:cubicBezTo>
                    <a:pt x="1207" y="1929"/>
                    <a:pt x="0" y="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3"/>
          <p:cNvGrpSpPr/>
          <p:nvPr/>
        </p:nvGrpSpPr>
        <p:grpSpPr>
          <a:xfrm rot="-1891447">
            <a:off x="7660068" y="1274837"/>
            <a:ext cx="774448" cy="1697932"/>
            <a:chOff x="3350150" y="1475625"/>
            <a:chExt cx="433400" cy="950250"/>
          </a:xfrm>
        </p:grpSpPr>
        <p:sp>
          <p:nvSpPr>
            <p:cNvPr id="614" name="Google Shape;614;p3"/>
            <p:cNvSpPr/>
            <p:nvPr/>
          </p:nvSpPr>
          <p:spPr>
            <a:xfrm>
              <a:off x="3357200" y="1475625"/>
              <a:ext cx="367575" cy="50950"/>
            </a:xfrm>
            <a:custGeom>
              <a:avLst/>
              <a:gdLst/>
              <a:ahLst/>
              <a:cxnLst/>
              <a:rect l="l" t="t" r="r" b="b"/>
              <a:pathLst>
                <a:path w="14703" h="2038" extrusionOk="0">
                  <a:moveTo>
                    <a:pt x="7884" y="1"/>
                  </a:moveTo>
                  <a:cubicBezTo>
                    <a:pt x="5350" y="1"/>
                    <a:pt x="2744" y="471"/>
                    <a:pt x="0" y="1724"/>
                  </a:cubicBezTo>
                  <a:lnTo>
                    <a:pt x="63" y="2037"/>
                  </a:lnTo>
                  <a:lnTo>
                    <a:pt x="14703" y="1347"/>
                  </a:lnTo>
                  <a:lnTo>
                    <a:pt x="14703" y="940"/>
                  </a:lnTo>
                  <a:cubicBezTo>
                    <a:pt x="12457" y="394"/>
                    <a:pt x="10201" y="1"/>
                    <a:pt x="78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
            <p:cNvSpPr/>
            <p:nvPr/>
          </p:nvSpPr>
          <p:spPr>
            <a:xfrm>
              <a:off x="3364650" y="1485425"/>
              <a:ext cx="363650" cy="74450"/>
            </a:xfrm>
            <a:custGeom>
              <a:avLst/>
              <a:gdLst/>
              <a:ahLst/>
              <a:cxnLst/>
              <a:rect l="l" t="t" r="r" b="b"/>
              <a:pathLst>
                <a:path w="14546" h="2978" extrusionOk="0">
                  <a:moveTo>
                    <a:pt x="8348" y="0"/>
                  </a:moveTo>
                  <a:cubicBezTo>
                    <a:pt x="5797" y="0"/>
                    <a:pt x="3335" y="470"/>
                    <a:pt x="0" y="1457"/>
                  </a:cubicBezTo>
                  <a:lnTo>
                    <a:pt x="47" y="2977"/>
                  </a:lnTo>
                  <a:lnTo>
                    <a:pt x="14546" y="2366"/>
                  </a:lnTo>
                  <a:lnTo>
                    <a:pt x="14311" y="705"/>
                  </a:lnTo>
                  <a:cubicBezTo>
                    <a:pt x="12043" y="241"/>
                    <a:pt x="10172" y="0"/>
                    <a:pt x="8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
            <p:cNvSpPr/>
            <p:nvPr/>
          </p:nvSpPr>
          <p:spPr>
            <a:xfrm>
              <a:off x="3423425" y="2389425"/>
              <a:ext cx="50175" cy="35675"/>
            </a:xfrm>
            <a:custGeom>
              <a:avLst/>
              <a:gdLst/>
              <a:ahLst/>
              <a:cxnLst/>
              <a:rect l="l" t="t" r="r" b="b"/>
              <a:pathLst>
                <a:path w="2007" h="1427" extrusionOk="0">
                  <a:moveTo>
                    <a:pt x="2007" y="0"/>
                  </a:moveTo>
                  <a:lnTo>
                    <a:pt x="0" y="314"/>
                  </a:lnTo>
                  <a:lnTo>
                    <a:pt x="141" y="1395"/>
                  </a:lnTo>
                  <a:lnTo>
                    <a:pt x="1819" y="1426"/>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
            <p:cNvSpPr/>
            <p:nvPr/>
          </p:nvSpPr>
          <p:spPr>
            <a:xfrm>
              <a:off x="3718875" y="2394500"/>
              <a:ext cx="57625" cy="31375"/>
            </a:xfrm>
            <a:custGeom>
              <a:avLst/>
              <a:gdLst/>
              <a:ahLst/>
              <a:cxnLst/>
              <a:rect l="l" t="t" r="r" b="b"/>
              <a:pathLst>
                <a:path w="2305" h="1255" extrusionOk="0">
                  <a:moveTo>
                    <a:pt x="2305" y="1"/>
                  </a:moveTo>
                  <a:lnTo>
                    <a:pt x="1" y="63"/>
                  </a:lnTo>
                  <a:lnTo>
                    <a:pt x="236" y="1255"/>
                  </a:lnTo>
                  <a:lnTo>
                    <a:pt x="2305" y="1192"/>
                  </a:lnTo>
                  <a:lnTo>
                    <a:pt x="23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
            <p:cNvSpPr/>
            <p:nvPr/>
          </p:nvSpPr>
          <p:spPr>
            <a:xfrm>
              <a:off x="3350150" y="1505250"/>
              <a:ext cx="433400" cy="908725"/>
            </a:xfrm>
            <a:custGeom>
              <a:avLst/>
              <a:gdLst/>
              <a:ahLst/>
              <a:cxnLst/>
              <a:rect l="l" t="t" r="r" b="b"/>
              <a:pathLst>
                <a:path w="17336" h="36349" extrusionOk="0">
                  <a:moveTo>
                    <a:pt x="9540" y="1"/>
                  </a:moveTo>
                  <a:cubicBezTo>
                    <a:pt x="5192" y="1"/>
                    <a:pt x="1588" y="979"/>
                    <a:pt x="455" y="1260"/>
                  </a:cubicBezTo>
                  <a:cubicBezTo>
                    <a:pt x="235" y="1307"/>
                    <a:pt x="79" y="1495"/>
                    <a:pt x="79" y="1714"/>
                  </a:cubicBezTo>
                  <a:cubicBezTo>
                    <a:pt x="0" y="4583"/>
                    <a:pt x="533" y="14943"/>
                    <a:pt x="988" y="19034"/>
                  </a:cubicBezTo>
                  <a:cubicBezTo>
                    <a:pt x="1285" y="21715"/>
                    <a:pt x="2367" y="32311"/>
                    <a:pt x="2665" y="35822"/>
                  </a:cubicBezTo>
                  <a:cubicBezTo>
                    <a:pt x="2681" y="36088"/>
                    <a:pt x="2900" y="36292"/>
                    <a:pt x="3166" y="36292"/>
                  </a:cubicBezTo>
                  <a:lnTo>
                    <a:pt x="4687" y="36292"/>
                  </a:lnTo>
                  <a:cubicBezTo>
                    <a:pt x="4906" y="36292"/>
                    <a:pt x="5094" y="36104"/>
                    <a:pt x="5110" y="35884"/>
                  </a:cubicBezTo>
                  <a:cubicBezTo>
                    <a:pt x="5361" y="32781"/>
                    <a:pt x="7289" y="12890"/>
                    <a:pt x="7289" y="10178"/>
                  </a:cubicBezTo>
                  <a:cubicBezTo>
                    <a:pt x="7289" y="9849"/>
                    <a:pt x="7640" y="9628"/>
                    <a:pt x="7988" y="9628"/>
                  </a:cubicBezTo>
                  <a:cubicBezTo>
                    <a:pt x="8285" y="9628"/>
                    <a:pt x="8580" y="9789"/>
                    <a:pt x="8652" y="10178"/>
                  </a:cubicBezTo>
                  <a:cubicBezTo>
                    <a:pt x="9060" y="12420"/>
                    <a:pt x="13841" y="32687"/>
                    <a:pt x="14530" y="35869"/>
                  </a:cubicBezTo>
                  <a:cubicBezTo>
                    <a:pt x="14577" y="36119"/>
                    <a:pt x="14781" y="36245"/>
                    <a:pt x="15032" y="36307"/>
                  </a:cubicBezTo>
                  <a:cubicBezTo>
                    <a:pt x="15128" y="36336"/>
                    <a:pt x="15268" y="36349"/>
                    <a:pt x="15431" y="36349"/>
                  </a:cubicBezTo>
                  <a:cubicBezTo>
                    <a:pt x="16067" y="36349"/>
                    <a:pt x="17061" y="36159"/>
                    <a:pt x="17211" y="36010"/>
                  </a:cubicBezTo>
                  <a:cubicBezTo>
                    <a:pt x="17289" y="35931"/>
                    <a:pt x="17336" y="35822"/>
                    <a:pt x="17320" y="35712"/>
                  </a:cubicBezTo>
                  <a:cubicBezTo>
                    <a:pt x="17242" y="31182"/>
                    <a:pt x="16035" y="13157"/>
                    <a:pt x="16035" y="11072"/>
                  </a:cubicBezTo>
                  <a:cubicBezTo>
                    <a:pt x="16035" y="5116"/>
                    <a:pt x="15627" y="2404"/>
                    <a:pt x="15486" y="1119"/>
                  </a:cubicBezTo>
                  <a:cubicBezTo>
                    <a:pt x="15455" y="852"/>
                    <a:pt x="15236" y="633"/>
                    <a:pt x="14969" y="570"/>
                  </a:cubicBezTo>
                  <a:cubicBezTo>
                    <a:pt x="13114" y="155"/>
                    <a:pt x="11268" y="1"/>
                    <a:pt x="9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
            <p:cNvSpPr/>
            <p:nvPr/>
          </p:nvSpPr>
          <p:spPr>
            <a:xfrm>
              <a:off x="3365425" y="1532800"/>
              <a:ext cx="70175" cy="879750"/>
            </a:xfrm>
            <a:custGeom>
              <a:avLst/>
              <a:gdLst/>
              <a:ahLst/>
              <a:cxnLst/>
              <a:rect l="l" t="t" r="r" b="b"/>
              <a:pathLst>
                <a:path w="2807" h="35190" extrusionOk="0">
                  <a:moveTo>
                    <a:pt x="424" y="1"/>
                  </a:moveTo>
                  <a:cubicBezTo>
                    <a:pt x="267" y="48"/>
                    <a:pt x="126" y="79"/>
                    <a:pt x="0" y="111"/>
                  </a:cubicBezTo>
                  <a:lnTo>
                    <a:pt x="2477" y="35174"/>
                  </a:lnTo>
                  <a:cubicBezTo>
                    <a:pt x="2508" y="35174"/>
                    <a:pt x="2540" y="35190"/>
                    <a:pt x="2555" y="35190"/>
                  </a:cubicBezTo>
                  <a:lnTo>
                    <a:pt x="2806" y="35190"/>
                  </a:ln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
            <p:cNvSpPr/>
            <p:nvPr/>
          </p:nvSpPr>
          <p:spPr>
            <a:xfrm>
              <a:off x="3408525" y="1523025"/>
              <a:ext cx="59975" cy="889525"/>
            </a:xfrm>
            <a:custGeom>
              <a:avLst/>
              <a:gdLst/>
              <a:ahLst/>
              <a:cxnLst/>
              <a:rect l="l" t="t" r="r" b="b"/>
              <a:pathLst>
                <a:path w="2399" h="35581" extrusionOk="0">
                  <a:moveTo>
                    <a:pt x="440" y="0"/>
                  </a:moveTo>
                  <a:cubicBezTo>
                    <a:pt x="283" y="31"/>
                    <a:pt x="142" y="63"/>
                    <a:pt x="1" y="94"/>
                  </a:cubicBezTo>
                  <a:lnTo>
                    <a:pt x="2070" y="35581"/>
                  </a:lnTo>
                  <a:lnTo>
                    <a:pt x="2352" y="35581"/>
                  </a:lnTo>
                  <a:cubicBezTo>
                    <a:pt x="2367" y="35581"/>
                    <a:pt x="2383" y="35565"/>
                    <a:pt x="2399" y="35565"/>
                  </a:cubicBezTo>
                  <a:lnTo>
                    <a:pt x="440"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
            <p:cNvSpPr/>
            <p:nvPr/>
          </p:nvSpPr>
          <p:spPr>
            <a:xfrm>
              <a:off x="3466525" y="1513225"/>
              <a:ext cx="23525" cy="832325"/>
            </a:xfrm>
            <a:custGeom>
              <a:avLst/>
              <a:gdLst/>
              <a:ahLst/>
              <a:cxnLst/>
              <a:rect l="l" t="t" r="r" b="b"/>
              <a:pathLst>
                <a:path w="941" h="33293" extrusionOk="0">
                  <a:moveTo>
                    <a:pt x="439" y="0"/>
                  </a:moveTo>
                  <a:cubicBezTo>
                    <a:pt x="298" y="16"/>
                    <a:pt x="142" y="32"/>
                    <a:pt x="0" y="63"/>
                  </a:cubicBezTo>
                  <a:lnTo>
                    <a:pt x="659" y="33293"/>
                  </a:lnTo>
                  <a:cubicBezTo>
                    <a:pt x="737" y="32430"/>
                    <a:pt x="831" y="31396"/>
                    <a:pt x="941" y="30236"/>
                  </a:cubicBezTo>
                  <a:lnTo>
                    <a:pt x="439"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
            <p:cNvSpPr/>
            <p:nvPr/>
          </p:nvSpPr>
          <p:spPr>
            <a:xfrm>
              <a:off x="3502575" y="1508900"/>
              <a:ext cx="18050" cy="509050"/>
            </a:xfrm>
            <a:custGeom>
              <a:avLst/>
              <a:gdLst/>
              <a:ahLst/>
              <a:cxnLst/>
              <a:rect l="l" t="t" r="r" b="b"/>
              <a:pathLst>
                <a:path w="722" h="20362" extrusionOk="0">
                  <a:moveTo>
                    <a:pt x="439" y="1"/>
                  </a:moveTo>
                  <a:cubicBezTo>
                    <a:pt x="298" y="16"/>
                    <a:pt x="142" y="32"/>
                    <a:pt x="1" y="48"/>
                  </a:cubicBezTo>
                  <a:lnTo>
                    <a:pt x="408" y="20362"/>
                  </a:lnTo>
                  <a:cubicBezTo>
                    <a:pt x="518" y="19108"/>
                    <a:pt x="627" y="17870"/>
                    <a:pt x="722" y="16725"/>
                  </a:cubicBezTo>
                  <a:lnTo>
                    <a:pt x="439"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
            <p:cNvSpPr/>
            <p:nvPr/>
          </p:nvSpPr>
          <p:spPr>
            <a:xfrm>
              <a:off x="3542925" y="1506175"/>
              <a:ext cx="21975" cy="248850"/>
            </a:xfrm>
            <a:custGeom>
              <a:avLst/>
              <a:gdLst/>
              <a:ahLst/>
              <a:cxnLst/>
              <a:rect l="l" t="t" r="r" b="b"/>
              <a:pathLst>
                <a:path w="879" h="9954" extrusionOk="0">
                  <a:moveTo>
                    <a:pt x="456" y="0"/>
                  </a:moveTo>
                  <a:cubicBezTo>
                    <a:pt x="299" y="0"/>
                    <a:pt x="158" y="0"/>
                    <a:pt x="1" y="16"/>
                  </a:cubicBezTo>
                  <a:lnTo>
                    <a:pt x="456" y="9608"/>
                  </a:lnTo>
                  <a:cubicBezTo>
                    <a:pt x="628" y="9655"/>
                    <a:pt x="785" y="9765"/>
                    <a:pt x="879" y="9953"/>
                  </a:cubicBezTo>
                  <a:lnTo>
                    <a:pt x="456"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
            <p:cNvSpPr/>
            <p:nvPr/>
          </p:nvSpPr>
          <p:spPr>
            <a:xfrm>
              <a:off x="3588775" y="1505000"/>
              <a:ext cx="46275" cy="557625"/>
            </a:xfrm>
            <a:custGeom>
              <a:avLst/>
              <a:gdLst/>
              <a:ahLst/>
              <a:cxnLst/>
              <a:rect l="l" t="t" r="r" b="b"/>
              <a:pathLst>
                <a:path w="1851" h="22305" extrusionOk="0">
                  <a:moveTo>
                    <a:pt x="1" y="0"/>
                  </a:moveTo>
                  <a:lnTo>
                    <a:pt x="1333" y="20079"/>
                  </a:lnTo>
                  <a:cubicBezTo>
                    <a:pt x="1506" y="20816"/>
                    <a:pt x="1678" y="21568"/>
                    <a:pt x="1850" y="22305"/>
                  </a:cubicBezTo>
                  <a:lnTo>
                    <a:pt x="440" y="16"/>
                  </a:lnTo>
                  <a:cubicBezTo>
                    <a:pt x="299" y="16"/>
                    <a:pt x="142" y="0"/>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
            <p:cNvSpPr/>
            <p:nvPr/>
          </p:nvSpPr>
          <p:spPr>
            <a:xfrm>
              <a:off x="3626800" y="1506175"/>
              <a:ext cx="80350" cy="867975"/>
            </a:xfrm>
            <a:custGeom>
              <a:avLst/>
              <a:gdLst/>
              <a:ahLst/>
              <a:cxnLst/>
              <a:rect l="l" t="t" r="r" b="b"/>
              <a:pathLst>
                <a:path w="3214" h="34719" extrusionOk="0">
                  <a:moveTo>
                    <a:pt x="0" y="0"/>
                  </a:moveTo>
                  <a:lnTo>
                    <a:pt x="2712" y="32509"/>
                  </a:lnTo>
                  <a:cubicBezTo>
                    <a:pt x="2900" y="33371"/>
                    <a:pt x="3072" y="34123"/>
                    <a:pt x="3213" y="34719"/>
                  </a:cubicBezTo>
                  <a:lnTo>
                    <a:pt x="455" y="31"/>
                  </a:lnTo>
                  <a:cubicBezTo>
                    <a:pt x="298" y="16"/>
                    <a:pt x="157"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
            <p:cNvSpPr/>
            <p:nvPr/>
          </p:nvSpPr>
          <p:spPr>
            <a:xfrm>
              <a:off x="3674200" y="1510475"/>
              <a:ext cx="73300" cy="903650"/>
            </a:xfrm>
            <a:custGeom>
              <a:avLst/>
              <a:gdLst/>
              <a:ahLst/>
              <a:cxnLst/>
              <a:rect l="l" t="t" r="r" b="b"/>
              <a:pathLst>
                <a:path w="2932" h="36146" extrusionOk="0">
                  <a:moveTo>
                    <a:pt x="1" y="1"/>
                  </a:moveTo>
                  <a:lnTo>
                    <a:pt x="2618" y="36146"/>
                  </a:lnTo>
                  <a:cubicBezTo>
                    <a:pt x="2728" y="36130"/>
                    <a:pt x="2822" y="36130"/>
                    <a:pt x="2932" y="36114"/>
                  </a:cubicBezTo>
                  <a:lnTo>
                    <a:pt x="440" y="79"/>
                  </a:lnTo>
                  <a:cubicBezTo>
                    <a:pt x="299" y="48"/>
                    <a:pt x="142" y="32"/>
                    <a:pt x="1"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
            <p:cNvSpPr/>
            <p:nvPr/>
          </p:nvSpPr>
          <p:spPr>
            <a:xfrm>
              <a:off x="3716150" y="1517925"/>
              <a:ext cx="59575" cy="892275"/>
            </a:xfrm>
            <a:custGeom>
              <a:avLst/>
              <a:gdLst/>
              <a:ahLst/>
              <a:cxnLst/>
              <a:rect l="l" t="t" r="r" b="b"/>
              <a:pathLst>
                <a:path w="2383" h="35691" extrusionOk="0">
                  <a:moveTo>
                    <a:pt x="0" y="0"/>
                  </a:moveTo>
                  <a:lnTo>
                    <a:pt x="2069" y="35691"/>
                  </a:lnTo>
                  <a:cubicBezTo>
                    <a:pt x="2179" y="35659"/>
                    <a:pt x="2288" y="35628"/>
                    <a:pt x="2383" y="35597"/>
                  </a:cubicBezTo>
                  <a:lnTo>
                    <a:pt x="455" y="110"/>
                  </a:lnTo>
                  <a:cubicBezTo>
                    <a:pt x="408" y="94"/>
                    <a:pt x="376" y="79"/>
                    <a:pt x="329" y="63"/>
                  </a:cubicBezTo>
                  <a:cubicBezTo>
                    <a:pt x="219" y="32"/>
                    <a:pt x="110"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
            <p:cNvSpPr/>
            <p:nvPr/>
          </p:nvSpPr>
          <p:spPr>
            <a:xfrm>
              <a:off x="3465750" y="1723650"/>
              <a:ext cx="282925" cy="690375"/>
            </a:xfrm>
            <a:custGeom>
              <a:avLst/>
              <a:gdLst/>
              <a:ahLst/>
              <a:cxnLst/>
              <a:rect l="l" t="t" r="r" b="b"/>
              <a:pathLst>
                <a:path w="11317" h="27615" extrusionOk="0">
                  <a:moveTo>
                    <a:pt x="5706" y="0"/>
                  </a:moveTo>
                  <a:cubicBezTo>
                    <a:pt x="5705" y="0"/>
                    <a:pt x="4260" y="344"/>
                    <a:pt x="2737" y="344"/>
                  </a:cubicBezTo>
                  <a:cubicBezTo>
                    <a:pt x="2229" y="344"/>
                    <a:pt x="1713" y="306"/>
                    <a:pt x="1238" y="204"/>
                  </a:cubicBezTo>
                  <a:cubicBezTo>
                    <a:pt x="1235" y="204"/>
                    <a:pt x="1232" y="203"/>
                    <a:pt x="1230" y="203"/>
                  </a:cubicBezTo>
                  <a:cubicBezTo>
                    <a:pt x="1112" y="203"/>
                    <a:pt x="2272" y="975"/>
                    <a:pt x="2210" y="1129"/>
                  </a:cubicBezTo>
                  <a:cubicBezTo>
                    <a:pt x="1897" y="1772"/>
                    <a:pt x="1474" y="8809"/>
                    <a:pt x="0" y="27556"/>
                  </a:cubicBezTo>
                  <a:lnTo>
                    <a:pt x="63" y="27556"/>
                  </a:lnTo>
                  <a:cubicBezTo>
                    <a:pt x="282" y="27556"/>
                    <a:pt x="470" y="27368"/>
                    <a:pt x="486" y="27148"/>
                  </a:cubicBezTo>
                  <a:cubicBezTo>
                    <a:pt x="737" y="24045"/>
                    <a:pt x="2665" y="4154"/>
                    <a:pt x="2665" y="1442"/>
                  </a:cubicBezTo>
                  <a:cubicBezTo>
                    <a:pt x="2665" y="1113"/>
                    <a:pt x="3016" y="892"/>
                    <a:pt x="3364" y="892"/>
                  </a:cubicBezTo>
                  <a:cubicBezTo>
                    <a:pt x="3661" y="892"/>
                    <a:pt x="3956" y="1053"/>
                    <a:pt x="4028" y="1442"/>
                  </a:cubicBezTo>
                  <a:cubicBezTo>
                    <a:pt x="4436" y="3684"/>
                    <a:pt x="9217" y="23951"/>
                    <a:pt x="9906" y="27133"/>
                  </a:cubicBezTo>
                  <a:cubicBezTo>
                    <a:pt x="9953" y="27383"/>
                    <a:pt x="10157" y="27509"/>
                    <a:pt x="10408" y="27571"/>
                  </a:cubicBezTo>
                  <a:cubicBezTo>
                    <a:pt x="10502" y="27603"/>
                    <a:pt x="10639" y="27615"/>
                    <a:pt x="10798" y="27615"/>
                  </a:cubicBezTo>
                  <a:cubicBezTo>
                    <a:pt x="10956" y="27615"/>
                    <a:pt x="11137" y="27603"/>
                    <a:pt x="11317" y="27587"/>
                  </a:cubicBezTo>
                  <a:cubicBezTo>
                    <a:pt x="9608" y="25785"/>
                    <a:pt x="5815" y="5439"/>
                    <a:pt x="4499" y="1160"/>
                  </a:cubicBezTo>
                  <a:cubicBezTo>
                    <a:pt x="4483" y="1082"/>
                    <a:pt x="5768" y="47"/>
                    <a:pt x="57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
            <p:cNvSpPr/>
            <p:nvPr/>
          </p:nvSpPr>
          <p:spPr>
            <a:xfrm>
              <a:off x="3665975" y="1489700"/>
              <a:ext cx="10225" cy="31000"/>
            </a:xfrm>
            <a:custGeom>
              <a:avLst/>
              <a:gdLst/>
              <a:ahLst/>
              <a:cxnLst/>
              <a:rect l="l" t="t" r="r" b="b"/>
              <a:pathLst>
                <a:path w="409" h="1240" extrusionOk="0">
                  <a:moveTo>
                    <a:pt x="16" y="1"/>
                  </a:moveTo>
                  <a:lnTo>
                    <a:pt x="1" y="1239"/>
                  </a:lnTo>
                  <a:lnTo>
                    <a:pt x="393" y="1239"/>
                  </a:lnTo>
                  <a:lnTo>
                    <a:pt x="408" y="16"/>
                  </a:lnTo>
                  <a:lnTo>
                    <a:pt x="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
            <p:cNvSpPr/>
            <p:nvPr/>
          </p:nvSpPr>
          <p:spPr>
            <a:xfrm>
              <a:off x="3717325" y="1499900"/>
              <a:ext cx="10200" cy="30575"/>
            </a:xfrm>
            <a:custGeom>
              <a:avLst/>
              <a:gdLst/>
              <a:ahLst/>
              <a:cxnLst/>
              <a:rect l="l" t="t" r="r" b="b"/>
              <a:pathLst>
                <a:path w="408" h="1223" extrusionOk="0">
                  <a:moveTo>
                    <a:pt x="16" y="0"/>
                  </a:moveTo>
                  <a:lnTo>
                    <a:pt x="0" y="1223"/>
                  </a:lnTo>
                  <a:lnTo>
                    <a:pt x="392" y="1223"/>
                  </a:lnTo>
                  <a:lnTo>
                    <a:pt x="4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
            <p:cNvSpPr/>
            <p:nvPr/>
          </p:nvSpPr>
          <p:spPr>
            <a:xfrm>
              <a:off x="3594650" y="1481475"/>
              <a:ext cx="10625" cy="30975"/>
            </a:xfrm>
            <a:custGeom>
              <a:avLst/>
              <a:gdLst/>
              <a:ahLst/>
              <a:cxnLst/>
              <a:rect l="l" t="t" r="r" b="b"/>
              <a:pathLst>
                <a:path w="425" h="1239" extrusionOk="0">
                  <a:moveTo>
                    <a:pt x="32" y="1"/>
                  </a:moveTo>
                  <a:lnTo>
                    <a:pt x="1" y="1223"/>
                  </a:lnTo>
                  <a:lnTo>
                    <a:pt x="393" y="1239"/>
                  </a:lnTo>
                  <a:lnTo>
                    <a:pt x="424" y="16"/>
                  </a:lnTo>
                  <a:lnTo>
                    <a:pt x="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
            <p:cNvSpPr/>
            <p:nvPr/>
          </p:nvSpPr>
          <p:spPr>
            <a:xfrm>
              <a:off x="3479850" y="1487350"/>
              <a:ext cx="12950" cy="31775"/>
            </a:xfrm>
            <a:custGeom>
              <a:avLst/>
              <a:gdLst/>
              <a:ahLst/>
              <a:cxnLst/>
              <a:rect l="l" t="t" r="r" b="b"/>
              <a:pathLst>
                <a:path w="518" h="1271" extrusionOk="0">
                  <a:moveTo>
                    <a:pt x="392" y="1"/>
                  </a:moveTo>
                  <a:lnTo>
                    <a:pt x="0" y="48"/>
                  </a:lnTo>
                  <a:lnTo>
                    <a:pt x="126" y="1270"/>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
            <p:cNvSpPr/>
            <p:nvPr/>
          </p:nvSpPr>
          <p:spPr>
            <a:xfrm>
              <a:off x="3432825" y="1495575"/>
              <a:ext cx="12950" cy="31375"/>
            </a:xfrm>
            <a:custGeom>
              <a:avLst/>
              <a:gdLst/>
              <a:ahLst/>
              <a:cxnLst/>
              <a:rect l="l" t="t" r="r" b="b"/>
              <a:pathLst>
                <a:path w="518" h="1255" extrusionOk="0">
                  <a:moveTo>
                    <a:pt x="392" y="1"/>
                  </a:moveTo>
                  <a:lnTo>
                    <a:pt x="0" y="48"/>
                  </a:lnTo>
                  <a:lnTo>
                    <a:pt x="126" y="1255"/>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
            <p:cNvSpPr/>
            <p:nvPr/>
          </p:nvSpPr>
          <p:spPr>
            <a:xfrm>
              <a:off x="3391275" y="1505775"/>
              <a:ext cx="13350" cy="31775"/>
            </a:xfrm>
            <a:custGeom>
              <a:avLst/>
              <a:gdLst/>
              <a:ahLst/>
              <a:cxnLst/>
              <a:rect l="l" t="t" r="r" b="b"/>
              <a:pathLst>
                <a:path w="534" h="1271" extrusionOk="0">
                  <a:moveTo>
                    <a:pt x="393" y="0"/>
                  </a:moveTo>
                  <a:lnTo>
                    <a:pt x="1" y="47"/>
                  </a:lnTo>
                  <a:lnTo>
                    <a:pt x="126" y="1270"/>
                  </a:lnTo>
                  <a:lnTo>
                    <a:pt x="534" y="1223"/>
                  </a:lnTo>
                  <a:lnTo>
                    <a:pt x="3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
            <p:cNvSpPr/>
            <p:nvPr/>
          </p:nvSpPr>
          <p:spPr>
            <a:xfrm>
              <a:off x="3497100" y="1479125"/>
              <a:ext cx="72125" cy="45475"/>
            </a:xfrm>
            <a:custGeom>
              <a:avLst/>
              <a:gdLst/>
              <a:ahLst/>
              <a:cxnLst/>
              <a:rect l="l" t="t" r="r" b="b"/>
              <a:pathLst>
                <a:path w="2885" h="1819" extrusionOk="0">
                  <a:moveTo>
                    <a:pt x="2571" y="1"/>
                  </a:moveTo>
                  <a:lnTo>
                    <a:pt x="345" y="142"/>
                  </a:lnTo>
                  <a:lnTo>
                    <a:pt x="0" y="1819"/>
                  </a:lnTo>
                  <a:lnTo>
                    <a:pt x="2884" y="1599"/>
                  </a:lnTo>
                  <a:lnTo>
                    <a:pt x="257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
            <p:cNvSpPr/>
            <p:nvPr/>
          </p:nvSpPr>
          <p:spPr>
            <a:xfrm>
              <a:off x="3503750" y="1478350"/>
              <a:ext cx="57225" cy="34900"/>
            </a:xfrm>
            <a:custGeom>
              <a:avLst/>
              <a:gdLst/>
              <a:ahLst/>
              <a:cxnLst/>
              <a:rect l="l" t="t" r="r" b="b"/>
              <a:pathLst>
                <a:path w="2289" h="1396" extrusionOk="0">
                  <a:moveTo>
                    <a:pt x="2258" y="0"/>
                  </a:moveTo>
                  <a:lnTo>
                    <a:pt x="1" y="141"/>
                  </a:lnTo>
                  <a:lnTo>
                    <a:pt x="32" y="1395"/>
                  </a:lnTo>
                  <a:lnTo>
                    <a:pt x="2289" y="1254"/>
                  </a:lnTo>
                  <a:lnTo>
                    <a:pt x="22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
            <p:cNvSpPr/>
            <p:nvPr/>
          </p:nvSpPr>
          <p:spPr>
            <a:xfrm>
              <a:off x="3363075" y="1563775"/>
              <a:ext cx="36850" cy="107375"/>
            </a:xfrm>
            <a:custGeom>
              <a:avLst/>
              <a:gdLst/>
              <a:ahLst/>
              <a:cxnLst/>
              <a:rect l="l" t="t" r="r" b="b"/>
              <a:pathLst>
                <a:path w="1474" h="4295" extrusionOk="0">
                  <a:moveTo>
                    <a:pt x="1066" y="0"/>
                  </a:moveTo>
                  <a:lnTo>
                    <a:pt x="0" y="4295"/>
                  </a:lnTo>
                  <a:lnTo>
                    <a:pt x="1474" y="909"/>
                  </a:lnTo>
                  <a:lnTo>
                    <a:pt x="106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
            <p:cNvSpPr/>
            <p:nvPr/>
          </p:nvSpPr>
          <p:spPr>
            <a:xfrm>
              <a:off x="3691050" y="1571225"/>
              <a:ext cx="42750" cy="87800"/>
            </a:xfrm>
            <a:custGeom>
              <a:avLst/>
              <a:gdLst/>
              <a:ahLst/>
              <a:cxnLst/>
              <a:rect l="l" t="t" r="r" b="b"/>
              <a:pathLst>
                <a:path w="1710" h="3512" extrusionOk="0">
                  <a:moveTo>
                    <a:pt x="1" y="0"/>
                  </a:moveTo>
                  <a:lnTo>
                    <a:pt x="1709" y="3511"/>
                  </a:lnTo>
                  <a:lnTo>
                    <a:pt x="832" y="345"/>
                  </a:lnTo>
                  <a:lnTo>
                    <a:pt x="1"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
            <p:cNvSpPr/>
            <p:nvPr/>
          </p:nvSpPr>
          <p:spPr>
            <a:xfrm>
              <a:off x="3735350" y="1686800"/>
              <a:ext cx="35675" cy="466750"/>
            </a:xfrm>
            <a:custGeom>
              <a:avLst/>
              <a:gdLst/>
              <a:ahLst/>
              <a:cxnLst/>
              <a:rect l="l" t="t" r="r" b="b"/>
              <a:pathLst>
                <a:path w="1427" h="18670" extrusionOk="0">
                  <a:moveTo>
                    <a:pt x="549" y="1"/>
                  </a:moveTo>
                  <a:cubicBezTo>
                    <a:pt x="549" y="1"/>
                    <a:pt x="110" y="8026"/>
                    <a:pt x="47" y="10832"/>
                  </a:cubicBezTo>
                  <a:cubicBezTo>
                    <a:pt x="0" y="13622"/>
                    <a:pt x="1254" y="16961"/>
                    <a:pt x="1426" y="18669"/>
                  </a:cubicBezTo>
                  <a:lnTo>
                    <a:pt x="799" y="7384"/>
                  </a:lnTo>
                  <a:lnTo>
                    <a:pt x="549"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 name="Google Shape;640;p3"/>
          <p:cNvGrpSpPr/>
          <p:nvPr/>
        </p:nvGrpSpPr>
        <p:grpSpPr>
          <a:xfrm rot="-3967129">
            <a:off x="5021640" y="3171826"/>
            <a:ext cx="1248924" cy="1509145"/>
            <a:chOff x="6068875" y="758513"/>
            <a:chExt cx="554100" cy="669550"/>
          </a:xfrm>
        </p:grpSpPr>
        <p:sp>
          <p:nvSpPr>
            <p:cNvPr id="641" name="Google Shape;641;p3"/>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5" name="Google Shape;655;p3"/>
          <p:cNvSpPr/>
          <p:nvPr/>
        </p:nvSpPr>
        <p:spPr>
          <a:xfrm>
            <a:off x="-40800" y="4433175"/>
            <a:ext cx="9228600" cy="75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
          <p:cNvSpPr/>
          <p:nvPr/>
        </p:nvSpPr>
        <p:spPr>
          <a:xfrm>
            <a:off x="1559700" y="922175"/>
            <a:ext cx="6024600" cy="2882100"/>
          </a:xfrm>
          <a:prstGeom prst="roundRect">
            <a:avLst>
              <a:gd name="adj" fmla="val 5945"/>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7" name="Google Shape;657;p3"/>
          <p:cNvGrpSpPr/>
          <p:nvPr/>
        </p:nvGrpSpPr>
        <p:grpSpPr>
          <a:xfrm rot="1097607">
            <a:off x="6922054" y="221747"/>
            <a:ext cx="1091197" cy="478913"/>
            <a:chOff x="2183975" y="2067550"/>
            <a:chExt cx="819400" cy="359650"/>
          </a:xfrm>
        </p:grpSpPr>
        <p:sp>
          <p:nvSpPr>
            <p:cNvPr id="658" name="Google Shape;658;p3"/>
            <p:cNvSpPr/>
            <p:nvPr/>
          </p:nvSpPr>
          <p:spPr>
            <a:xfrm>
              <a:off x="2183975" y="2389025"/>
              <a:ext cx="76425" cy="38175"/>
            </a:xfrm>
            <a:custGeom>
              <a:avLst/>
              <a:gdLst/>
              <a:ahLst/>
              <a:cxnLst/>
              <a:rect l="l" t="t" r="r" b="b"/>
              <a:pathLst>
                <a:path w="3057" h="1527" extrusionOk="0">
                  <a:moveTo>
                    <a:pt x="2163" y="0"/>
                  </a:moveTo>
                  <a:cubicBezTo>
                    <a:pt x="1160" y="79"/>
                    <a:pt x="0" y="141"/>
                    <a:pt x="94" y="800"/>
                  </a:cubicBezTo>
                  <a:cubicBezTo>
                    <a:pt x="166" y="1384"/>
                    <a:pt x="937" y="1527"/>
                    <a:pt x="1674" y="1527"/>
                  </a:cubicBezTo>
                  <a:cubicBezTo>
                    <a:pt x="2381" y="1527"/>
                    <a:pt x="3057" y="1395"/>
                    <a:pt x="3057" y="1395"/>
                  </a:cubicBezTo>
                  <a:lnTo>
                    <a:pt x="2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
            <p:cNvSpPr/>
            <p:nvPr/>
          </p:nvSpPr>
          <p:spPr>
            <a:xfrm>
              <a:off x="2392450" y="2067550"/>
              <a:ext cx="45075" cy="28150"/>
            </a:xfrm>
            <a:custGeom>
              <a:avLst/>
              <a:gdLst/>
              <a:ahLst/>
              <a:cxnLst/>
              <a:rect l="l" t="t" r="r" b="b"/>
              <a:pathLst>
                <a:path w="1803" h="1126" extrusionOk="0">
                  <a:moveTo>
                    <a:pt x="993" y="0"/>
                  </a:moveTo>
                  <a:cubicBezTo>
                    <a:pt x="950" y="0"/>
                    <a:pt x="907" y="2"/>
                    <a:pt x="862" y="6"/>
                  </a:cubicBezTo>
                  <a:cubicBezTo>
                    <a:pt x="376" y="53"/>
                    <a:pt x="0" y="336"/>
                    <a:pt x="16" y="633"/>
                  </a:cubicBezTo>
                  <a:cubicBezTo>
                    <a:pt x="44" y="918"/>
                    <a:pt x="384" y="1126"/>
                    <a:pt x="810" y="1126"/>
                  </a:cubicBezTo>
                  <a:cubicBezTo>
                    <a:pt x="853" y="1126"/>
                    <a:pt x="896" y="1124"/>
                    <a:pt x="941" y="1119"/>
                  </a:cubicBezTo>
                  <a:cubicBezTo>
                    <a:pt x="1427" y="1072"/>
                    <a:pt x="1803" y="790"/>
                    <a:pt x="1787" y="477"/>
                  </a:cubicBezTo>
                  <a:cubicBezTo>
                    <a:pt x="1773" y="206"/>
                    <a:pt x="1422" y="0"/>
                    <a:pt x="9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
            <p:cNvSpPr/>
            <p:nvPr/>
          </p:nvSpPr>
          <p:spPr>
            <a:xfrm>
              <a:off x="2214550" y="2079000"/>
              <a:ext cx="516875" cy="342950"/>
            </a:xfrm>
            <a:custGeom>
              <a:avLst/>
              <a:gdLst/>
              <a:ahLst/>
              <a:cxnLst/>
              <a:rect l="l" t="t" r="r" b="b"/>
              <a:pathLst>
                <a:path w="20675" h="13718" extrusionOk="0">
                  <a:moveTo>
                    <a:pt x="9826" y="1"/>
                  </a:moveTo>
                  <a:cubicBezTo>
                    <a:pt x="7386" y="1"/>
                    <a:pt x="4905" y="399"/>
                    <a:pt x="3151" y="1523"/>
                  </a:cubicBezTo>
                  <a:cubicBezTo>
                    <a:pt x="0" y="3530"/>
                    <a:pt x="1270" y="13608"/>
                    <a:pt x="1270" y="13608"/>
                  </a:cubicBezTo>
                  <a:lnTo>
                    <a:pt x="20674" y="13718"/>
                  </a:lnTo>
                  <a:cubicBezTo>
                    <a:pt x="20674" y="13718"/>
                    <a:pt x="20659" y="2088"/>
                    <a:pt x="16082" y="818"/>
                  </a:cubicBezTo>
                  <a:cubicBezTo>
                    <a:pt x="14496" y="372"/>
                    <a:pt x="12180" y="1"/>
                    <a:pt x="98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
            <p:cNvSpPr/>
            <p:nvPr/>
          </p:nvSpPr>
          <p:spPr>
            <a:xfrm>
              <a:off x="2470825" y="2079050"/>
              <a:ext cx="260600" cy="342900"/>
            </a:xfrm>
            <a:custGeom>
              <a:avLst/>
              <a:gdLst/>
              <a:ahLst/>
              <a:cxnLst/>
              <a:rect l="l" t="t" r="r" b="b"/>
              <a:pathLst>
                <a:path w="10424" h="13716" extrusionOk="0">
                  <a:moveTo>
                    <a:pt x="0" y="1"/>
                  </a:moveTo>
                  <a:lnTo>
                    <a:pt x="0" y="1"/>
                  </a:lnTo>
                  <a:cubicBezTo>
                    <a:pt x="4828" y="1756"/>
                    <a:pt x="8370" y="7211"/>
                    <a:pt x="8480" y="13716"/>
                  </a:cubicBezTo>
                  <a:lnTo>
                    <a:pt x="10423" y="13716"/>
                  </a:lnTo>
                  <a:cubicBezTo>
                    <a:pt x="10423" y="13716"/>
                    <a:pt x="10408" y="2086"/>
                    <a:pt x="5831" y="816"/>
                  </a:cubicBezTo>
                  <a:cubicBezTo>
                    <a:pt x="4342" y="393"/>
                    <a:pt x="2194" y="48"/>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
            <p:cNvSpPr/>
            <p:nvPr/>
          </p:nvSpPr>
          <p:spPr>
            <a:xfrm>
              <a:off x="2214550" y="2082600"/>
              <a:ext cx="186525" cy="339350"/>
            </a:xfrm>
            <a:custGeom>
              <a:avLst/>
              <a:gdLst/>
              <a:ahLst/>
              <a:cxnLst/>
              <a:rect l="l" t="t" r="r" b="b"/>
              <a:pathLst>
                <a:path w="7461" h="13574" extrusionOk="0">
                  <a:moveTo>
                    <a:pt x="7461" y="0"/>
                  </a:moveTo>
                  <a:lnTo>
                    <a:pt x="7461" y="0"/>
                  </a:lnTo>
                  <a:cubicBezTo>
                    <a:pt x="5847" y="188"/>
                    <a:pt x="4342" y="611"/>
                    <a:pt x="3151" y="1379"/>
                  </a:cubicBezTo>
                  <a:cubicBezTo>
                    <a:pt x="0" y="3386"/>
                    <a:pt x="862" y="13574"/>
                    <a:pt x="862" y="13574"/>
                  </a:cubicBezTo>
                  <a:lnTo>
                    <a:pt x="7006" y="13574"/>
                  </a:lnTo>
                  <a:cubicBezTo>
                    <a:pt x="6489" y="12320"/>
                    <a:pt x="3746" y="2100"/>
                    <a:pt x="74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
            <p:cNvSpPr/>
            <p:nvPr/>
          </p:nvSpPr>
          <p:spPr>
            <a:xfrm>
              <a:off x="2218450" y="2136675"/>
              <a:ext cx="85075" cy="285275"/>
            </a:xfrm>
            <a:custGeom>
              <a:avLst/>
              <a:gdLst/>
              <a:ahLst/>
              <a:cxnLst/>
              <a:rect l="l" t="t" r="r" b="b"/>
              <a:pathLst>
                <a:path w="3403" h="11411" extrusionOk="0">
                  <a:moveTo>
                    <a:pt x="2195" y="0"/>
                  </a:moveTo>
                  <a:lnTo>
                    <a:pt x="2195" y="0"/>
                  </a:lnTo>
                  <a:cubicBezTo>
                    <a:pt x="1" y="3088"/>
                    <a:pt x="706" y="11411"/>
                    <a:pt x="706" y="11411"/>
                  </a:cubicBezTo>
                  <a:lnTo>
                    <a:pt x="3402" y="11411"/>
                  </a:lnTo>
                  <a:cubicBezTo>
                    <a:pt x="2399" y="9373"/>
                    <a:pt x="1803" y="6771"/>
                    <a:pt x="1803" y="3903"/>
                  </a:cubicBezTo>
                  <a:cubicBezTo>
                    <a:pt x="1803" y="2539"/>
                    <a:pt x="1944" y="1223"/>
                    <a:pt x="219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
            <p:cNvSpPr/>
            <p:nvPr/>
          </p:nvSpPr>
          <p:spPr>
            <a:xfrm>
              <a:off x="2234125" y="2405350"/>
              <a:ext cx="769250" cy="21700"/>
            </a:xfrm>
            <a:custGeom>
              <a:avLst/>
              <a:gdLst/>
              <a:ahLst/>
              <a:cxnLst/>
              <a:rect l="l" t="t" r="r" b="b"/>
              <a:pathLst>
                <a:path w="30770" h="868" extrusionOk="0">
                  <a:moveTo>
                    <a:pt x="28366" y="1"/>
                  </a:moveTo>
                  <a:cubicBezTo>
                    <a:pt x="25060" y="1"/>
                    <a:pt x="17454" y="460"/>
                    <a:pt x="1" y="460"/>
                  </a:cubicBezTo>
                  <a:lnTo>
                    <a:pt x="79" y="868"/>
                  </a:lnTo>
                  <a:lnTo>
                    <a:pt x="30472" y="868"/>
                  </a:lnTo>
                  <a:cubicBezTo>
                    <a:pt x="30597" y="868"/>
                    <a:pt x="30707" y="774"/>
                    <a:pt x="30738" y="633"/>
                  </a:cubicBezTo>
                  <a:cubicBezTo>
                    <a:pt x="30769" y="492"/>
                    <a:pt x="30722" y="335"/>
                    <a:pt x="30613" y="272"/>
                  </a:cubicBezTo>
                  <a:cubicBezTo>
                    <a:pt x="30307" y="73"/>
                    <a:pt x="29672" y="1"/>
                    <a:pt x="28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
            <p:cNvSpPr/>
            <p:nvPr/>
          </p:nvSpPr>
          <p:spPr>
            <a:xfrm>
              <a:off x="2458675" y="2405300"/>
              <a:ext cx="544700" cy="21750"/>
            </a:xfrm>
            <a:custGeom>
              <a:avLst/>
              <a:gdLst/>
              <a:ahLst/>
              <a:cxnLst/>
              <a:rect l="l" t="t" r="r" b="b"/>
              <a:pathLst>
                <a:path w="21788" h="870" extrusionOk="0">
                  <a:moveTo>
                    <a:pt x="19365" y="1"/>
                  </a:moveTo>
                  <a:cubicBezTo>
                    <a:pt x="16687" y="1"/>
                    <a:pt x="11205" y="300"/>
                    <a:pt x="0" y="415"/>
                  </a:cubicBezTo>
                  <a:cubicBezTo>
                    <a:pt x="173" y="572"/>
                    <a:pt x="329" y="713"/>
                    <a:pt x="455" y="870"/>
                  </a:cubicBezTo>
                  <a:lnTo>
                    <a:pt x="21490" y="870"/>
                  </a:lnTo>
                  <a:cubicBezTo>
                    <a:pt x="21615" y="870"/>
                    <a:pt x="21725" y="776"/>
                    <a:pt x="21756" y="635"/>
                  </a:cubicBezTo>
                  <a:cubicBezTo>
                    <a:pt x="21787" y="494"/>
                    <a:pt x="21740" y="337"/>
                    <a:pt x="21631" y="274"/>
                  </a:cubicBezTo>
                  <a:cubicBezTo>
                    <a:pt x="21321" y="73"/>
                    <a:pt x="20681" y="1"/>
                    <a:pt x="193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
            <p:cNvSpPr/>
            <p:nvPr/>
          </p:nvSpPr>
          <p:spPr>
            <a:xfrm>
              <a:off x="2510000" y="2158925"/>
              <a:ext cx="154200" cy="210375"/>
            </a:xfrm>
            <a:custGeom>
              <a:avLst/>
              <a:gdLst/>
              <a:ahLst/>
              <a:cxnLst/>
              <a:rect l="l" t="t" r="r" b="b"/>
              <a:pathLst>
                <a:path w="6168" h="8415" extrusionOk="0">
                  <a:moveTo>
                    <a:pt x="452" y="1"/>
                  </a:moveTo>
                  <a:cubicBezTo>
                    <a:pt x="194" y="1"/>
                    <a:pt x="0" y="229"/>
                    <a:pt x="0" y="568"/>
                  </a:cubicBezTo>
                  <a:cubicBezTo>
                    <a:pt x="0" y="1195"/>
                    <a:pt x="2602" y="3765"/>
                    <a:pt x="5925" y="8358"/>
                  </a:cubicBezTo>
                  <a:cubicBezTo>
                    <a:pt x="5949" y="8398"/>
                    <a:pt x="5979" y="8415"/>
                    <a:pt x="6007" y="8415"/>
                  </a:cubicBezTo>
                  <a:cubicBezTo>
                    <a:pt x="6090" y="8415"/>
                    <a:pt x="6168" y="8275"/>
                    <a:pt x="6098" y="8170"/>
                  </a:cubicBezTo>
                  <a:cubicBezTo>
                    <a:pt x="2775" y="3562"/>
                    <a:pt x="1004" y="66"/>
                    <a:pt x="502" y="4"/>
                  </a:cubicBezTo>
                  <a:cubicBezTo>
                    <a:pt x="485" y="2"/>
                    <a:pt x="469" y="1"/>
                    <a:pt x="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
            <p:cNvSpPr/>
            <p:nvPr/>
          </p:nvSpPr>
          <p:spPr>
            <a:xfrm>
              <a:off x="2634600" y="2331025"/>
              <a:ext cx="30200" cy="40400"/>
            </a:xfrm>
            <a:custGeom>
              <a:avLst/>
              <a:gdLst/>
              <a:ahLst/>
              <a:cxnLst/>
              <a:rect l="l" t="t" r="r" b="b"/>
              <a:pathLst>
                <a:path w="1208" h="1616" extrusionOk="0">
                  <a:moveTo>
                    <a:pt x="220" y="1"/>
                  </a:moveTo>
                  <a:lnTo>
                    <a:pt x="1" y="251"/>
                  </a:lnTo>
                  <a:lnTo>
                    <a:pt x="988" y="1615"/>
                  </a:lnTo>
                  <a:lnTo>
                    <a:pt x="1208" y="1364"/>
                  </a:lnTo>
                  <a:lnTo>
                    <a:pt x="220"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
            <p:cNvSpPr/>
            <p:nvPr/>
          </p:nvSpPr>
          <p:spPr>
            <a:xfrm>
              <a:off x="2656950" y="2363225"/>
              <a:ext cx="11000" cy="10850"/>
            </a:xfrm>
            <a:custGeom>
              <a:avLst/>
              <a:gdLst/>
              <a:ahLst/>
              <a:cxnLst/>
              <a:rect l="l" t="t" r="r" b="b"/>
              <a:pathLst>
                <a:path w="440" h="434" extrusionOk="0">
                  <a:moveTo>
                    <a:pt x="332" y="1"/>
                  </a:moveTo>
                  <a:cubicBezTo>
                    <a:pt x="278" y="1"/>
                    <a:pt x="206" y="43"/>
                    <a:pt x="141" y="108"/>
                  </a:cubicBezTo>
                  <a:cubicBezTo>
                    <a:pt x="47" y="217"/>
                    <a:pt x="0" y="358"/>
                    <a:pt x="47" y="405"/>
                  </a:cubicBezTo>
                  <a:cubicBezTo>
                    <a:pt x="57" y="425"/>
                    <a:pt x="75" y="434"/>
                    <a:pt x="97" y="434"/>
                  </a:cubicBezTo>
                  <a:cubicBezTo>
                    <a:pt x="146" y="434"/>
                    <a:pt x="218" y="392"/>
                    <a:pt x="282" y="327"/>
                  </a:cubicBezTo>
                  <a:cubicBezTo>
                    <a:pt x="392" y="217"/>
                    <a:pt x="439" y="76"/>
                    <a:pt x="392" y="29"/>
                  </a:cubicBezTo>
                  <a:cubicBezTo>
                    <a:pt x="377" y="10"/>
                    <a:pt x="356" y="1"/>
                    <a:pt x="33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
            <p:cNvSpPr/>
            <p:nvPr/>
          </p:nvSpPr>
          <p:spPr>
            <a:xfrm>
              <a:off x="2533325" y="2163250"/>
              <a:ext cx="145200" cy="211525"/>
            </a:xfrm>
            <a:custGeom>
              <a:avLst/>
              <a:gdLst/>
              <a:ahLst/>
              <a:cxnLst/>
              <a:rect l="l" t="t" r="r" b="b"/>
              <a:pathLst>
                <a:path w="5808" h="8461" extrusionOk="0">
                  <a:moveTo>
                    <a:pt x="5293" y="0"/>
                  </a:moveTo>
                  <a:cubicBezTo>
                    <a:pt x="5277" y="0"/>
                    <a:pt x="5260" y="1"/>
                    <a:pt x="5243" y="3"/>
                  </a:cubicBezTo>
                  <a:cubicBezTo>
                    <a:pt x="4742" y="66"/>
                    <a:pt x="3158" y="3592"/>
                    <a:pt x="71" y="8216"/>
                  </a:cubicBezTo>
                  <a:cubicBezTo>
                    <a:pt x="1" y="8321"/>
                    <a:pt x="78" y="8461"/>
                    <a:pt x="168" y="8461"/>
                  </a:cubicBezTo>
                  <a:cubicBezTo>
                    <a:pt x="198" y="8461"/>
                    <a:pt x="231" y="8444"/>
                    <a:pt x="259" y="8404"/>
                  </a:cubicBezTo>
                  <a:cubicBezTo>
                    <a:pt x="3331" y="3780"/>
                    <a:pt x="5807" y="1194"/>
                    <a:pt x="5776" y="552"/>
                  </a:cubicBezTo>
                  <a:cubicBezTo>
                    <a:pt x="5761" y="227"/>
                    <a:pt x="5553" y="0"/>
                    <a:pt x="5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
            <p:cNvSpPr/>
            <p:nvPr/>
          </p:nvSpPr>
          <p:spPr>
            <a:xfrm>
              <a:off x="2529600" y="2368325"/>
              <a:ext cx="11000" cy="10850"/>
            </a:xfrm>
            <a:custGeom>
              <a:avLst/>
              <a:gdLst/>
              <a:ahLst/>
              <a:cxnLst/>
              <a:rect l="l" t="t" r="r" b="b"/>
              <a:pathLst>
                <a:path w="440" h="434" extrusionOk="0">
                  <a:moveTo>
                    <a:pt x="83" y="1"/>
                  </a:moveTo>
                  <a:cubicBezTo>
                    <a:pt x="59" y="1"/>
                    <a:pt x="41" y="10"/>
                    <a:pt x="32" y="29"/>
                  </a:cubicBezTo>
                  <a:cubicBezTo>
                    <a:pt x="0" y="76"/>
                    <a:pt x="47" y="217"/>
                    <a:pt x="141" y="327"/>
                  </a:cubicBezTo>
                  <a:cubicBezTo>
                    <a:pt x="217" y="391"/>
                    <a:pt x="292" y="434"/>
                    <a:pt x="342" y="434"/>
                  </a:cubicBezTo>
                  <a:cubicBezTo>
                    <a:pt x="365" y="434"/>
                    <a:pt x="382" y="425"/>
                    <a:pt x="392" y="405"/>
                  </a:cubicBezTo>
                  <a:cubicBezTo>
                    <a:pt x="439" y="358"/>
                    <a:pt x="392" y="217"/>
                    <a:pt x="282" y="123"/>
                  </a:cubicBezTo>
                  <a:cubicBezTo>
                    <a:pt x="217" y="47"/>
                    <a:pt x="137" y="1"/>
                    <a:pt x="83" y="1"/>
                  </a:cubicBezTo>
                  <a:close/>
                </a:path>
              </a:pathLst>
            </a:custGeom>
            <a:solidFill>
              <a:srgbClr val="8696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
            <p:cNvSpPr/>
            <p:nvPr/>
          </p:nvSpPr>
          <p:spPr>
            <a:xfrm>
              <a:off x="2533325" y="2281650"/>
              <a:ext cx="65650" cy="93125"/>
            </a:xfrm>
            <a:custGeom>
              <a:avLst/>
              <a:gdLst/>
              <a:ahLst/>
              <a:cxnLst/>
              <a:rect l="l" t="t" r="r" b="b"/>
              <a:pathLst>
                <a:path w="2626" h="3725" extrusionOk="0">
                  <a:moveTo>
                    <a:pt x="2265" y="1"/>
                  </a:moveTo>
                  <a:cubicBezTo>
                    <a:pt x="1638" y="1051"/>
                    <a:pt x="901" y="2226"/>
                    <a:pt x="71" y="3480"/>
                  </a:cubicBezTo>
                  <a:cubicBezTo>
                    <a:pt x="1" y="3585"/>
                    <a:pt x="78" y="3725"/>
                    <a:pt x="161" y="3725"/>
                  </a:cubicBezTo>
                  <a:cubicBezTo>
                    <a:pt x="190" y="3725"/>
                    <a:pt x="219" y="3708"/>
                    <a:pt x="243" y="3668"/>
                  </a:cubicBezTo>
                  <a:cubicBezTo>
                    <a:pt x="1105" y="2399"/>
                    <a:pt x="1904" y="1286"/>
                    <a:pt x="2626" y="314"/>
                  </a:cubicBezTo>
                  <a:cubicBezTo>
                    <a:pt x="2531" y="298"/>
                    <a:pt x="2437" y="251"/>
                    <a:pt x="2375" y="189"/>
                  </a:cubicBezTo>
                  <a:cubicBezTo>
                    <a:pt x="2328" y="126"/>
                    <a:pt x="2296" y="63"/>
                    <a:pt x="22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
            <p:cNvSpPr/>
            <p:nvPr/>
          </p:nvSpPr>
          <p:spPr>
            <a:xfrm>
              <a:off x="2517825" y="2244825"/>
              <a:ext cx="50575" cy="68975"/>
            </a:xfrm>
            <a:custGeom>
              <a:avLst/>
              <a:gdLst/>
              <a:ahLst/>
              <a:cxnLst/>
              <a:rect l="l" t="t" r="r" b="b"/>
              <a:pathLst>
                <a:path w="2023" h="2759" extrusionOk="0">
                  <a:moveTo>
                    <a:pt x="769" y="0"/>
                  </a:moveTo>
                  <a:cubicBezTo>
                    <a:pt x="769" y="0"/>
                    <a:pt x="1" y="1286"/>
                    <a:pt x="1004" y="2759"/>
                  </a:cubicBezTo>
                  <a:lnTo>
                    <a:pt x="2023" y="1223"/>
                  </a:lnTo>
                  <a:lnTo>
                    <a:pt x="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
            <p:cNvSpPr/>
            <p:nvPr/>
          </p:nvSpPr>
          <p:spPr>
            <a:xfrm>
              <a:off x="2620500" y="2252275"/>
              <a:ext cx="47050" cy="58800"/>
            </a:xfrm>
            <a:custGeom>
              <a:avLst/>
              <a:gdLst/>
              <a:ahLst/>
              <a:cxnLst/>
              <a:rect l="l" t="t" r="r" b="b"/>
              <a:pathLst>
                <a:path w="1882" h="2352" extrusionOk="0">
                  <a:moveTo>
                    <a:pt x="1113" y="0"/>
                  </a:moveTo>
                  <a:lnTo>
                    <a:pt x="1" y="1113"/>
                  </a:lnTo>
                  <a:lnTo>
                    <a:pt x="988" y="2351"/>
                  </a:lnTo>
                  <a:cubicBezTo>
                    <a:pt x="1881" y="1050"/>
                    <a:pt x="111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
            <p:cNvSpPr/>
            <p:nvPr/>
          </p:nvSpPr>
          <p:spPr>
            <a:xfrm>
              <a:off x="2367750"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
            <p:cNvSpPr/>
            <p:nvPr/>
          </p:nvSpPr>
          <p:spPr>
            <a:xfrm>
              <a:off x="2359925"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
            <p:cNvSpPr/>
            <p:nvPr/>
          </p:nvSpPr>
          <p:spPr>
            <a:xfrm>
              <a:off x="2350900"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
            <p:cNvSpPr/>
            <p:nvPr/>
          </p:nvSpPr>
          <p:spPr>
            <a:xfrm>
              <a:off x="2344625"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
            <p:cNvSpPr/>
            <p:nvPr/>
          </p:nvSpPr>
          <p:spPr>
            <a:xfrm>
              <a:off x="2342675"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
            <p:cNvSpPr/>
            <p:nvPr/>
          </p:nvSpPr>
          <p:spPr>
            <a:xfrm>
              <a:off x="2341500" y="2206800"/>
              <a:ext cx="5125" cy="20800"/>
            </a:xfrm>
            <a:custGeom>
              <a:avLst/>
              <a:gdLst/>
              <a:ahLst/>
              <a:cxnLst/>
              <a:rect l="l" t="t" r="r" b="b"/>
              <a:pathLst>
                <a:path w="205" h="832" extrusionOk="0">
                  <a:moveTo>
                    <a:pt x="189" y="1"/>
                  </a:moveTo>
                  <a:lnTo>
                    <a:pt x="0" y="16"/>
                  </a:lnTo>
                  <a:lnTo>
                    <a:pt x="32" y="832"/>
                  </a:lnTo>
                  <a:lnTo>
                    <a:pt x="204" y="832"/>
                  </a:lnTo>
                  <a:lnTo>
                    <a:pt x="1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
            <p:cNvSpPr/>
            <p:nvPr/>
          </p:nvSpPr>
          <p:spPr>
            <a:xfrm>
              <a:off x="2342275"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
            <p:cNvSpPr/>
            <p:nvPr/>
          </p:nvSpPr>
          <p:spPr>
            <a:xfrm>
              <a:off x="2348150" y="2138225"/>
              <a:ext cx="7475" cy="18450"/>
            </a:xfrm>
            <a:custGeom>
              <a:avLst/>
              <a:gdLst/>
              <a:ahLst/>
              <a:cxnLst/>
              <a:rect l="l" t="t" r="r" b="b"/>
              <a:pathLst>
                <a:path w="299" h="738" extrusionOk="0">
                  <a:moveTo>
                    <a:pt x="142" y="1"/>
                  </a:moveTo>
                  <a:lnTo>
                    <a:pt x="1" y="690"/>
                  </a:lnTo>
                  <a:lnTo>
                    <a:pt x="173" y="737"/>
                  </a:lnTo>
                  <a:lnTo>
                    <a:pt x="299" y="32"/>
                  </a:lnTo>
                  <a:lnTo>
                    <a:pt x="1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
            <p:cNvSpPr/>
            <p:nvPr/>
          </p:nvSpPr>
          <p:spPr>
            <a:xfrm>
              <a:off x="2357175" y="2106875"/>
              <a:ext cx="11000" cy="18450"/>
            </a:xfrm>
            <a:custGeom>
              <a:avLst/>
              <a:gdLst/>
              <a:ahLst/>
              <a:cxnLst/>
              <a:rect l="l" t="t" r="r" b="b"/>
              <a:pathLst>
                <a:path w="440" h="738" extrusionOk="0">
                  <a:moveTo>
                    <a:pt x="283" y="1"/>
                  </a:moveTo>
                  <a:lnTo>
                    <a:pt x="0" y="643"/>
                  </a:lnTo>
                  <a:lnTo>
                    <a:pt x="157" y="738"/>
                  </a:lnTo>
                  <a:lnTo>
                    <a:pt x="439" y="95"/>
                  </a:lnTo>
                  <a:lnTo>
                    <a:pt x="2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
            <p:cNvSpPr/>
            <p:nvPr/>
          </p:nvSpPr>
          <p:spPr>
            <a:xfrm>
              <a:off x="2370500" y="2088475"/>
              <a:ext cx="12550" cy="12550"/>
            </a:xfrm>
            <a:custGeom>
              <a:avLst/>
              <a:gdLst/>
              <a:ahLst/>
              <a:cxnLst/>
              <a:rect l="l" t="t" r="r" b="b"/>
              <a:pathLst>
                <a:path w="502" h="502" extrusionOk="0">
                  <a:moveTo>
                    <a:pt x="361" y="0"/>
                  </a:moveTo>
                  <a:lnTo>
                    <a:pt x="0" y="408"/>
                  </a:lnTo>
                  <a:lnTo>
                    <a:pt x="157" y="502"/>
                  </a:lnTo>
                  <a:lnTo>
                    <a:pt x="502" y="94"/>
                  </a:lnTo>
                  <a:lnTo>
                    <a:pt x="3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
            <p:cNvSpPr/>
            <p:nvPr/>
          </p:nvSpPr>
          <p:spPr>
            <a:xfrm>
              <a:off x="2388125"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
            <p:cNvSpPr/>
            <p:nvPr/>
          </p:nvSpPr>
          <p:spPr>
            <a:xfrm>
              <a:off x="2380300"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
            <p:cNvSpPr/>
            <p:nvPr/>
          </p:nvSpPr>
          <p:spPr>
            <a:xfrm>
              <a:off x="2371275"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
            <p:cNvSpPr/>
            <p:nvPr/>
          </p:nvSpPr>
          <p:spPr>
            <a:xfrm>
              <a:off x="2365000"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
            <p:cNvSpPr/>
            <p:nvPr/>
          </p:nvSpPr>
          <p:spPr>
            <a:xfrm>
              <a:off x="2363050"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
            <p:cNvSpPr/>
            <p:nvPr/>
          </p:nvSpPr>
          <p:spPr>
            <a:xfrm>
              <a:off x="2361875" y="2206800"/>
              <a:ext cx="5125" cy="20800"/>
            </a:xfrm>
            <a:custGeom>
              <a:avLst/>
              <a:gdLst/>
              <a:ahLst/>
              <a:cxnLst/>
              <a:rect l="l" t="t" r="r" b="b"/>
              <a:pathLst>
                <a:path w="205" h="832" extrusionOk="0">
                  <a:moveTo>
                    <a:pt x="173" y="1"/>
                  </a:moveTo>
                  <a:lnTo>
                    <a:pt x="1" y="16"/>
                  </a:lnTo>
                  <a:lnTo>
                    <a:pt x="32" y="832"/>
                  </a:lnTo>
                  <a:lnTo>
                    <a:pt x="204" y="832"/>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
            <p:cNvSpPr/>
            <p:nvPr/>
          </p:nvSpPr>
          <p:spPr>
            <a:xfrm>
              <a:off x="2362650"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
            <p:cNvSpPr/>
            <p:nvPr/>
          </p:nvSpPr>
          <p:spPr>
            <a:xfrm>
              <a:off x="2368550" y="2138225"/>
              <a:ext cx="7450" cy="18450"/>
            </a:xfrm>
            <a:custGeom>
              <a:avLst/>
              <a:gdLst/>
              <a:ahLst/>
              <a:cxnLst/>
              <a:rect l="l" t="t" r="r" b="b"/>
              <a:pathLst>
                <a:path w="298" h="738" extrusionOk="0">
                  <a:moveTo>
                    <a:pt x="141" y="1"/>
                  </a:moveTo>
                  <a:lnTo>
                    <a:pt x="0" y="690"/>
                  </a:lnTo>
                  <a:lnTo>
                    <a:pt x="172" y="737"/>
                  </a:lnTo>
                  <a:lnTo>
                    <a:pt x="298" y="32"/>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
            <p:cNvSpPr/>
            <p:nvPr/>
          </p:nvSpPr>
          <p:spPr>
            <a:xfrm>
              <a:off x="2377550" y="2106875"/>
              <a:ext cx="11000" cy="18450"/>
            </a:xfrm>
            <a:custGeom>
              <a:avLst/>
              <a:gdLst/>
              <a:ahLst/>
              <a:cxnLst/>
              <a:rect l="l" t="t" r="r" b="b"/>
              <a:pathLst>
                <a:path w="440" h="738" extrusionOk="0">
                  <a:moveTo>
                    <a:pt x="283" y="1"/>
                  </a:moveTo>
                  <a:lnTo>
                    <a:pt x="1" y="643"/>
                  </a:lnTo>
                  <a:lnTo>
                    <a:pt x="157" y="738"/>
                  </a:lnTo>
                  <a:lnTo>
                    <a:pt x="439" y="95"/>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
            <p:cNvSpPr/>
            <p:nvPr/>
          </p:nvSpPr>
          <p:spPr>
            <a:xfrm>
              <a:off x="2390875" y="2088475"/>
              <a:ext cx="12575" cy="12550"/>
            </a:xfrm>
            <a:custGeom>
              <a:avLst/>
              <a:gdLst/>
              <a:ahLst/>
              <a:cxnLst/>
              <a:rect l="l" t="t" r="r" b="b"/>
              <a:pathLst>
                <a:path w="503" h="502" extrusionOk="0">
                  <a:moveTo>
                    <a:pt x="361" y="0"/>
                  </a:moveTo>
                  <a:lnTo>
                    <a:pt x="0" y="408"/>
                  </a:lnTo>
                  <a:lnTo>
                    <a:pt x="157" y="502"/>
                  </a:lnTo>
                  <a:lnTo>
                    <a:pt x="502" y="94"/>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
            <p:cNvSpPr/>
            <p:nvPr/>
          </p:nvSpPr>
          <p:spPr>
            <a:xfrm>
              <a:off x="2504125" y="2192300"/>
              <a:ext cx="170475" cy="178725"/>
            </a:xfrm>
            <a:custGeom>
              <a:avLst/>
              <a:gdLst/>
              <a:ahLst/>
              <a:cxnLst/>
              <a:rect l="l" t="t" r="r" b="b"/>
              <a:pathLst>
                <a:path w="6819" h="7149" extrusionOk="0">
                  <a:moveTo>
                    <a:pt x="2649" y="1"/>
                  </a:moveTo>
                  <a:cubicBezTo>
                    <a:pt x="2148" y="95"/>
                    <a:pt x="1677" y="299"/>
                    <a:pt x="1286" y="596"/>
                  </a:cubicBezTo>
                  <a:lnTo>
                    <a:pt x="1411" y="816"/>
                  </a:lnTo>
                  <a:cubicBezTo>
                    <a:pt x="1787" y="534"/>
                    <a:pt x="2226" y="346"/>
                    <a:pt x="2681" y="267"/>
                  </a:cubicBezTo>
                  <a:lnTo>
                    <a:pt x="2649" y="1"/>
                  </a:lnTo>
                  <a:close/>
                  <a:moveTo>
                    <a:pt x="4107" y="95"/>
                  </a:moveTo>
                  <a:lnTo>
                    <a:pt x="4060" y="346"/>
                  </a:lnTo>
                  <a:cubicBezTo>
                    <a:pt x="4499" y="487"/>
                    <a:pt x="4922" y="706"/>
                    <a:pt x="5298" y="1020"/>
                  </a:cubicBezTo>
                  <a:lnTo>
                    <a:pt x="5424" y="800"/>
                  </a:lnTo>
                  <a:cubicBezTo>
                    <a:pt x="5032" y="471"/>
                    <a:pt x="4593" y="236"/>
                    <a:pt x="4107" y="95"/>
                  </a:cubicBezTo>
                  <a:close/>
                  <a:moveTo>
                    <a:pt x="314" y="1850"/>
                  </a:moveTo>
                  <a:cubicBezTo>
                    <a:pt x="110" y="2305"/>
                    <a:pt x="0" y="2791"/>
                    <a:pt x="0" y="3308"/>
                  </a:cubicBezTo>
                  <a:cubicBezTo>
                    <a:pt x="0" y="3355"/>
                    <a:pt x="0" y="3418"/>
                    <a:pt x="16" y="3481"/>
                  </a:cubicBezTo>
                  <a:lnTo>
                    <a:pt x="235" y="3465"/>
                  </a:lnTo>
                  <a:cubicBezTo>
                    <a:pt x="235" y="3418"/>
                    <a:pt x="235" y="3355"/>
                    <a:pt x="235" y="3308"/>
                  </a:cubicBezTo>
                  <a:cubicBezTo>
                    <a:pt x="235" y="2838"/>
                    <a:pt x="329" y="2383"/>
                    <a:pt x="518" y="1976"/>
                  </a:cubicBezTo>
                  <a:lnTo>
                    <a:pt x="314" y="1850"/>
                  </a:lnTo>
                  <a:close/>
                  <a:moveTo>
                    <a:pt x="6411" y="2039"/>
                  </a:moveTo>
                  <a:lnTo>
                    <a:pt x="6207" y="2180"/>
                  </a:lnTo>
                  <a:cubicBezTo>
                    <a:pt x="6442" y="2634"/>
                    <a:pt x="6568" y="3136"/>
                    <a:pt x="6599" y="3637"/>
                  </a:cubicBezTo>
                  <a:lnTo>
                    <a:pt x="6599" y="3653"/>
                  </a:lnTo>
                  <a:lnTo>
                    <a:pt x="6819" y="3637"/>
                  </a:lnTo>
                  <a:cubicBezTo>
                    <a:pt x="6803" y="3073"/>
                    <a:pt x="6662" y="2540"/>
                    <a:pt x="6411" y="2039"/>
                  </a:cubicBezTo>
                  <a:close/>
                  <a:moveTo>
                    <a:pt x="627" y="4938"/>
                  </a:moveTo>
                  <a:lnTo>
                    <a:pt x="424" y="5064"/>
                  </a:lnTo>
                  <a:cubicBezTo>
                    <a:pt x="659" y="5534"/>
                    <a:pt x="1003" y="5973"/>
                    <a:pt x="1395" y="6302"/>
                  </a:cubicBezTo>
                  <a:lnTo>
                    <a:pt x="1536" y="6098"/>
                  </a:lnTo>
                  <a:cubicBezTo>
                    <a:pt x="1160" y="5769"/>
                    <a:pt x="847" y="5377"/>
                    <a:pt x="627" y="4938"/>
                  </a:cubicBezTo>
                  <a:close/>
                  <a:moveTo>
                    <a:pt x="6317" y="5158"/>
                  </a:moveTo>
                  <a:cubicBezTo>
                    <a:pt x="6113" y="5612"/>
                    <a:pt x="5800" y="6004"/>
                    <a:pt x="5424" y="6302"/>
                  </a:cubicBezTo>
                  <a:lnTo>
                    <a:pt x="5549" y="6521"/>
                  </a:lnTo>
                  <a:cubicBezTo>
                    <a:pt x="5972" y="6192"/>
                    <a:pt x="6301" y="5769"/>
                    <a:pt x="6521" y="5267"/>
                  </a:cubicBezTo>
                  <a:lnTo>
                    <a:pt x="6317" y="5158"/>
                  </a:lnTo>
                  <a:close/>
                  <a:moveTo>
                    <a:pt x="2775" y="6756"/>
                  </a:moveTo>
                  <a:lnTo>
                    <a:pt x="2712" y="7023"/>
                  </a:lnTo>
                  <a:cubicBezTo>
                    <a:pt x="2994" y="7101"/>
                    <a:pt x="3292" y="7148"/>
                    <a:pt x="3574" y="7148"/>
                  </a:cubicBezTo>
                  <a:lnTo>
                    <a:pt x="3652" y="7148"/>
                  </a:lnTo>
                  <a:cubicBezTo>
                    <a:pt x="3841" y="7148"/>
                    <a:pt x="4013" y="7133"/>
                    <a:pt x="4185" y="7117"/>
                  </a:cubicBezTo>
                  <a:lnTo>
                    <a:pt x="4138" y="6851"/>
                  </a:lnTo>
                  <a:cubicBezTo>
                    <a:pt x="3982" y="6882"/>
                    <a:pt x="3825" y="6898"/>
                    <a:pt x="3652" y="6898"/>
                  </a:cubicBezTo>
                  <a:lnTo>
                    <a:pt x="3574" y="6882"/>
                  </a:lnTo>
                  <a:cubicBezTo>
                    <a:pt x="3308" y="6882"/>
                    <a:pt x="3041" y="6835"/>
                    <a:pt x="2775" y="67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5" name="Google Shape;695;p3"/>
          <p:cNvGrpSpPr/>
          <p:nvPr/>
        </p:nvGrpSpPr>
        <p:grpSpPr>
          <a:xfrm>
            <a:off x="296964" y="1942203"/>
            <a:ext cx="832278" cy="755422"/>
            <a:chOff x="7435952" y="276894"/>
            <a:chExt cx="1111483" cy="1008844"/>
          </a:xfrm>
        </p:grpSpPr>
        <p:sp>
          <p:nvSpPr>
            <p:cNvPr id="696" name="Google Shape;696;p3"/>
            <p:cNvSpPr/>
            <p:nvPr/>
          </p:nvSpPr>
          <p:spPr>
            <a:xfrm>
              <a:off x="8129850" y="867480"/>
              <a:ext cx="364813" cy="418258"/>
            </a:xfrm>
            <a:custGeom>
              <a:avLst/>
              <a:gdLst/>
              <a:ahLst/>
              <a:cxnLst/>
              <a:rect l="l" t="t" r="r" b="b"/>
              <a:pathLst>
                <a:path w="8669" h="9939" extrusionOk="0">
                  <a:moveTo>
                    <a:pt x="5330" y="1"/>
                  </a:moveTo>
                  <a:lnTo>
                    <a:pt x="1" y="7681"/>
                  </a:lnTo>
                  <a:lnTo>
                    <a:pt x="1615" y="9938"/>
                  </a:lnTo>
                  <a:cubicBezTo>
                    <a:pt x="1615" y="9938"/>
                    <a:pt x="8668" y="8042"/>
                    <a:pt x="8543" y="3480"/>
                  </a:cubicBezTo>
                  <a:cubicBezTo>
                    <a:pt x="7932" y="1537"/>
                    <a:pt x="5330" y="1"/>
                    <a:pt x="53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
            <p:cNvSpPr/>
            <p:nvPr/>
          </p:nvSpPr>
          <p:spPr>
            <a:xfrm>
              <a:off x="7435952" y="276894"/>
              <a:ext cx="959102" cy="937219"/>
            </a:xfrm>
            <a:custGeom>
              <a:avLst/>
              <a:gdLst/>
              <a:ahLst/>
              <a:cxnLst/>
              <a:rect l="l" t="t" r="r" b="b"/>
              <a:pathLst>
                <a:path w="22791" h="22271" extrusionOk="0">
                  <a:moveTo>
                    <a:pt x="10906" y="0"/>
                  </a:moveTo>
                  <a:cubicBezTo>
                    <a:pt x="6143" y="0"/>
                    <a:pt x="1714" y="3714"/>
                    <a:pt x="1756" y="4991"/>
                  </a:cubicBezTo>
                  <a:cubicBezTo>
                    <a:pt x="1928" y="10053"/>
                    <a:pt x="11192" y="10414"/>
                    <a:pt x="10471" y="13470"/>
                  </a:cubicBezTo>
                  <a:cubicBezTo>
                    <a:pt x="10258" y="13836"/>
                    <a:pt x="9713" y="13960"/>
                    <a:pt x="8984" y="13960"/>
                  </a:cubicBezTo>
                  <a:cubicBezTo>
                    <a:pt x="7470" y="13960"/>
                    <a:pt x="5161" y="13428"/>
                    <a:pt x="3378" y="13428"/>
                  </a:cubicBezTo>
                  <a:cubicBezTo>
                    <a:pt x="2156" y="13428"/>
                    <a:pt x="1180" y="13678"/>
                    <a:pt x="878" y="14521"/>
                  </a:cubicBezTo>
                  <a:cubicBezTo>
                    <a:pt x="0" y="16997"/>
                    <a:pt x="5659" y="19803"/>
                    <a:pt x="8292" y="20916"/>
                  </a:cubicBezTo>
                  <a:cubicBezTo>
                    <a:pt x="10532" y="21855"/>
                    <a:pt x="12785" y="22271"/>
                    <a:pt x="14676" y="22271"/>
                  </a:cubicBezTo>
                  <a:cubicBezTo>
                    <a:pt x="15657" y="22271"/>
                    <a:pt x="16540" y="22159"/>
                    <a:pt x="17273" y="21950"/>
                  </a:cubicBezTo>
                  <a:cubicBezTo>
                    <a:pt x="19139" y="21417"/>
                    <a:pt x="22665" y="18016"/>
                    <a:pt x="22744" y="14113"/>
                  </a:cubicBezTo>
                  <a:cubicBezTo>
                    <a:pt x="22791" y="11746"/>
                    <a:pt x="20800" y="7373"/>
                    <a:pt x="18700" y="4708"/>
                  </a:cubicBezTo>
                  <a:cubicBezTo>
                    <a:pt x="18135" y="3987"/>
                    <a:pt x="16317" y="915"/>
                    <a:pt x="12587" y="163"/>
                  </a:cubicBezTo>
                  <a:cubicBezTo>
                    <a:pt x="12026" y="51"/>
                    <a:pt x="11464" y="0"/>
                    <a:pt x="10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
            <p:cNvSpPr/>
            <p:nvPr/>
          </p:nvSpPr>
          <p:spPr>
            <a:xfrm>
              <a:off x="7720892" y="679498"/>
              <a:ext cx="123386" cy="237514"/>
            </a:xfrm>
            <a:custGeom>
              <a:avLst/>
              <a:gdLst/>
              <a:ahLst/>
              <a:cxnLst/>
              <a:rect l="l" t="t" r="r" b="b"/>
              <a:pathLst>
                <a:path w="2932" h="5644" extrusionOk="0">
                  <a:moveTo>
                    <a:pt x="674" y="1"/>
                  </a:moveTo>
                  <a:lnTo>
                    <a:pt x="674" y="1"/>
                  </a:lnTo>
                  <a:cubicBezTo>
                    <a:pt x="1098" y="2806"/>
                    <a:pt x="0" y="4624"/>
                    <a:pt x="0" y="4624"/>
                  </a:cubicBezTo>
                  <a:lnTo>
                    <a:pt x="2555" y="5643"/>
                  </a:lnTo>
                  <a:cubicBezTo>
                    <a:pt x="1615" y="3198"/>
                    <a:pt x="2932" y="1239"/>
                    <a:pt x="2932" y="1239"/>
                  </a:cubicBezTo>
                  <a:lnTo>
                    <a:pt x="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
            <p:cNvSpPr/>
            <p:nvPr/>
          </p:nvSpPr>
          <p:spPr>
            <a:xfrm>
              <a:off x="7561273" y="612881"/>
              <a:ext cx="142491" cy="246730"/>
            </a:xfrm>
            <a:custGeom>
              <a:avLst/>
              <a:gdLst/>
              <a:ahLst/>
              <a:cxnLst/>
              <a:rect l="l" t="t" r="r" b="b"/>
              <a:pathLst>
                <a:path w="3386" h="5863" extrusionOk="0">
                  <a:moveTo>
                    <a:pt x="878" y="0"/>
                  </a:moveTo>
                  <a:cubicBezTo>
                    <a:pt x="1019" y="3590"/>
                    <a:pt x="0" y="5722"/>
                    <a:pt x="0" y="5722"/>
                  </a:cubicBezTo>
                  <a:lnTo>
                    <a:pt x="2634" y="5863"/>
                  </a:lnTo>
                  <a:cubicBezTo>
                    <a:pt x="1819" y="3010"/>
                    <a:pt x="3386" y="1474"/>
                    <a:pt x="3386" y="1474"/>
                  </a:cubicBezTo>
                  <a:lnTo>
                    <a:pt x="8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
            <p:cNvSpPr/>
            <p:nvPr/>
          </p:nvSpPr>
          <p:spPr>
            <a:xfrm>
              <a:off x="7466924" y="294274"/>
              <a:ext cx="902417" cy="892864"/>
            </a:xfrm>
            <a:custGeom>
              <a:avLst/>
              <a:gdLst/>
              <a:ahLst/>
              <a:cxnLst/>
              <a:rect l="l" t="t" r="r" b="b"/>
              <a:pathLst>
                <a:path w="21444" h="21217" extrusionOk="0">
                  <a:moveTo>
                    <a:pt x="10024" y="0"/>
                  </a:moveTo>
                  <a:cubicBezTo>
                    <a:pt x="5564" y="0"/>
                    <a:pt x="1715" y="3185"/>
                    <a:pt x="1756" y="4405"/>
                  </a:cubicBezTo>
                  <a:cubicBezTo>
                    <a:pt x="988" y="8042"/>
                    <a:pt x="11020" y="10299"/>
                    <a:pt x="10330" y="13246"/>
                  </a:cubicBezTo>
                  <a:cubicBezTo>
                    <a:pt x="10054" y="13723"/>
                    <a:pt x="9157" y="13860"/>
                    <a:pt x="8019" y="13860"/>
                  </a:cubicBezTo>
                  <a:cubicBezTo>
                    <a:pt x="6510" y="13860"/>
                    <a:pt x="4578" y="13621"/>
                    <a:pt x="3102" y="13621"/>
                  </a:cubicBezTo>
                  <a:cubicBezTo>
                    <a:pt x="1966" y="13621"/>
                    <a:pt x="1101" y="13762"/>
                    <a:pt x="910" y="14264"/>
                  </a:cubicBezTo>
                  <a:cubicBezTo>
                    <a:pt x="1" y="16616"/>
                    <a:pt x="5408" y="18716"/>
                    <a:pt x="7948" y="19782"/>
                  </a:cubicBezTo>
                  <a:cubicBezTo>
                    <a:pt x="10246" y="20738"/>
                    <a:pt x="12413" y="21217"/>
                    <a:pt x="14217" y="21217"/>
                  </a:cubicBezTo>
                  <a:cubicBezTo>
                    <a:pt x="14984" y="21217"/>
                    <a:pt x="15685" y="21130"/>
                    <a:pt x="16302" y="20957"/>
                  </a:cubicBezTo>
                  <a:cubicBezTo>
                    <a:pt x="18120" y="20456"/>
                    <a:pt x="21334" y="17211"/>
                    <a:pt x="21412" y="13449"/>
                  </a:cubicBezTo>
                  <a:cubicBezTo>
                    <a:pt x="21443" y="11161"/>
                    <a:pt x="19703" y="7117"/>
                    <a:pt x="17697" y="4546"/>
                  </a:cubicBezTo>
                  <a:cubicBezTo>
                    <a:pt x="17149" y="3841"/>
                    <a:pt x="15393" y="894"/>
                    <a:pt x="11788" y="173"/>
                  </a:cubicBezTo>
                  <a:cubicBezTo>
                    <a:pt x="11194" y="54"/>
                    <a:pt x="10604" y="0"/>
                    <a:pt x="100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
            <p:cNvSpPr/>
            <p:nvPr/>
          </p:nvSpPr>
          <p:spPr>
            <a:xfrm>
              <a:off x="7532236" y="902493"/>
              <a:ext cx="645503" cy="269875"/>
            </a:xfrm>
            <a:custGeom>
              <a:avLst/>
              <a:gdLst/>
              <a:ahLst/>
              <a:cxnLst/>
              <a:rect l="l" t="t" r="r" b="b"/>
              <a:pathLst>
                <a:path w="15339" h="6413" extrusionOk="0">
                  <a:moveTo>
                    <a:pt x="2099" y="1"/>
                  </a:moveTo>
                  <a:cubicBezTo>
                    <a:pt x="898" y="1"/>
                    <a:pt x="63" y="124"/>
                    <a:pt x="48" y="532"/>
                  </a:cubicBezTo>
                  <a:cubicBezTo>
                    <a:pt x="1" y="1771"/>
                    <a:pt x="1646" y="2978"/>
                    <a:pt x="6741" y="5172"/>
                  </a:cubicBezTo>
                  <a:cubicBezTo>
                    <a:pt x="8645" y="5982"/>
                    <a:pt x="10909" y="6413"/>
                    <a:pt x="12601" y="6413"/>
                  </a:cubicBezTo>
                  <a:cubicBezTo>
                    <a:pt x="13987" y="6413"/>
                    <a:pt x="14989" y="6124"/>
                    <a:pt x="15095" y="5517"/>
                  </a:cubicBezTo>
                  <a:cubicBezTo>
                    <a:pt x="15338" y="4195"/>
                    <a:pt x="11823" y="176"/>
                    <a:pt x="10209" y="176"/>
                  </a:cubicBezTo>
                  <a:cubicBezTo>
                    <a:pt x="10159" y="176"/>
                    <a:pt x="10110" y="179"/>
                    <a:pt x="10064" y="188"/>
                  </a:cubicBezTo>
                  <a:cubicBezTo>
                    <a:pt x="9657" y="259"/>
                    <a:pt x="9132" y="286"/>
                    <a:pt x="8535" y="286"/>
                  </a:cubicBezTo>
                  <a:cubicBezTo>
                    <a:pt x="6605" y="286"/>
                    <a:pt x="3927" y="1"/>
                    <a:pt x="209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
            <p:cNvSpPr/>
            <p:nvPr/>
          </p:nvSpPr>
          <p:spPr>
            <a:xfrm>
              <a:off x="7554035" y="407013"/>
              <a:ext cx="606198" cy="522202"/>
            </a:xfrm>
            <a:custGeom>
              <a:avLst/>
              <a:gdLst/>
              <a:ahLst/>
              <a:cxnLst/>
              <a:rect l="l" t="t" r="r" b="b"/>
              <a:pathLst>
                <a:path w="14405" h="12409" extrusionOk="0">
                  <a:moveTo>
                    <a:pt x="3614" y="0"/>
                  </a:moveTo>
                  <a:cubicBezTo>
                    <a:pt x="2476" y="0"/>
                    <a:pt x="0" y="2670"/>
                    <a:pt x="1379" y="3419"/>
                  </a:cubicBezTo>
                  <a:cubicBezTo>
                    <a:pt x="5392" y="5613"/>
                    <a:pt x="11458" y="12228"/>
                    <a:pt x="11944" y="12385"/>
                  </a:cubicBezTo>
                  <a:cubicBezTo>
                    <a:pt x="11993" y="12401"/>
                    <a:pt x="12050" y="12408"/>
                    <a:pt x="12113" y="12408"/>
                  </a:cubicBezTo>
                  <a:cubicBezTo>
                    <a:pt x="12783" y="12408"/>
                    <a:pt x="14115" y="11537"/>
                    <a:pt x="14201" y="10849"/>
                  </a:cubicBezTo>
                  <a:cubicBezTo>
                    <a:pt x="14405" y="9172"/>
                    <a:pt x="5047" y="347"/>
                    <a:pt x="3762" y="18"/>
                  </a:cubicBezTo>
                  <a:cubicBezTo>
                    <a:pt x="3716" y="6"/>
                    <a:pt x="3666" y="0"/>
                    <a:pt x="36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
            <p:cNvSpPr/>
            <p:nvPr/>
          </p:nvSpPr>
          <p:spPr>
            <a:xfrm>
              <a:off x="7667195" y="350707"/>
              <a:ext cx="583390" cy="501245"/>
            </a:xfrm>
            <a:custGeom>
              <a:avLst/>
              <a:gdLst/>
              <a:ahLst/>
              <a:cxnLst/>
              <a:rect l="l" t="t" r="r" b="b"/>
              <a:pathLst>
                <a:path w="13863" h="11911" extrusionOk="0">
                  <a:moveTo>
                    <a:pt x="4311" y="1"/>
                  </a:moveTo>
                  <a:cubicBezTo>
                    <a:pt x="2794" y="1"/>
                    <a:pt x="0" y="503"/>
                    <a:pt x="1323" y="1826"/>
                  </a:cubicBezTo>
                  <a:cubicBezTo>
                    <a:pt x="3957" y="4459"/>
                    <a:pt x="11386" y="11763"/>
                    <a:pt x="11778" y="11889"/>
                  </a:cubicBezTo>
                  <a:cubicBezTo>
                    <a:pt x="11818" y="11904"/>
                    <a:pt x="11865" y="11911"/>
                    <a:pt x="11916" y="11911"/>
                  </a:cubicBezTo>
                  <a:cubicBezTo>
                    <a:pt x="12462" y="11911"/>
                    <a:pt x="13558" y="11116"/>
                    <a:pt x="13644" y="10557"/>
                  </a:cubicBezTo>
                  <a:cubicBezTo>
                    <a:pt x="13863" y="9177"/>
                    <a:pt x="6120" y="368"/>
                    <a:pt x="5070" y="70"/>
                  </a:cubicBezTo>
                  <a:cubicBezTo>
                    <a:pt x="4917" y="25"/>
                    <a:pt x="4645" y="1"/>
                    <a:pt x="431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
            <p:cNvSpPr/>
            <p:nvPr/>
          </p:nvSpPr>
          <p:spPr>
            <a:xfrm>
              <a:off x="7878659" y="341281"/>
              <a:ext cx="470230" cy="445107"/>
            </a:xfrm>
            <a:custGeom>
              <a:avLst/>
              <a:gdLst/>
              <a:ahLst/>
              <a:cxnLst/>
              <a:rect l="l" t="t" r="r" b="b"/>
              <a:pathLst>
                <a:path w="11174" h="10577" extrusionOk="0">
                  <a:moveTo>
                    <a:pt x="1017" y="1"/>
                  </a:moveTo>
                  <a:cubicBezTo>
                    <a:pt x="351" y="1"/>
                    <a:pt x="1" y="154"/>
                    <a:pt x="546" y="624"/>
                  </a:cubicBezTo>
                  <a:cubicBezTo>
                    <a:pt x="3164" y="2896"/>
                    <a:pt x="8399" y="10342"/>
                    <a:pt x="8791" y="10483"/>
                  </a:cubicBezTo>
                  <a:cubicBezTo>
                    <a:pt x="8948" y="10540"/>
                    <a:pt x="9232" y="10577"/>
                    <a:pt x="9544" y="10577"/>
                  </a:cubicBezTo>
                  <a:cubicBezTo>
                    <a:pt x="10169" y="10577"/>
                    <a:pt x="10907" y="10430"/>
                    <a:pt x="10970" y="10013"/>
                  </a:cubicBezTo>
                  <a:cubicBezTo>
                    <a:pt x="11173" y="8649"/>
                    <a:pt x="5217" y="780"/>
                    <a:pt x="4167" y="483"/>
                  </a:cubicBezTo>
                  <a:cubicBezTo>
                    <a:pt x="3663" y="333"/>
                    <a:pt x="1998" y="1"/>
                    <a:pt x="10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
            <p:cNvSpPr/>
            <p:nvPr/>
          </p:nvSpPr>
          <p:spPr>
            <a:xfrm>
              <a:off x="7553151" y="400533"/>
              <a:ext cx="587303" cy="506126"/>
            </a:xfrm>
            <a:custGeom>
              <a:avLst/>
              <a:gdLst/>
              <a:ahLst/>
              <a:cxnLst/>
              <a:rect l="l" t="t" r="r" b="b"/>
              <a:pathLst>
                <a:path w="13956" h="12027" extrusionOk="0">
                  <a:moveTo>
                    <a:pt x="2832" y="0"/>
                  </a:moveTo>
                  <a:cubicBezTo>
                    <a:pt x="1736" y="0"/>
                    <a:pt x="1" y="1406"/>
                    <a:pt x="507" y="2852"/>
                  </a:cubicBezTo>
                  <a:cubicBezTo>
                    <a:pt x="946" y="4075"/>
                    <a:pt x="3986" y="5532"/>
                    <a:pt x="6698" y="7648"/>
                  </a:cubicBezTo>
                  <a:cubicBezTo>
                    <a:pt x="8767" y="9278"/>
                    <a:pt x="11589" y="11990"/>
                    <a:pt x="11965" y="12022"/>
                  </a:cubicBezTo>
                  <a:cubicBezTo>
                    <a:pt x="11996" y="12025"/>
                    <a:pt x="12028" y="12026"/>
                    <a:pt x="12062" y="12026"/>
                  </a:cubicBezTo>
                  <a:cubicBezTo>
                    <a:pt x="12685" y="12026"/>
                    <a:pt x="13677" y="11482"/>
                    <a:pt x="13752" y="10768"/>
                  </a:cubicBezTo>
                  <a:cubicBezTo>
                    <a:pt x="13955" y="9090"/>
                    <a:pt x="4378" y="344"/>
                    <a:pt x="3093" y="31"/>
                  </a:cubicBezTo>
                  <a:cubicBezTo>
                    <a:pt x="3012" y="10"/>
                    <a:pt x="2924" y="0"/>
                    <a:pt x="28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
            <p:cNvSpPr/>
            <p:nvPr/>
          </p:nvSpPr>
          <p:spPr>
            <a:xfrm>
              <a:off x="7701282" y="337956"/>
              <a:ext cx="540087" cy="484201"/>
            </a:xfrm>
            <a:custGeom>
              <a:avLst/>
              <a:gdLst/>
              <a:ahLst/>
              <a:cxnLst/>
              <a:rect l="l" t="t" r="r" b="b"/>
              <a:pathLst>
                <a:path w="12834" h="11506" extrusionOk="0">
                  <a:moveTo>
                    <a:pt x="2885" y="1"/>
                  </a:moveTo>
                  <a:cubicBezTo>
                    <a:pt x="1554" y="1"/>
                    <a:pt x="0" y="460"/>
                    <a:pt x="482" y="1424"/>
                  </a:cubicBezTo>
                  <a:cubicBezTo>
                    <a:pt x="827" y="2098"/>
                    <a:pt x="3539" y="3681"/>
                    <a:pt x="6062" y="6236"/>
                  </a:cubicBezTo>
                  <a:cubicBezTo>
                    <a:pt x="8586" y="8806"/>
                    <a:pt x="10592" y="11424"/>
                    <a:pt x="10921" y="11487"/>
                  </a:cubicBezTo>
                  <a:cubicBezTo>
                    <a:pt x="10980" y="11500"/>
                    <a:pt x="11041" y="11506"/>
                    <a:pt x="11104" y="11506"/>
                  </a:cubicBezTo>
                  <a:cubicBezTo>
                    <a:pt x="11648" y="11506"/>
                    <a:pt x="12317" y="11040"/>
                    <a:pt x="12457" y="10436"/>
                  </a:cubicBezTo>
                  <a:cubicBezTo>
                    <a:pt x="12834" y="8932"/>
                    <a:pt x="5326" y="734"/>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
            <p:cNvSpPr/>
            <p:nvPr/>
          </p:nvSpPr>
          <p:spPr>
            <a:xfrm>
              <a:off x="7905761" y="325542"/>
              <a:ext cx="423981" cy="434207"/>
            </a:xfrm>
            <a:custGeom>
              <a:avLst/>
              <a:gdLst/>
              <a:ahLst/>
              <a:cxnLst/>
              <a:rect l="l" t="t" r="r" b="b"/>
              <a:pathLst>
                <a:path w="10075" h="10318" extrusionOk="0">
                  <a:moveTo>
                    <a:pt x="717" y="1"/>
                  </a:moveTo>
                  <a:cubicBezTo>
                    <a:pt x="265" y="1"/>
                    <a:pt x="0" y="143"/>
                    <a:pt x="153" y="527"/>
                  </a:cubicBezTo>
                  <a:cubicBezTo>
                    <a:pt x="372" y="1107"/>
                    <a:pt x="3162" y="3458"/>
                    <a:pt x="5012" y="5747"/>
                  </a:cubicBezTo>
                  <a:cubicBezTo>
                    <a:pt x="6877" y="8035"/>
                    <a:pt x="7880" y="10120"/>
                    <a:pt x="8147" y="10214"/>
                  </a:cubicBezTo>
                  <a:cubicBezTo>
                    <a:pt x="8323" y="10271"/>
                    <a:pt x="8678" y="10317"/>
                    <a:pt x="9030" y="10317"/>
                  </a:cubicBezTo>
                  <a:cubicBezTo>
                    <a:pt x="9556" y="10317"/>
                    <a:pt x="10075" y="10213"/>
                    <a:pt x="9981" y="9885"/>
                  </a:cubicBezTo>
                  <a:cubicBezTo>
                    <a:pt x="8727" y="5574"/>
                    <a:pt x="4667" y="1389"/>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
            <p:cNvSpPr/>
            <p:nvPr/>
          </p:nvSpPr>
          <p:spPr>
            <a:xfrm>
              <a:off x="7521674" y="894118"/>
              <a:ext cx="636287" cy="269202"/>
            </a:xfrm>
            <a:custGeom>
              <a:avLst/>
              <a:gdLst/>
              <a:ahLst/>
              <a:cxnLst/>
              <a:rect l="l" t="t" r="r" b="b"/>
              <a:pathLst>
                <a:path w="15120" h="6397" extrusionOk="0">
                  <a:moveTo>
                    <a:pt x="1787" y="1"/>
                  </a:moveTo>
                  <a:cubicBezTo>
                    <a:pt x="754" y="1"/>
                    <a:pt x="57" y="121"/>
                    <a:pt x="48" y="496"/>
                  </a:cubicBezTo>
                  <a:cubicBezTo>
                    <a:pt x="1" y="1750"/>
                    <a:pt x="2038" y="3067"/>
                    <a:pt x="6992" y="5183"/>
                  </a:cubicBezTo>
                  <a:cubicBezTo>
                    <a:pt x="8837" y="5968"/>
                    <a:pt x="10981" y="6397"/>
                    <a:pt x="12574" y="6397"/>
                  </a:cubicBezTo>
                  <a:cubicBezTo>
                    <a:pt x="13876" y="6397"/>
                    <a:pt x="14808" y="6110"/>
                    <a:pt x="14907" y="5496"/>
                  </a:cubicBezTo>
                  <a:cubicBezTo>
                    <a:pt x="15119" y="4177"/>
                    <a:pt x="11606" y="247"/>
                    <a:pt x="10043" y="247"/>
                  </a:cubicBezTo>
                  <a:cubicBezTo>
                    <a:pt x="9990" y="247"/>
                    <a:pt x="9939" y="252"/>
                    <a:pt x="9891" y="261"/>
                  </a:cubicBezTo>
                  <a:cubicBezTo>
                    <a:pt x="9505" y="338"/>
                    <a:pt x="9005" y="368"/>
                    <a:pt x="8436" y="368"/>
                  </a:cubicBezTo>
                  <a:cubicBezTo>
                    <a:pt x="6443" y="368"/>
                    <a:pt x="3598" y="1"/>
                    <a:pt x="17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
            <p:cNvSpPr/>
            <p:nvPr/>
          </p:nvSpPr>
          <p:spPr>
            <a:xfrm>
              <a:off x="8086337" y="787439"/>
              <a:ext cx="325214" cy="322815"/>
            </a:xfrm>
            <a:custGeom>
              <a:avLst/>
              <a:gdLst/>
              <a:ahLst/>
              <a:cxnLst/>
              <a:rect l="l" t="t" r="r" b="b"/>
              <a:pathLst>
                <a:path w="7728" h="7671" extrusionOk="0">
                  <a:moveTo>
                    <a:pt x="5294" y="0"/>
                  </a:moveTo>
                  <a:cubicBezTo>
                    <a:pt x="4546" y="0"/>
                    <a:pt x="604" y="2937"/>
                    <a:pt x="314" y="3533"/>
                  </a:cubicBezTo>
                  <a:cubicBezTo>
                    <a:pt x="0" y="4144"/>
                    <a:pt x="2241" y="7671"/>
                    <a:pt x="2727" y="7671"/>
                  </a:cubicBezTo>
                  <a:cubicBezTo>
                    <a:pt x="5031" y="7671"/>
                    <a:pt x="7727" y="633"/>
                    <a:pt x="5345" y="6"/>
                  </a:cubicBezTo>
                  <a:cubicBezTo>
                    <a:pt x="5330" y="2"/>
                    <a:pt x="5313" y="0"/>
                    <a:pt x="529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
            <p:cNvSpPr/>
            <p:nvPr/>
          </p:nvSpPr>
          <p:spPr>
            <a:xfrm>
              <a:off x="8102160" y="794719"/>
              <a:ext cx="300174" cy="298407"/>
            </a:xfrm>
            <a:custGeom>
              <a:avLst/>
              <a:gdLst/>
              <a:ahLst/>
              <a:cxnLst/>
              <a:rect l="l" t="t" r="r" b="b"/>
              <a:pathLst>
                <a:path w="7133" h="7091" extrusionOk="0">
                  <a:moveTo>
                    <a:pt x="4892" y="0"/>
                  </a:moveTo>
                  <a:cubicBezTo>
                    <a:pt x="4206" y="0"/>
                    <a:pt x="542" y="2731"/>
                    <a:pt x="282" y="3281"/>
                  </a:cubicBezTo>
                  <a:cubicBezTo>
                    <a:pt x="0" y="3846"/>
                    <a:pt x="2069" y="7090"/>
                    <a:pt x="2508" y="7090"/>
                  </a:cubicBezTo>
                  <a:cubicBezTo>
                    <a:pt x="4640" y="7090"/>
                    <a:pt x="7132" y="601"/>
                    <a:pt x="4938" y="6"/>
                  </a:cubicBezTo>
                  <a:cubicBezTo>
                    <a:pt x="4924" y="2"/>
                    <a:pt x="4909" y="0"/>
                    <a:pt x="4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 name="Google Shape;711;p3"/>
            <p:cNvGrpSpPr/>
            <p:nvPr/>
          </p:nvGrpSpPr>
          <p:grpSpPr>
            <a:xfrm>
              <a:off x="7493310" y="287036"/>
              <a:ext cx="881292" cy="908309"/>
              <a:chOff x="7493310" y="287036"/>
              <a:chExt cx="881292" cy="908309"/>
            </a:xfrm>
          </p:grpSpPr>
          <p:sp>
            <p:nvSpPr>
              <p:cNvPr id="712" name="Google Shape;712;p3"/>
              <p:cNvSpPr/>
              <p:nvPr/>
            </p:nvSpPr>
            <p:spPr>
              <a:xfrm>
                <a:off x="7582357" y="575259"/>
                <a:ext cx="28406" cy="27774"/>
              </a:xfrm>
              <a:custGeom>
                <a:avLst/>
                <a:gdLst/>
                <a:ahLst/>
                <a:cxnLst/>
                <a:rect l="l" t="t" r="r" b="b"/>
                <a:pathLst>
                  <a:path w="675" h="660" extrusionOk="0">
                    <a:moveTo>
                      <a:pt x="283" y="1"/>
                    </a:moveTo>
                    <a:lnTo>
                      <a:pt x="1" y="283"/>
                    </a:lnTo>
                    <a:lnTo>
                      <a:pt x="393" y="659"/>
                    </a:lnTo>
                    <a:lnTo>
                      <a:pt x="675" y="377"/>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
              <p:cNvSpPr/>
              <p:nvPr/>
            </p:nvSpPr>
            <p:spPr>
              <a:xfrm>
                <a:off x="7626585" y="610230"/>
                <a:ext cx="29037" cy="27774"/>
              </a:xfrm>
              <a:custGeom>
                <a:avLst/>
                <a:gdLst/>
                <a:ahLst/>
                <a:cxnLst/>
                <a:rect l="l" t="t" r="r" b="b"/>
                <a:pathLst>
                  <a:path w="690" h="660" extrusionOk="0">
                    <a:moveTo>
                      <a:pt x="251" y="1"/>
                    </a:moveTo>
                    <a:lnTo>
                      <a:pt x="0" y="314"/>
                    </a:lnTo>
                    <a:lnTo>
                      <a:pt x="439" y="659"/>
                    </a:lnTo>
                    <a:lnTo>
                      <a:pt x="690" y="346"/>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
              <p:cNvSpPr/>
              <p:nvPr/>
            </p:nvSpPr>
            <p:spPr>
              <a:xfrm>
                <a:off x="7672750" y="641245"/>
                <a:ext cx="29037" cy="27101"/>
              </a:xfrm>
              <a:custGeom>
                <a:avLst/>
                <a:gdLst/>
                <a:ahLst/>
                <a:cxnLst/>
                <a:rect l="l" t="t" r="r" b="b"/>
                <a:pathLst>
                  <a:path w="690" h="644" extrusionOk="0">
                    <a:moveTo>
                      <a:pt x="251" y="0"/>
                    </a:moveTo>
                    <a:lnTo>
                      <a:pt x="0" y="314"/>
                    </a:lnTo>
                    <a:lnTo>
                      <a:pt x="439" y="643"/>
                    </a:lnTo>
                    <a:lnTo>
                      <a:pt x="690" y="330"/>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
              <p:cNvSpPr/>
              <p:nvPr/>
            </p:nvSpPr>
            <p:spPr>
              <a:xfrm>
                <a:off x="7712981" y="668304"/>
                <a:ext cx="28406" cy="27059"/>
              </a:xfrm>
              <a:custGeom>
                <a:avLst/>
                <a:gdLst/>
                <a:ahLst/>
                <a:cxnLst/>
                <a:rect l="l" t="t" r="r" b="b"/>
                <a:pathLst>
                  <a:path w="675" h="643" extrusionOk="0">
                    <a:moveTo>
                      <a:pt x="251" y="0"/>
                    </a:moveTo>
                    <a:lnTo>
                      <a:pt x="0" y="314"/>
                    </a:lnTo>
                    <a:lnTo>
                      <a:pt x="439" y="643"/>
                    </a:lnTo>
                    <a:lnTo>
                      <a:pt x="674" y="329"/>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
              <p:cNvSpPr/>
              <p:nvPr/>
            </p:nvSpPr>
            <p:spPr>
              <a:xfrm>
                <a:off x="7753212" y="691365"/>
                <a:ext cx="28406" cy="27101"/>
              </a:xfrm>
              <a:custGeom>
                <a:avLst/>
                <a:gdLst/>
                <a:ahLst/>
                <a:cxnLst/>
                <a:rect l="l" t="t" r="r" b="b"/>
                <a:pathLst>
                  <a:path w="675" h="644" extrusionOk="0">
                    <a:moveTo>
                      <a:pt x="251" y="1"/>
                    </a:moveTo>
                    <a:lnTo>
                      <a:pt x="1" y="314"/>
                    </a:lnTo>
                    <a:lnTo>
                      <a:pt x="439"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
              <p:cNvSpPr/>
              <p:nvPr/>
            </p:nvSpPr>
            <p:spPr>
              <a:xfrm>
                <a:off x="7798745" y="719728"/>
                <a:ext cx="28406" cy="27101"/>
              </a:xfrm>
              <a:custGeom>
                <a:avLst/>
                <a:gdLst/>
                <a:ahLst/>
                <a:cxnLst/>
                <a:rect l="l" t="t" r="r" b="b"/>
                <a:pathLst>
                  <a:path w="675" h="644" extrusionOk="0">
                    <a:moveTo>
                      <a:pt x="251" y="1"/>
                    </a:moveTo>
                    <a:lnTo>
                      <a:pt x="0" y="314"/>
                    </a:lnTo>
                    <a:lnTo>
                      <a:pt x="439" y="643"/>
                    </a:lnTo>
                    <a:lnTo>
                      <a:pt x="674"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
              <p:cNvSpPr/>
              <p:nvPr/>
            </p:nvSpPr>
            <p:spPr>
              <a:xfrm>
                <a:off x="7850170" y="759959"/>
                <a:ext cx="28406" cy="27101"/>
              </a:xfrm>
              <a:custGeom>
                <a:avLst/>
                <a:gdLst/>
                <a:ahLst/>
                <a:cxnLst/>
                <a:rect l="l" t="t" r="r" b="b"/>
                <a:pathLst>
                  <a:path w="675" h="644" extrusionOk="0">
                    <a:moveTo>
                      <a:pt x="251" y="1"/>
                    </a:moveTo>
                    <a:lnTo>
                      <a:pt x="1" y="314"/>
                    </a:lnTo>
                    <a:lnTo>
                      <a:pt x="440"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
              <p:cNvSpPr/>
              <p:nvPr/>
            </p:nvSpPr>
            <p:spPr>
              <a:xfrm>
                <a:off x="7887791" y="804819"/>
                <a:ext cx="21799" cy="26428"/>
              </a:xfrm>
              <a:custGeom>
                <a:avLst/>
                <a:gdLst/>
                <a:ahLst/>
                <a:cxnLst/>
                <a:rect l="l" t="t" r="r" b="b"/>
                <a:pathLst>
                  <a:path w="518" h="628" extrusionOk="0">
                    <a:moveTo>
                      <a:pt x="392" y="1"/>
                    </a:moveTo>
                    <a:lnTo>
                      <a:pt x="0" y="79"/>
                    </a:lnTo>
                    <a:lnTo>
                      <a:pt x="125" y="628"/>
                    </a:lnTo>
                    <a:lnTo>
                      <a:pt x="517" y="534"/>
                    </a:lnTo>
                    <a:lnTo>
                      <a:pt x="3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
              <p:cNvSpPr/>
              <p:nvPr/>
            </p:nvSpPr>
            <p:spPr>
              <a:xfrm>
                <a:off x="7867339" y="852330"/>
                <a:ext cx="27732" cy="23777"/>
              </a:xfrm>
              <a:custGeom>
                <a:avLst/>
                <a:gdLst/>
                <a:ahLst/>
                <a:cxnLst/>
                <a:rect l="l" t="t" r="r" b="b"/>
                <a:pathLst>
                  <a:path w="659" h="565" extrusionOk="0">
                    <a:moveTo>
                      <a:pt x="486" y="0"/>
                    </a:moveTo>
                    <a:lnTo>
                      <a:pt x="0" y="251"/>
                    </a:lnTo>
                    <a:lnTo>
                      <a:pt x="173" y="564"/>
                    </a:lnTo>
                    <a:lnTo>
                      <a:pt x="658" y="329"/>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
              <p:cNvSpPr/>
              <p:nvPr/>
            </p:nvSpPr>
            <p:spPr>
              <a:xfrm>
                <a:off x="7828413" y="871436"/>
                <a:ext cx="24450" cy="15865"/>
              </a:xfrm>
              <a:custGeom>
                <a:avLst/>
                <a:gdLst/>
                <a:ahLst/>
                <a:cxnLst/>
                <a:rect l="l" t="t" r="r" b="b"/>
                <a:pathLst>
                  <a:path w="581" h="377" extrusionOk="0">
                    <a:moveTo>
                      <a:pt x="549" y="1"/>
                    </a:moveTo>
                    <a:lnTo>
                      <a:pt x="0" y="16"/>
                    </a:lnTo>
                    <a:lnTo>
                      <a:pt x="32" y="377"/>
                    </a:lnTo>
                    <a:lnTo>
                      <a:pt x="580"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
              <p:cNvSpPr/>
              <p:nvPr/>
            </p:nvSpPr>
            <p:spPr>
              <a:xfrm>
                <a:off x="7774968" y="868153"/>
                <a:ext cx="23819" cy="15865"/>
              </a:xfrm>
              <a:custGeom>
                <a:avLst/>
                <a:gdLst/>
                <a:ahLst/>
                <a:cxnLst/>
                <a:rect l="l" t="t" r="r" b="b"/>
                <a:pathLst>
                  <a:path w="566" h="377" extrusionOk="0">
                    <a:moveTo>
                      <a:pt x="549" y="0"/>
                    </a:moveTo>
                    <a:lnTo>
                      <a:pt x="1" y="32"/>
                    </a:lnTo>
                    <a:lnTo>
                      <a:pt x="16" y="377"/>
                    </a:lnTo>
                    <a:lnTo>
                      <a:pt x="565"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
              <p:cNvSpPr/>
              <p:nvPr/>
            </p:nvSpPr>
            <p:spPr>
              <a:xfrm>
                <a:off x="7717610" y="864871"/>
                <a:ext cx="24450" cy="15865"/>
              </a:xfrm>
              <a:custGeom>
                <a:avLst/>
                <a:gdLst/>
                <a:ahLst/>
                <a:cxnLst/>
                <a:rect l="l" t="t" r="r" b="b"/>
                <a:pathLst>
                  <a:path w="581" h="377" extrusionOk="0">
                    <a:moveTo>
                      <a:pt x="549" y="0"/>
                    </a:moveTo>
                    <a:lnTo>
                      <a:pt x="0" y="16"/>
                    </a:lnTo>
                    <a:lnTo>
                      <a:pt x="31" y="376"/>
                    </a:lnTo>
                    <a:lnTo>
                      <a:pt x="580" y="345"/>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
              <p:cNvSpPr/>
              <p:nvPr/>
            </p:nvSpPr>
            <p:spPr>
              <a:xfrm>
                <a:off x="7664838" y="861546"/>
                <a:ext cx="23777" cy="15865"/>
              </a:xfrm>
              <a:custGeom>
                <a:avLst/>
                <a:gdLst/>
                <a:ahLst/>
                <a:cxnLst/>
                <a:rect l="l" t="t" r="r" b="b"/>
                <a:pathLst>
                  <a:path w="565" h="377" extrusionOk="0">
                    <a:moveTo>
                      <a:pt x="549" y="1"/>
                    </a:moveTo>
                    <a:lnTo>
                      <a:pt x="0" y="16"/>
                    </a:lnTo>
                    <a:lnTo>
                      <a:pt x="16" y="377"/>
                    </a:lnTo>
                    <a:lnTo>
                      <a:pt x="564"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
              <p:cNvSpPr/>
              <p:nvPr/>
            </p:nvSpPr>
            <p:spPr>
              <a:xfrm>
                <a:off x="7610720" y="857591"/>
                <a:ext cx="23819" cy="15865"/>
              </a:xfrm>
              <a:custGeom>
                <a:avLst/>
                <a:gdLst/>
                <a:ahLst/>
                <a:cxnLst/>
                <a:rect l="l" t="t" r="r" b="b"/>
                <a:pathLst>
                  <a:path w="566" h="377" extrusionOk="0">
                    <a:moveTo>
                      <a:pt x="549" y="1"/>
                    </a:moveTo>
                    <a:lnTo>
                      <a:pt x="1" y="32"/>
                    </a:lnTo>
                    <a:lnTo>
                      <a:pt x="17"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
              <p:cNvSpPr/>
              <p:nvPr/>
            </p:nvSpPr>
            <p:spPr>
              <a:xfrm>
                <a:off x="7561273" y="859569"/>
                <a:ext cx="23777" cy="15865"/>
              </a:xfrm>
              <a:custGeom>
                <a:avLst/>
                <a:gdLst/>
                <a:ahLst/>
                <a:cxnLst/>
                <a:rect l="l" t="t" r="r" b="b"/>
                <a:pathLst>
                  <a:path w="565" h="377" extrusionOk="0">
                    <a:moveTo>
                      <a:pt x="549" y="1"/>
                    </a:moveTo>
                    <a:lnTo>
                      <a:pt x="0" y="16"/>
                    </a:lnTo>
                    <a:lnTo>
                      <a:pt x="16"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
              <p:cNvSpPr/>
              <p:nvPr/>
            </p:nvSpPr>
            <p:spPr>
              <a:xfrm>
                <a:off x="7499917" y="871436"/>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
              <p:cNvSpPr/>
              <p:nvPr/>
            </p:nvSpPr>
            <p:spPr>
              <a:xfrm>
                <a:off x="7493310" y="920252"/>
                <a:ext cx="21167" cy="26428"/>
              </a:xfrm>
              <a:custGeom>
                <a:avLst/>
                <a:gdLst/>
                <a:ahLst/>
                <a:cxnLst/>
                <a:rect l="l" t="t" r="r" b="b"/>
                <a:pathLst>
                  <a:path w="503" h="628" extrusionOk="0">
                    <a:moveTo>
                      <a:pt x="330" y="1"/>
                    </a:moveTo>
                    <a:lnTo>
                      <a:pt x="1" y="110"/>
                    </a:lnTo>
                    <a:lnTo>
                      <a:pt x="173" y="628"/>
                    </a:lnTo>
                    <a:lnTo>
                      <a:pt x="502" y="518"/>
                    </a:lnTo>
                    <a:lnTo>
                      <a:pt x="3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
              <p:cNvSpPr/>
              <p:nvPr/>
            </p:nvSpPr>
            <p:spPr>
              <a:xfrm>
                <a:off x="7528954" y="975674"/>
                <a:ext cx="27732" cy="25754"/>
              </a:xfrm>
              <a:custGeom>
                <a:avLst/>
                <a:gdLst/>
                <a:ahLst/>
                <a:cxnLst/>
                <a:rect l="l" t="t" r="r" b="b"/>
                <a:pathLst>
                  <a:path w="659" h="612" extrusionOk="0">
                    <a:moveTo>
                      <a:pt x="204" y="0"/>
                    </a:moveTo>
                    <a:lnTo>
                      <a:pt x="0" y="298"/>
                    </a:lnTo>
                    <a:lnTo>
                      <a:pt x="455" y="612"/>
                    </a:lnTo>
                    <a:lnTo>
                      <a:pt x="659" y="314"/>
                    </a:lnTo>
                    <a:lnTo>
                      <a:pt x="2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
              <p:cNvSpPr/>
              <p:nvPr/>
            </p:nvSpPr>
            <p:spPr>
              <a:xfrm>
                <a:off x="7582357" y="1016578"/>
                <a:ext cx="27101" cy="25754"/>
              </a:xfrm>
              <a:custGeom>
                <a:avLst/>
                <a:gdLst/>
                <a:ahLst/>
                <a:cxnLst/>
                <a:rect l="l" t="t" r="r" b="b"/>
                <a:pathLst>
                  <a:path w="644" h="612" extrusionOk="0">
                    <a:moveTo>
                      <a:pt x="189" y="0"/>
                    </a:moveTo>
                    <a:lnTo>
                      <a:pt x="1" y="298"/>
                    </a:lnTo>
                    <a:lnTo>
                      <a:pt x="440" y="611"/>
                    </a:lnTo>
                    <a:lnTo>
                      <a:pt x="644" y="314"/>
                    </a:lnTo>
                    <a:lnTo>
                      <a:pt x="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
              <p:cNvSpPr/>
              <p:nvPr/>
            </p:nvSpPr>
            <p:spPr>
              <a:xfrm>
                <a:off x="7631172" y="1044269"/>
                <a:ext cx="27101" cy="25754"/>
              </a:xfrm>
              <a:custGeom>
                <a:avLst/>
                <a:gdLst/>
                <a:ahLst/>
                <a:cxnLst/>
                <a:rect l="l" t="t" r="r" b="b"/>
                <a:pathLst>
                  <a:path w="644" h="612" extrusionOk="0">
                    <a:moveTo>
                      <a:pt x="205" y="0"/>
                    </a:moveTo>
                    <a:lnTo>
                      <a:pt x="1" y="298"/>
                    </a:lnTo>
                    <a:lnTo>
                      <a:pt x="455" y="612"/>
                    </a:lnTo>
                    <a:lnTo>
                      <a:pt x="643" y="314"/>
                    </a:lnTo>
                    <a:lnTo>
                      <a:pt x="2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
              <p:cNvSpPr/>
              <p:nvPr/>
            </p:nvSpPr>
            <p:spPr>
              <a:xfrm>
                <a:off x="7689246" y="1074610"/>
                <a:ext cx="26428" cy="21799"/>
              </a:xfrm>
              <a:custGeom>
                <a:avLst/>
                <a:gdLst/>
                <a:ahLst/>
                <a:cxnLst/>
                <a:rect l="l" t="t" r="r" b="b"/>
                <a:pathLst>
                  <a:path w="628" h="518" extrusionOk="0">
                    <a:moveTo>
                      <a:pt x="110" y="0"/>
                    </a:moveTo>
                    <a:lnTo>
                      <a:pt x="0" y="330"/>
                    </a:lnTo>
                    <a:lnTo>
                      <a:pt x="502"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
              <p:cNvSpPr/>
              <p:nvPr/>
            </p:nvSpPr>
            <p:spPr>
              <a:xfrm>
                <a:off x="7749929" y="1099018"/>
                <a:ext cx="26428" cy="21799"/>
              </a:xfrm>
              <a:custGeom>
                <a:avLst/>
                <a:gdLst/>
                <a:ahLst/>
                <a:cxnLst/>
                <a:rect l="l" t="t" r="r" b="b"/>
                <a:pathLst>
                  <a:path w="628" h="518" extrusionOk="0">
                    <a:moveTo>
                      <a:pt x="110" y="0"/>
                    </a:moveTo>
                    <a:lnTo>
                      <a:pt x="0" y="345"/>
                    </a:lnTo>
                    <a:lnTo>
                      <a:pt x="517"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
              <p:cNvSpPr/>
              <p:nvPr/>
            </p:nvSpPr>
            <p:spPr>
              <a:xfrm>
                <a:off x="7805310" y="1123426"/>
                <a:ext cx="26428" cy="21799"/>
              </a:xfrm>
              <a:custGeom>
                <a:avLst/>
                <a:gdLst/>
                <a:ahLst/>
                <a:cxnLst/>
                <a:rect l="l" t="t" r="r" b="b"/>
                <a:pathLst>
                  <a:path w="628" h="518" extrusionOk="0">
                    <a:moveTo>
                      <a:pt x="111" y="0"/>
                    </a:moveTo>
                    <a:lnTo>
                      <a:pt x="1" y="330"/>
                    </a:lnTo>
                    <a:lnTo>
                      <a:pt x="518" y="518"/>
                    </a:lnTo>
                    <a:lnTo>
                      <a:pt x="628" y="173"/>
                    </a:lnTo>
                    <a:lnTo>
                      <a:pt x="1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
              <p:cNvSpPr/>
              <p:nvPr/>
            </p:nvSpPr>
            <p:spPr>
              <a:xfrm>
                <a:off x="7862037" y="1143878"/>
                <a:ext cx="26428" cy="21799"/>
              </a:xfrm>
              <a:custGeom>
                <a:avLst/>
                <a:gdLst/>
                <a:ahLst/>
                <a:cxnLst/>
                <a:rect l="l" t="t" r="r" b="b"/>
                <a:pathLst>
                  <a:path w="628" h="518" extrusionOk="0">
                    <a:moveTo>
                      <a:pt x="110" y="0"/>
                    </a:moveTo>
                    <a:lnTo>
                      <a:pt x="1" y="329"/>
                    </a:lnTo>
                    <a:lnTo>
                      <a:pt x="518" y="518"/>
                    </a:lnTo>
                    <a:lnTo>
                      <a:pt x="628"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
              <p:cNvSpPr/>
              <p:nvPr/>
            </p:nvSpPr>
            <p:spPr>
              <a:xfrm>
                <a:off x="7925371" y="1162352"/>
                <a:ext cx="25754" cy="20494"/>
              </a:xfrm>
              <a:custGeom>
                <a:avLst/>
                <a:gdLst/>
                <a:ahLst/>
                <a:cxnLst/>
                <a:rect l="l" t="t" r="r" b="b"/>
                <a:pathLst>
                  <a:path w="612" h="487" extrusionOk="0">
                    <a:moveTo>
                      <a:pt x="95" y="0"/>
                    </a:moveTo>
                    <a:lnTo>
                      <a:pt x="1" y="345"/>
                    </a:lnTo>
                    <a:lnTo>
                      <a:pt x="533" y="486"/>
                    </a:lnTo>
                    <a:lnTo>
                      <a:pt x="612" y="141"/>
                    </a:lnTo>
                    <a:lnTo>
                      <a:pt x="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
              <p:cNvSpPr/>
              <p:nvPr/>
            </p:nvSpPr>
            <p:spPr>
              <a:xfrm>
                <a:off x="7983403" y="1174851"/>
                <a:ext cx="23819" cy="16538"/>
              </a:xfrm>
              <a:custGeom>
                <a:avLst/>
                <a:gdLst/>
                <a:ahLst/>
                <a:cxnLst/>
                <a:rect l="l" t="t" r="r" b="b"/>
                <a:pathLst>
                  <a:path w="566" h="393" extrusionOk="0">
                    <a:moveTo>
                      <a:pt x="17" y="1"/>
                    </a:moveTo>
                    <a:lnTo>
                      <a:pt x="1" y="361"/>
                    </a:lnTo>
                    <a:lnTo>
                      <a:pt x="549" y="393"/>
                    </a:lnTo>
                    <a:lnTo>
                      <a:pt x="565" y="32"/>
                    </a:lnTo>
                    <a:lnTo>
                      <a:pt x="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
              <p:cNvSpPr/>
              <p:nvPr/>
            </p:nvSpPr>
            <p:spPr>
              <a:xfrm>
                <a:off x="8039499" y="1178806"/>
                <a:ext cx="23777" cy="16538"/>
              </a:xfrm>
              <a:custGeom>
                <a:avLst/>
                <a:gdLst/>
                <a:ahLst/>
                <a:cxnLst/>
                <a:rect l="l" t="t" r="r" b="b"/>
                <a:pathLst>
                  <a:path w="565" h="393" extrusionOk="0">
                    <a:moveTo>
                      <a:pt x="16" y="1"/>
                    </a:moveTo>
                    <a:lnTo>
                      <a:pt x="0" y="362"/>
                    </a:lnTo>
                    <a:lnTo>
                      <a:pt x="549" y="393"/>
                    </a:lnTo>
                    <a:lnTo>
                      <a:pt x="564" y="32"/>
                    </a:lnTo>
                    <a:lnTo>
                      <a:pt x="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
              <p:cNvSpPr/>
              <p:nvPr/>
            </p:nvSpPr>
            <p:spPr>
              <a:xfrm>
                <a:off x="8099508" y="1174219"/>
                <a:ext cx="25754" cy="19148"/>
              </a:xfrm>
              <a:custGeom>
                <a:avLst/>
                <a:gdLst/>
                <a:ahLst/>
                <a:cxnLst/>
                <a:rect l="l" t="t" r="r" b="b"/>
                <a:pathLst>
                  <a:path w="612" h="455" extrusionOk="0">
                    <a:moveTo>
                      <a:pt x="533" y="0"/>
                    </a:moveTo>
                    <a:lnTo>
                      <a:pt x="1" y="94"/>
                    </a:lnTo>
                    <a:lnTo>
                      <a:pt x="79" y="455"/>
                    </a:lnTo>
                    <a:lnTo>
                      <a:pt x="612" y="361"/>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
              <p:cNvSpPr/>
              <p:nvPr/>
            </p:nvSpPr>
            <p:spPr>
              <a:xfrm>
                <a:off x="8164147" y="1153767"/>
                <a:ext cx="27732" cy="23103"/>
              </a:xfrm>
              <a:custGeom>
                <a:avLst/>
                <a:gdLst/>
                <a:ahLst/>
                <a:cxnLst/>
                <a:rect l="l" t="t" r="r" b="b"/>
                <a:pathLst>
                  <a:path w="659" h="549" extrusionOk="0">
                    <a:moveTo>
                      <a:pt x="502" y="0"/>
                    </a:moveTo>
                    <a:lnTo>
                      <a:pt x="1" y="220"/>
                    </a:lnTo>
                    <a:lnTo>
                      <a:pt x="157" y="549"/>
                    </a:lnTo>
                    <a:lnTo>
                      <a:pt x="659" y="330"/>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
              <p:cNvSpPr/>
              <p:nvPr/>
            </p:nvSpPr>
            <p:spPr>
              <a:xfrm>
                <a:off x="8222852" y="1110212"/>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
              <p:cNvSpPr/>
              <p:nvPr/>
            </p:nvSpPr>
            <p:spPr>
              <a:xfrm>
                <a:off x="8272341" y="1058114"/>
                <a:ext cx="25754" cy="27101"/>
              </a:xfrm>
              <a:custGeom>
                <a:avLst/>
                <a:gdLst/>
                <a:ahLst/>
                <a:cxnLst/>
                <a:rect l="l" t="t" r="r" b="b"/>
                <a:pathLst>
                  <a:path w="612" h="644" extrusionOk="0">
                    <a:moveTo>
                      <a:pt x="298" y="1"/>
                    </a:moveTo>
                    <a:lnTo>
                      <a:pt x="0" y="455"/>
                    </a:lnTo>
                    <a:lnTo>
                      <a:pt x="314" y="643"/>
                    </a:lnTo>
                    <a:lnTo>
                      <a:pt x="611"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
              <p:cNvSpPr/>
              <p:nvPr/>
            </p:nvSpPr>
            <p:spPr>
              <a:xfrm>
                <a:off x="8309921" y="1006647"/>
                <a:ext cx="25754" cy="27101"/>
              </a:xfrm>
              <a:custGeom>
                <a:avLst/>
                <a:gdLst/>
                <a:ahLst/>
                <a:cxnLst/>
                <a:rect l="l" t="t" r="r" b="b"/>
                <a:pathLst>
                  <a:path w="612" h="644" extrusionOk="0">
                    <a:moveTo>
                      <a:pt x="298" y="1"/>
                    </a:moveTo>
                    <a:lnTo>
                      <a:pt x="1" y="440"/>
                    </a:lnTo>
                    <a:lnTo>
                      <a:pt x="314" y="644"/>
                    </a:lnTo>
                    <a:lnTo>
                      <a:pt x="612"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
              <p:cNvSpPr/>
              <p:nvPr/>
            </p:nvSpPr>
            <p:spPr>
              <a:xfrm>
                <a:off x="8336980" y="949289"/>
                <a:ext cx="22472" cy="26428"/>
              </a:xfrm>
              <a:custGeom>
                <a:avLst/>
                <a:gdLst/>
                <a:ahLst/>
                <a:cxnLst/>
                <a:rect l="l" t="t" r="r" b="b"/>
                <a:pathLst>
                  <a:path w="534" h="628" extrusionOk="0">
                    <a:moveTo>
                      <a:pt x="188" y="0"/>
                    </a:moveTo>
                    <a:lnTo>
                      <a:pt x="0" y="518"/>
                    </a:lnTo>
                    <a:lnTo>
                      <a:pt x="345" y="627"/>
                    </a:lnTo>
                    <a:lnTo>
                      <a:pt x="533" y="110"/>
                    </a:lnTo>
                    <a:lnTo>
                      <a:pt x="1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
              <p:cNvSpPr/>
              <p:nvPr/>
            </p:nvSpPr>
            <p:spPr>
              <a:xfrm>
                <a:off x="8351498" y="894539"/>
                <a:ext cx="18474" cy="24450"/>
              </a:xfrm>
              <a:custGeom>
                <a:avLst/>
                <a:gdLst/>
                <a:ahLst/>
                <a:cxnLst/>
                <a:rect l="l" t="t" r="r" b="b"/>
                <a:pathLst>
                  <a:path w="439" h="581" extrusionOk="0">
                    <a:moveTo>
                      <a:pt x="94" y="0"/>
                    </a:moveTo>
                    <a:lnTo>
                      <a:pt x="0" y="533"/>
                    </a:lnTo>
                    <a:lnTo>
                      <a:pt x="361" y="580"/>
                    </a:lnTo>
                    <a:lnTo>
                      <a:pt x="439" y="47"/>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
              <p:cNvSpPr/>
              <p:nvPr/>
            </p:nvSpPr>
            <p:spPr>
              <a:xfrm>
                <a:off x="8358063" y="833856"/>
                <a:ext cx="16538" cy="24450"/>
              </a:xfrm>
              <a:custGeom>
                <a:avLst/>
                <a:gdLst/>
                <a:ahLst/>
                <a:cxnLst/>
                <a:rect l="l" t="t" r="r" b="b"/>
                <a:pathLst>
                  <a:path w="393" h="581" extrusionOk="0">
                    <a:moveTo>
                      <a:pt x="361" y="0"/>
                    </a:moveTo>
                    <a:lnTo>
                      <a:pt x="1" y="32"/>
                    </a:lnTo>
                    <a:lnTo>
                      <a:pt x="32" y="580"/>
                    </a:lnTo>
                    <a:lnTo>
                      <a:pt x="393" y="549"/>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
              <p:cNvSpPr/>
              <p:nvPr/>
            </p:nvSpPr>
            <p:spPr>
              <a:xfrm>
                <a:off x="8345565" y="768544"/>
                <a:ext cx="21125" cy="26428"/>
              </a:xfrm>
              <a:custGeom>
                <a:avLst/>
                <a:gdLst/>
                <a:ahLst/>
                <a:cxnLst/>
                <a:rect l="l" t="t" r="r" b="b"/>
                <a:pathLst>
                  <a:path w="502" h="628" extrusionOk="0">
                    <a:moveTo>
                      <a:pt x="345" y="1"/>
                    </a:moveTo>
                    <a:lnTo>
                      <a:pt x="0" y="110"/>
                    </a:lnTo>
                    <a:lnTo>
                      <a:pt x="157" y="628"/>
                    </a:lnTo>
                    <a:lnTo>
                      <a:pt x="502" y="518"/>
                    </a:lnTo>
                    <a:lnTo>
                      <a:pt x="3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
              <p:cNvSpPr/>
              <p:nvPr/>
            </p:nvSpPr>
            <p:spPr>
              <a:xfrm>
                <a:off x="8327722" y="699276"/>
                <a:ext cx="21167" cy="26428"/>
              </a:xfrm>
              <a:custGeom>
                <a:avLst/>
                <a:gdLst/>
                <a:ahLst/>
                <a:cxnLst/>
                <a:rect l="l" t="t" r="r" b="b"/>
                <a:pathLst>
                  <a:path w="503" h="628" extrusionOk="0">
                    <a:moveTo>
                      <a:pt x="346" y="1"/>
                    </a:moveTo>
                    <a:lnTo>
                      <a:pt x="1" y="95"/>
                    </a:lnTo>
                    <a:lnTo>
                      <a:pt x="158" y="628"/>
                    </a:lnTo>
                    <a:lnTo>
                      <a:pt x="502" y="518"/>
                    </a:lnTo>
                    <a:lnTo>
                      <a:pt x="3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
              <p:cNvSpPr/>
              <p:nvPr/>
            </p:nvSpPr>
            <p:spPr>
              <a:xfrm>
                <a:off x="8300705" y="636616"/>
                <a:ext cx="23777" cy="27774"/>
              </a:xfrm>
              <a:custGeom>
                <a:avLst/>
                <a:gdLst/>
                <a:ahLst/>
                <a:cxnLst/>
                <a:rect l="l" t="t" r="r" b="b"/>
                <a:pathLst>
                  <a:path w="565" h="660" extrusionOk="0">
                    <a:moveTo>
                      <a:pt x="329" y="1"/>
                    </a:moveTo>
                    <a:lnTo>
                      <a:pt x="0" y="173"/>
                    </a:lnTo>
                    <a:lnTo>
                      <a:pt x="251" y="659"/>
                    </a:lnTo>
                    <a:lnTo>
                      <a:pt x="564" y="487"/>
                    </a:lnTo>
                    <a:lnTo>
                      <a:pt x="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
              <p:cNvSpPr/>
              <p:nvPr/>
            </p:nvSpPr>
            <p:spPr>
              <a:xfrm>
                <a:off x="8270995" y="581235"/>
                <a:ext cx="23819" cy="27059"/>
              </a:xfrm>
              <a:custGeom>
                <a:avLst/>
                <a:gdLst/>
                <a:ahLst/>
                <a:cxnLst/>
                <a:rect l="l" t="t" r="r" b="b"/>
                <a:pathLst>
                  <a:path w="566" h="643" extrusionOk="0">
                    <a:moveTo>
                      <a:pt x="330" y="0"/>
                    </a:moveTo>
                    <a:lnTo>
                      <a:pt x="1" y="157"/>
                    </a:lnTo>
                    <a:lnTo>
                      <a:pt x="252" y="643"/>
                    </a:lnTo>
                    <a:lnTo>
                      <a:pt x="565" y="486"/>
                    </a:lnTo>
                    <a:lnTo>
                      <a:pt x="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
              <p:cNvSpPr/>
              <p:nvPr/>
            </p:nvSpPr>
            <p:spPr>
              <a:xfrm>
                <a:off x="8241326" y="531073"/>
                <a:ext cx="23145" cy="27101"/>
              </a:xfrm>
              <a:custGeom>
                <a:avLst/>
                <a:gdLst/>
                <a:ahLst/>
                <a:cxnLst/>
                <a:rect l="l" t="t" r="r" b="b"/>
                <a:pathLst>
                  <a:path w="550" h="644" extrusionOk="0">
                    <a:moveTo>
                      <a:pt x="314" y="1"/>
                    </a:moveTo>
                    <a:lnTo>
                      <a:pt x="1" y="158"/>
                    </a:lnTo>
                    <a:lnTo>
                      <a:pt x="236" y="643"/>
                    </a:lnTo>
                    <a:lnTo>
                      <a:pt x="549" y="471"/>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
              <p:cNvSpPr/>
              <p:nvPr/>
            </p:nvSpPr>
            <p:spPr>
              <a:xfrm>
                <a:off x="8209680" y="484235"/>
                <a:ext cx="24450" cy="27774"/>
              </a:xfrm>
              <a:custGeom>
                <a:avLst/>
                <a:gdLst/>
                <a:ahLst/>
                <a:cxnLst/>
                <a:rect l="l" t="t" r="r" b="b"/>
                <a:pathLst>
                  <a:path w="581" h="660" extrusionOk="0">
                    <a:moveTo>
                      <a:pt x="298" y="1"/>
                    </a:moveTo>
                    <a:lnTo>
                      <a:pt x="0" y="189"/>
                    </a:lnTo>
                    <a:lnTo>
                      <a:pt x="282" y="659"/>
                    </a:lnTo>
                    <a:lnTo>
                      <a:pt x="580" y="455"/>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
              <p:cNvSpPr/>
              <p:nvPr/>
            </p:nvSpPr>
            <p:spPr>
              <a:xfrm>
                <a:off x="8174037" y="438744"/>
                <a:ext cx="24450" cy="27732"/>
              </a:xfrm>
              <a:custGeom>
                <a:avLst/>
                <a:gdLst/>
                <a:ahLst/>
                <a:cxnLst/>
                <a:rect l="l" t="t" r="r" b="b"/>
                <a:pathLst>
                  <a:path w="581" h="659" extrusionOk="0">
                    <a:moveTo>
                      <a:pt x="299" y="0"/>
                    </a:moveTo>
                    <a:lnTo>
                      <a:pt x="1" y="204"/>
                    </a:lnTo>
                    <a:lnTo>
                      <a:pt x="283" y="659"/>
                    </a:lnTo>
                    <a:lnTo>
                      <a:pt x="581" y="471"/>
                    </a:lnTo>
                    <a:lnTo>
                      <a:pt x="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
              <p:cNvSpPr/>
              <p:nvPr/>
            </p:nvSpPr>
            <p:spPr>
              <a:xfrm>
                <a:off x="8138435" y="395188"/>
                <a:ext cx="25081" cy="27774"/>
              </a:xfrm>
              <a:custGeom>
                <a:avLst/>
                <a:gdLst/>
                <a:ahLst/>
                <a:cxnLst/>
                <a:rect l="l" t="t" r="r" b="b"/>
                <a:pathLst>
                  <a:path w="596" h="660" extrusionOk="0">
                    <a:moveTo>
                      <a:pt x="314" y="1"/>
                    </a:moveTo>
                    <a:lnTo>
                      <a:pt x="0" y="189"/>
                    </a:lnTo>
                    <a:lnTo>
                      <a:pt x="282" y="659"/>
                    </a:lnTo>
                    <a:lnTo>
                      <a:pt x="596" y="455"/>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
              <p:cNvSpPr/>
              <p:nvPr/>
            </p:nvSpPr>
            <p:spPr>
              <a:xfrm>
                <a:off x="8097531" y="356935"/>
                <a:ext cx="27101" cy="26428"/>
              </a:xfrm>
              <a:custGeom>
                <a:avLst/>
                <a:gdLst/>
                <a:ahLst/>
                <a:cxnLst/>
                <a:rect l="l" t="t" r="r" b="b"/>
                <a:pathLst>
                  <a:path w="644" h="628" extrusionOk="0">
                    <a:moveTo>
                      <a:pt x="220" y="1"/>
                    </a:moveTo>
                    <a:lnTo>
                      <a:pt x="1" y="283"/>
                    </a:lnTo>
                    <a:lnTo>
                      <a:pt x="408" y="628"/>
                    </a:lnTo>
                    <a:lnTo>
                      <a:pt x="643" y="346"/>
                    </a:lnTo>
                    <a:lnTo>
                      <a:pt x="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
              <p:cNvSpPr/>
              <p:nvPr/>
            </p:nvSpPr>
            <p:spPr>
              <a:xfrm>
                <a:off x="8053344" y="326594"/>
                <a:ext cx="27059" cy="27101"/>
              </a:xfrm>
              <a:custGeom>
                <a:avLst/>
                <a:gdLst/>
                <a:ahLst/>
                <a:cxnLst/>
                <a:rect l="l" t="t" r="r" b="b"/>
                <a:pathLst>
                  <a:path w="643" h="644" extrusionOk="0">
                    <a:moveTo>
                      <a:pt x="235" y="1"/>
                    </a:moveTo>
                    <a:lnTo>
                      <a:pt x="0" y="283"/>
                    </a:lnTo>
                    <a:lnTo>
                      <a:pt x="424" y="643"/>
                    </a:lnTo>
                    <a:lnTo>
                      <a:pt x="643" y="361"/>
                    </a:lnTo>
                    <a:lnTo>
                      <a:pt x="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
              <p:cNvSpPr/>
              <p:nvPr/>
            </p:nvSpPr>
            <p:spPr>
              <a:xfrm>
                <a:off x="7998595" y="304837"/>
                <a:ext cx="26428" cy="23145"/>
              </a:xfrm>
              <a:custGeom>
                <a:avLst/>
                <a:gdLst/>
                <a:ahLst/>
                <a:cxnLst/>
                <a:rect l="l" t="t" r="r" b="b"/>
                <a:pathLst>
                  <a:path w="628" h="550" extrusionOk="0">
                    <a:moveTo>
                      <a:pt x="141" y="1"/>
                    </a:moveTo>
                    <a:lnTo>
                      <a:pt x="0" y="330"/>
                    </a:lnTo>
                    <a:lnTo>
                      <a:pt x="486" y="549"/>
                    </a:lnTo>
                    <a:lnTo>
                      <a:pt x="627" y="220"/>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
              <p:cNvSpPr/>
              <p:nvPr/>
            </p:nvSpPr>
            <p:spPr>
              <a:xfrm>
                <a:off x="7940563" y="290992"/>
                <a:ext cx="25754" cy="20494"/>
              </a:xfrm>
              <a:custGeom>
                <a:avLst/>
                <a:gdLst/>
                <a:ahLst/>
                <a:cxnLst/>
                <a:rect l="l" t="t" r="r" b="b"/>
                <a:pathLst>
                  <a:path w="612" h="487" extrusionOk="0">
                    <a:moveTo>
                      <a:pt x="94" y="0"/>
                    </a:moveTo>
                    <a:lnTo>
                      <a:pt x="0" y="345"/>
                    </a:lnTo>
                    <a:lnTo>
                      <a:pt x="533" y="486"/>
                    </a:lnTo>
                    <a:lnTo>
                      <a:pt x="611" y="126"/>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
              <p:cNvSpPr/>
              <p:nvPr/>
            </p:nvSpPr>
            <p:spPr>
              <a:xfrm>
                <a:off x="7868644" y="287036"/>
                <a:ext cx="23145" cy="15192"/>
              </a:xfrm>
              <a:custGeom>
                <a:avLst/>
                <a:gdLst/>
                <a:ahLst/>
                <a:cxnLst/>
                <a:rect l="l" t="t" r="r" b="b"/>
                <a:pathLst>
                  <a:path w="550" h="361" extrusionOk="0">
                    <a:moveTo>
                      <a:pt x="1" y="0"/>
                    </a:moveTo>
                    <a:lnTo>
                      <a:pt x="1" y="361"/>
                    </a:lnTo>
                    <a:lnTo>
                      <a:pt x="549"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
              <p:cNvSpPr/>
              <p:nvPr/>
            </p:nvSpPr>
            <p:spPr>
              <a:xfrm>
                <a:off x="7802027" y="291665"/>
                <a:ext cx="25754" cy="18474"/>
              </a:xfrm>
              <a:custGeom>
                <a:avLst/>
                <a:gdLst/>
                <a:ahLst/>
                <a:cxnLst/>
                <a:rect l="l" t="t" r="r" b="b"/>
                <a:pathLst>
                  <a:path w="612" h="439" extrusionOk="0">
                    <a:moveTo>
                      <a:pt x="533" y="0"/>
                    </a:moveTo>
                    <a:lnTo>
                      <a:pt x="0" y="94"/>
                    </a:lnTo>
                    <a:lnTo>
                      <a:pt x="79" y="439"/>
                    </a:lnTo>
                    <a:lnTo>
                      <a:pt x="612" y="345"/>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
              <p:cNvSpPr/>
              <p:nvPr/>
            </p:nvSpPr>
            <p:spPr>
              <a:xfrm>
                <a:off x="7734064" y="305510"/>
                <a:ext cx="27101" cy="21799"/>
              </a:xfrm>
              <a:custGeom>
                <a:avLst/>
                <a:gdLst/>
                <a:ahLst/>
                <a:cxnLst/>
                <a:rect l="l" t="t" r="r" b="b"/>
                <a:pathLst>
                  <a:path w="644" h="518" extrusionOk="0">
                    <a:moveTo>
                      <a:pt x="518" y="0"/>
                    </a:moveTo>
                    <a:lnTo>
                      <a:pt x="1" y="188"/>
                    </a:lnTo>
                    <a:lnTo>
                      <a:pt x="126" y="517"/>
                    </a:lnTo>
                    <a:lnTo>
                      <a:pt x="644" y="329"/>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
              <p:cNvSpPr/>
              <p:nvPr/>
            </p:nvSpPr>
            <p:spPr>
              <a:xfrm>
                <a:off x="7687268" y="327940"/>
                <a:ext cx="27059" cy="21799"/>
              </a:xfrm>
              <a:custGeom>
                <a:avLst/>
                <a:gdLst/>
                <a:ahLst/>
                <a:cxnLst/>
                <a:rect l="l" t="t" r="r" b="b"/>
                <a:pathLst>
                  <a:path w="643" h="518" extrusionOk="0">
                    <a:moveTo>
                      <a:pt x="502" y="0"/>
                    </a:moveTo>
                    <a:lnTo>
                      <a:pt x="0" y="188"/>
                    </a:lnTo>
                    <a:lnTo>
                      <a:pt x="125" y="517"/>
                    </a:lnTo>
                    <a:lnTo>
                      <a:pt x="643" y="329"/>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
              <p:cNvSpPr/>
              <p:nvPr/>
            </p:nvSpPr>
            <p:spPr>
              <a:xfrm>
                <a:off x="7646364" y="347719"/>
                <a:ext cx="27059" cy="23103"/>
              </a:xfrm>
              <a:custGeom>
                <a:avLst/>
                <a:gdLst/>
                <a:ahLst/>
                <a:cxnLst/>
                <a:rect l="l" t="t" r="r" b="b"/>
                <a:pathLst>
                  <a:path w="643" h="549" extrusionOk="0">
                    <a:moveTo>
                      <a:pt x="486" y="0"/>
                    </a:moveTo>
                    <a:lnTo>
                      <a:pt x="0" y="235"/>
                    </a:lnTo>
                    <a:lnTo>
                      <a:pt x="157" y="549"/>
                    </a:lnTo>
                    <a:lnTo>
                      <a:pt x="643" y="314"/>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
              <p:cNvSpPr/>
              <p:nvPr/>
            </p:nvSpPr>
            <p:spPr>
              <a:xfrm>
                <a:off x="7600831" y="376756"/>
                <a:ext cx="27774" cy="24408"/>
              </a:xfrm>
              <a:custGeom>
                <a:avLst/>
                <a:gdLst/>
                <a:ahLst/>
                <a:cxnLst/>
                <a:rect l="l" t="t" r="r" b="b"/>
                <a:pathLst>
                  <a:path w="660" h="580" extrusionOk="0">
                    <a:moveTo>
                      <a:pt x="471" y="0"/>
                    </a:moveTo>
                    <a:lnTo>
                      <a:pt x="1" y="282"/>
                    </a:lnTo>
                    <a:lnTo>
                      <a:pt x="189" y="580"/>
                    </a:lnTo>
                    <a:lnTo>
                      <a:pt x="659" y="298"/>
                    </a:lnTo>
                    <a:lnTo>
                      <a:pt x="4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
              <p:cNvSpPr/>
              <p:nvPr/>
            </p:nvSpPr>
            <p:spPr>
              <a:xfrm>
                <a:off x="7552015" y="541635"/>
                <a:ext cx="27101" cy="28406"/>
              </a:xfrm>
              <a:custGeom>
                <a:avLst/>
                <a:gdLst/>
                <a:ahLst/>
                <a:cxnLst/>
                <a:rect l="l" t="t" r="r" b="b"/>
                <a:pathLst>
                  <a:path w="644" h="675" extrusionOk="0">
                    <a:moveTo>
                      <a:pt x="314" y="1"/>
                    </a:moveTo>
                    <a:lnTo>
                      <a:pt x="1" y="236"/>
                    </a:lnTo>
                    <a:lnTo>
                      <a:pt x="330" y="675"/>
                    </a:lnTo>
                    <a:lnTo>
                      <a:pt x="643" y="424"/>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
              <p:cNvSpPr/>
              <p:nvPr/>
            </p:nvSpPr>
            <p:spPr>
              <a:xfrm>
                <a:off x="7532910" y="500100"/>
                <a:ext cx="23103" cy="26428"/>
              </a:xfrm>
              <a:custGeom>
                <a:avLst/>
                <a:gdLst/>
                <a:ahLst/>
                <a:cxnLst/>
                <a:rect l="l" t="t" r="r" b="b"/>
                <a:pathLst>
                  <a:path w="549" h="628" extrusionOk="0">
                    <a:moveTo>
                      <a:pt x="392" y="0"/>
                    </a:moveTo>
                    <a:lnTo>
                      <a:pt x="0" y="110"/>
                    </a:lnTo>
                    <a:lnTo>
                      <a:pt x="157" y="627"/>
                    </a:lnTo>
                    <a:lnTo>
                      <a:pt x="549" y="517"/>
                    </a:lnTo>
                    <a:lnTo>
                      <a:pt x="3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
              <p:cNvSpPr/>
              <p:nvPr/>
            </p:nvSpPr>
            <p:spPr>
              <a:xfrm>
                <a:off x="7531563" y="455871"/>
                <a:ext cx="25123" cy="27774"/>
              </a:xfrm>
              <a:custGeom>
                <a:avLst/>
                <a:gdLst/>
                <a:ahLst/>
                <a:cxnLst/>
                <a:rect l="l" t="t" r="r" b="b"/>
                <a:pathLst>
                  <a:path w="597" h="660" extrusionOk="0">
                    <a:moveTo>
                      <a:pt x="236" y="1"/>
                    </a:moveTo>
                    <a:lnTo>
                      <a:pt x="1" y="503"/>
                    </a:lnTo>
                    <a:lnTo>
                      <a:pt x="361" y="659"/>
                    </a:lnTo>
                    <a:lnTo>
                      <a:pt x="597" y="173"/>
                    </a:lnTo>
                    <a:lnTo>
                      <a:pt x="2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
              <p:cNvSpPr/>
              <p:nvPr/>
            </p:nvSpPr>
            <p:spPr>
              <a:xfrm>
                <a:off x="7553362" y="413662"/>
                <a:ext cx="28406" cy="28406"/>
              </a:xfrm>
              <a:custGeom>
                <a:avLst/>
                <a:gdLst/>
                <a:ahLst/>
                <a:cxnLst/>
                <a:rect l="l" t="t" r="r" b="b"/>
                <a:pathLst>
                  <a:path w="675" h="675" extrusionOk="0">
                    <a:moveTo>
                      <a:pt x="376" y="1"/>
                    </a:moveTo>
                    <a:lnTo>
                      <a:pt x="0" y="393"/>
                    </a:lnTo>
                    <a:lnTo>
                      <a:pt x="298" y="675"/>
                    </a:lnTo>
                    <a:lnTo>
                      <a:pt x="674" y="267"/>
                    </a:lnTo>
                    <a:lnTo>
                      <a:pt x="3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9" name="Google Shape;769;p3"/>
            <p:cNvSpPr/>
            <p:nvPr/>
          </p:nvSpPr>
          <p:spPr>
            <a:xfrm>
              <a:off x="7550711" y="968394"/>
              <a:ext cx="600938" cy="194926"/>
            </a:xfrm>
            <a:custGeom>
              <a:avLst/>
              <a:gdLst/>
              <a:ahLst/>
              <a:cxnLst/>
              <a:rect l="l" t="t" r="r" b="b"/>
              <a:pathLst>
                <a:path w="14280" h="4632" extrusionOk="0">
                  <a:moveTo>
                    <a:pt x="0" y="1"/>
                  </a:moveTo>
                  <a:lnTo>
                    <a:pt x="0" y="1"/>
                  </a:lnTo>
                  <a:cubicBezTo>
                    <a:pt x="941" y="926"/>
                    <a:pt x="2947" y="1992"/>
                    <a:pt x="6302" y="3418"/>
                  </a:cubicBezTo>
                  <a:cubicBezTo>
                    <a:pt x="8147" y="4203"/>
                    <a:pt x="10291" y="4632"/>
                    <a:pt x="11884" y="4632"/>
                  </a:cubicBezTo>
                  <a:cubicBezTo>
                    <a:pt x="13186" y="4632"/>
                    <a:pt x="14118" y="4345"/>
                    <a:pt x="14217" y="3731"/>
                  </a:cubicBezTo>
                  <a:cubicBezTo>
                    <a:pt x="14280" y="3308"/>
                    <a:pt x="13966" y="2619"/>
                    <a:pt x="13465" y="1882"/>
                  </a:cubicBezTo>
                  <a:cubicBezTo>
                    <a:pt x="12511" y="2138"/>
                    <a:pt x="11331" y="2272"/>
                    <a:pt x="10010" y="2272"/>
                  </a:cubicBezTo>
                  <a:cubicBezTo>
                    <a:pt x="8748" y="2272"/>
                    <a:pt x="7357" y="2150"/>
                    <a:pt x="5910" y="1897"/>
                  </a:cubicBezTo>
                  <a:cubicBezTo>
                    <a:pt x="3590" y="1474"/>
                    <a:pt x="1537" y="800"/>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
            <p:cNvSpPr/>
            <p:nvPr/>
          </p:nvSpPr>
          <p:spPr>
            <a:xfrm>
              <a:off x="7553067" y="399986"/>
              <a:ext cx="392798" cy="259775"/>
            </a:xfrm>
            <a:custGeom>
              <a:avLst/>
              <a:gdLst/>
              <a:ahLst/>
              <a:cxnLst/>
              <a:rect l="l" t="t" r="r" b="b"/>
              <a:pathLst>
                <a:path w="9334" h="6173" extrusionOk="0">
                  <a:moveTo>
                    <a:pt x="2848" y="1"/>
                  </a:moveTo>
                  <a:cubicBezTo>
                    <a:pt x="1753" y="1"/>
                    <a:pt x="0" y="1413"/>
                    <a:pt x="509" y="2865"/>
                  </a:cubicBezTo>
                  <a:cubicBezTo>
                    <a:pt x="838" y="3774"/>
                    <a:pt x="2609" y="4824"/>
                    <a:pt x="4615" y="6172"/>
                  </a:cubicBezTo>
                  <a:cubicBezTo>
                    <a:pt x="6010" y="6016"/>
                    <a:pt x="7515" y="5733"/>
                    <a:pt x="9051" y="5310"/>
                  </a:cubicBezTo>
                  <a:cubicBezTo>
                    <a:pt x="9145" y="5279"/>
                    <a:pt x="9239" y="5263"/>
                    <a:pt x="9333" y="5232"/>
                  </a:cubicBezTo>
                  <a:cubicBezTo>
                    <a:pt x="6716" y="2677"/>
                    <a:pt x="3769" y="200"/>
                    <a:pt x="3095" y="28"/>
                  </a:cubicBezTo>
                  <a:cubicBezTo>
                    <a:pt x="3018" y="10"/>
                    <a:pt x="2935" y="1"/>
                    <a:pt x="2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
            <p:cNvSpPr/>
            <p:nvPr/>
          </p:nvSpPr>
          <p:spPr>
            <a:xfrm>
              <a:off x="7701282" y="337956"/>
              <a:ext cx="393640" cy="275640"/>
            </a:xfrm>
            <a:custGeom>
              <a:avLst/>
              <a:gdLst/>
              <a:ahLst/>
              <a:cxnLst/>
              <a:rect l="l" t="t" r="r" b="b"/>
              <a:pathLst>
                <a:path w="9354" h="6550" extrusionOk="0">
                  <a:moveTo>
                    <a:pt x="2885" y="1"/>
                  </a:moveTo>
                  <a:cubicBezTo>
                    <a:pt x="1554" y="1"/>
                    <a:pt x="0" y="460"/>
                    <a:pt x="482" y="1424"/>
                  </a:cubicBezTo>
                  <a:cubicBezTo>
                    <a:pt x="827" y="2098"/>
                    <a:pt x="3539" y="3681"/>
                    <a:pt x="6062" y="6236"/>
                  </a:cubicBezTo>
                  <a:cubicBezTo>
                    <a:pt x="6156" y="6330"/>
                    <a:pt x="6266" y="6439"/>
                    <a:pt x="6360" y="6549"/>
                  </a:cubicBezTo>
                  <a:cubicBezTo>
                    <a:pt x="7426" y="6236"/>
                    <a:pt x="8429" y="5875"/>
                    <a:pt x="9354" y="5499"/>
                  </a:cubicBezTo>
                  <a:cubicBezTo>
                    <a:pt x="7269" y="3007"/>
                    <a:pt x="4824" y="499"/>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
            <p:cNvSpPr/>
            <p:nvPr/>
          </p:nvSpPr>
          <p:spPr>
            <a:xfrm>
              <a:off x="7905761" y="325542"/>
              <a:ext cx="300637" cy="235914"/>
            </a:xfrm>
            <a:custGeom>
              <a:avLst/>
              <a:gdLst/>
              <a:ahLst/>
              <a:cxnLst/>
              <a:rect l="l" t="t" r="r" b="b"/>
              <a:pathLst>
                <a:path w="7144" h="5606" extrusionOk="0">
                  <a:moveTo>
                    <a:pt x="717" y="1"/>
                  </a:moveTo>
                  <a:cubicBezTo>
                    <a:pt x="265" y="1"/>
                    <a:pt x="0" y="143"/>
                    <a:pt x="153" y="527"/>
                  </a:cubicBezTo>
                  <a:cubicBezTo>
                    <a:pt x="372" y="1107"/>
                    <a:pt x="3053" y="3364"/>
                    <a:pt x="4902" y="5606"/>
                  </a:cubicBezTo>
                  <a:cubicBezTo>
                    <a:pt x="5717" y="5261"/>
                    <a:pt x="6470" y="4885"/>
                    <a:pt x="7144" y="4493"/>
                  </a:cubicBezTo>
                  <a:cubicBezTo>
                    <a:pt x="5733" y="2565"/>
                    <a:pt x="4275" y="1170"/>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
            <p:cNvSpPr/>
            <p:nvPr/>
          </p:nvSpPr>
          <p:spPr>
            <a:xfrm>
              <a:off x="8154931" y="905733"/>
              <a:ext cx="186047" cy="187393"/>
            </a:xfrm>
            <a:custGeom>
              <a:avLst/>
              <a:gdLst/>
              <a:ahLst/>
              <a:cxnLst/>
              <a:rect l="l" t="t" r="r" b="b"/>
              <a:pathLst>
                <a:path w="4421" h="4453" extrusionOk="0">
                  <a:moveTo>
                    <a:pt x="4420" y="1"/>
                  </a:moveTo>
                  <a:cubicBezTo>
                    <a:pt x="3684" y="847"/>
                    <a:pt x="2524" y="1741"/>
                    <a:pt x="1129" y="2446"/>
                  </a:cubicBezTo>
                  <a:cubicBezTo>
                    <a:pt x="753" y="2650"/>
                    <a:pt x="361" y="2807"/>
                    <a:pt x="0" y="2963"/>
                  </a:cubicBezTo>
                  <a:cubicBezTo>
                    <a:pt x="502" y="3763"/>
                    <a:pt x="1050" y="4452"/>
                    <a:pt x="1254" y="4452"/>
                  </a:cubicBezTo>
                  <a:cubicBezTo>
                    <a:pt x="2555" y="4452"/>
                    <a:pt x="3997" y="2023"/>
                    <a:pt x="44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
            <p:cNvSpPr/>
            <p:nvPr/>
          </p:nvSpPr>
          <p:spPr>
            <a:xfrm>
              <a:off x="7867886" y="911667"/>
              <a:ext cx="167025" cy="56096"/>
            </a:xfrm>
            <a:custGeom>
              <a:avLst/>
              <a:gdLst/>
              <a:ahLst/>
              <a:cxnLst/>
              <a:rect l="l" t="t" r="r" b="b"/>
              <a:pathLst>
                <a:path w="3969" h="1333" extrusionOk="0">
                  <a:moveTo>
                    <a:pt x="1853" y="1"/>
                  </a:moveTo>
                  <a:cubicBezTo>
                    <a:pt x="1367" y="1"/>
                    <a:pt x="435" y="120"/>
                    <a:pt x="254" y="314"/>
                  </a:cubicBezTo>
                  <a:cubicBezTo>
                    <a:pt x="1" y="609"/>
                    <a:pt x="2909" y="1333"/>
                    <a:pt x="3639" y="1333"/>
                  </a:cubicBezTo>
                  <a:cubicBezTo>
                    <a:pt x="3723" y="1333"/>
                    <a:pt x="3778" y="1323"/>
                    <a:pt x="3796" y="1302"/>
                  </a:cubicBezTo>
                  <a:cubicBezTo>
                    <a:pt x="3968" y="1082"/>
                    <a:pt x="2370" y="79"/>
                    <a:pt x="2088" y="17"/>
                  </a:cubicBezTo>
                  <a:cubicBezTo>
                    <a:pt x="2036" y="6"/>
                    <a:pt x="1954" y="1"/>
                    <a:pt x="185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
            <p:cNvSpPr/>
            <p:nvPr/>
          </p:nvSpPr>
          <p:spPr>
            <a:xfrm>
              <a:off x="7524998" y="903292"/>
              <a:ext cx="275767" cy="58873"/>
            </a:xfrm>
            <a:custGeom>
              <a:avLst/>
              <a:gdLst/>
              <a:ahLst/>
              <a:cxnLst/>
              <a:rect l="l" t="t" r="r" b="b"/>
              <a:pathLst>
                <a:path w="6553" h="1399" extrusionOk="0">
                  <a:moveTo>
                    <a:pt x="1340" y="0"/>
                  </a:moveTo>
                  <a:cubicBezTo>
                    <a:pt x="831" y="0"/>
                    <a:pt x="466" y="22"/>
                    <a:pt x="376" y="75"/>
                  </a:cubicBezTo>
                  <a:cubicBezTo>
                    <a:pt x="0" y="310"/>
                    <a:pt x="894" y="1297"/>
                    <a:pt x="1066" y="1375"/>
                  </a:cubicBezTo>
                  <a:cubicBezTo>
                    <a:pt x="1095" y="1391"/>
                    <a:pt x="1126" y="1399"/>
                    <a:pt x="1160" y="1399"/>
                  </a:cubicBezTo>
                  <a:cubicBezTo>
                    <a:pt x="1462" y="1399"/>
                    <a:pt x="1992" y="835"/>
                    <a:pt x="2978" y="764"/>
                  </a:cubicBezTo>
                  <a:cubicBezTo>
                    <a:pt x="4687" y="654"/>
                    <a:pt x="6552" y="545"/>
                    <a:pt x="6364" y="419"/>
                  </a:cubicBezTo>
                  <a:cubicBezTo>
                    <a:pt x="6101" y="228"/>
                    <a:pt x="2975" y="0"/>
                    <a:pt x="134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
            <p:cNvSpPr/>
            <p:nvPr/>
          </p:nvSpPr>
          <p:spPr>
            <a:xfrm>
              <a:off x="8118824" y="803262"/>
              <a:ext cx="200397" cy="185710"/>
            </a:xfrm>
            <a:custGeom>
              <a:avLst/>
              <a:gdLst/>
              <a:ahLst/>
              <a:cxnLst/>
              <a:rect l="l" t="t" r="r" b="b"/>
              <a:pathLst>
                <a:path w="4762" h="4413" extrusionOk="0">
                  <a:moveTo>
                    <a:pt x="4533" y="0"/>
                  </a:moveTo>
                  <a:cubicBezTo>
                    <a:pt x="4150" y="0"/>
                    <a:pt x="460" y="2725"/>
                    <a:pt x="231" y="3000"/>
                  </a:cubicBezTo>
                  <a:cubicBezTo>
                    <a:pt x="1" y="3277"/>
                    <a:pt x="313" y="4412"/>
                    <a:pt x="650" y="4412"/>
                  </a:cubicBezTo>
                  <a:cubicBezTo>
                    <a:pt x="657" y="4412"/>
                    <a:pt x="663" y="4412"/>
                    <a:pt x="670" y="4411"/>
                  </a:cubicBezTo>
                  <a:cubicBezTo>
                    <a:pt x="1125" y="4348"/>
                    <a:pt x="1501" y="3188"/>
                    <a:pt x="1673" y="2890"/>
                  </a:cubicBezTo>
                  <a:cubicBezTo>
                    <a:pt x="1830" y="2608"/>
                    <a:pt x="4761" y="163"/>
                    <a:pt x="4557" y="6"/>
                  </a:cubicBezTo>
                  <a:cubicBezTo>
                    <a:pt x="4552" y="2"/>
                    <a:pt x="4544" y="0"/>
                    <a:pt x="4533"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
            <p:cNvSpPr/>
            <p:nvPr/>
          </p:nvSpPr>
          <p:spPr>
            <a:xfrm>
              <a:off x="7563882" y="406803"/>
              <a:ext cx="149814" cy="136095"/>
            </a:xfrm>
            <a:custGeom>
              <a:avLst/>
              <a:gdLst/>
              <a:ahLst/>
              <a:cxnLst/>
              <a:rect l="l" t="t" r="r" b="b"/>
              <a:pathLst>
                <a:path w="3560" h="3234" extrusionOk="0">
                  <a:moveTo>
                    <a:pt x="2522" y="1"/>
                  </a:moveTo>
                  <a:cubicBezTo>
                    <a:pt x="2146" y="1"/>
                    <a:pt x="1678" y="153"/>
                    <a:pt x="1145" y="634"/>
                  </a:cubicBezTo>
                  <a:cubicBezTo>
                    <a:pt x="1" y="1653"/>
                    <a:pt x="283" y="2750"/>
                    <a:pt x="800" y="3205"/>
                  </a:cubicBezTo>
                  <a:cubicBezTo>
                    <a:pt x="821" y="3224"/>
                    <a:pt x="839" y="3233"/>
                    <a:pt x="854" y="3233"/>
                  </a:cubicBezTo>
                  <a:cubicBezTo>
                    <a:pt x="1035" y="3233"/>
                    <a:pt x="889" y="1939"/>
                    <a:pt x="1757" y="1245"/>
                  </a:cubicBezTo>
                  <a:cubicBezTo>
                    <a:pt x="2587" y="587"/>
                    <a:pt x="3559" y="509"/>
                    <a:pt x="3481" y="415"/>
                  </a:cubicBezTo>
                  <a:cubicBezTo>
                    <a:pt x="3398" y="304"/>
                    <a:pt x="3052" y="1"/>
                    <a:pt x="252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
            <p:cNvSpPr/>
            <p:nvPr/>
          </p:nvSpPr>
          <p:spPr>
            <a:xfrm>
              <a:off x="7722197" y="344437"/>
              <a:ext cx="178598" cy="61483"/>
            </a:xfrm>
            <a:custGeom>
              <a:avLst/>
              <a:gdLst/>
              <a:ahLst/>
              <a:cxnLst/>
              <a:rect l="l" t="t" r="r" b="b"/>
              <a:pathLst>
                <a:path w="4244" h="1461" extrusionOk="0">
                  <a:moveTo>
                    <a:pt x="2365" y="0"/>
                  </a:moveTo>
                  <a:cubicBezTo>
                    <a:pt x="2106" y="0"/>
                    <a:pt x="1816" y="24"/>
                    <a:pt x="1490" y="78"/>
                  </a:cubicBezTo>
                  <a:cubicBezTo>
                    <a:pt x="1" y="329"/>
                    <a:pt x="16" y="972"/>
                    <a:pt x="346" y="1379"/>
                  </a:cubicBezTo>
                  <a:cubicBezTo>
                    <a:pt x="393" y="1436"/>
                    <a:pt x="452" y="1460"/>
                    <a:pt x="525" y="1460"/>
                  </a:cubicBezTo>
                  <a:cubicBezTo>
                    <a:pt x="819" y="1460"/>
                    <a:pt x="1346" y="1069"/>
                    <a:pt x="2274" y="768"/>
                  </a:cubicBezTo>
                  <a:cubicBezTo>
                    <a:pt x="2606" y="663"/>
                    <a:pt x="2947" y="630"/>
                    <a:pt x="3249" y="630"/>
                  </a:cubicBezTo>
                  <a:cubicBezTo>
                    <a:pt x="3746" y="630"/>
                    <a:pt x="4139" y="718"/>
                    <a:pt x="4222" y="718"/>
                  </a:cubicBezTo>
                  <a:cubicBezTo>
                    <a:pt x="4239" y="718"/>
                    <a:pt x="4243" y="714"/>
                    <a:pt x="4233" y="705"/>
                  </a:cubicBezTo>
                  <a:cubicBezTo>
                    <a:pt x="3839" y="324"/>
                    <a:pt x="3310" y="0"/>
                    <a:pt x="236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
            <p:cNvSpPr/>
            <p:nvPr/>
          </p:nvSpPr>
          <p:spPr>
            <a:xfrm>
              <a:off x="7919858" y="334842"/>
              <a:ext cx="169130" cy="58958"/>
            </a:xfrm>
            <a:custGeom>
              <a:avLst/>
              <a:gdLst/>
              <a:ahLst/>
              <a:cxnLst/>
              <a:rect l="l" t="t" r="r" b="b"/>
              <a:pathLst>
                <a:path w="4019" h="1401" extrusionOk="0">
                  <a:moveTo>
                    <a:pt x="673" y="1"/>
                  </a:moveTo>
                  <a:cubicBezTo>
                    <a:pt x="1" y="1"/>
                    <a:pt x="106" y="290"/>
                    <a:pt x="382" y="730"/>
                  </a:cubicBezTo>
                  <a:cubicBezTo>
                    <a:pt x="538" y="973"/>
                    <a:pt x="845" y="1029"/>
                    <a:pt x="1246" y="1029"/>
                  </a:cubicBezTo>
                  <a:cubicBezTo>
                    <a:pt x="1491" y="1029"/>
                    <a:pt x="1772" y="1008"/>
                    <a:pt x="2075" y="996"/>
                  </a:cubicBezTo>
                  <a:cubicBezTo>
                    <a:pt x="2081" y="996"/>
                    <a:pt x="2086" y="996"/>
                    <a:pt x="2092" y="996"/>
                  </a:cubicBezTo>
                  <a:cubicBezTo>
                    <a:pt x="2460" y="996"/>
                    <a:pt x="3736" y="1400"/>
                    <a:pt x="3972" y="1400"/>
                  </a:cubicBezTo>
                  <a:cubicBezTo>
                    <a:pt x="4006" y="1400"/>
                    <a:pt x="4019" y="1392"/>
                    <a:pt x="4003" y="1372"/>
                  </a:cubicBezTo>
                  <a:cubicBezTo>
                    <a:pt x="3345" y="526"/>
                    <a:pt x="1934" y="134"/>
                    <a:pt x="1323" y="56"/>
                  </a:cubicBezTo>
                  <a:cubicBezTo>
                    <a:pt x="1053" y="18"/>
                    <a:pt x="839" y="1"/>
                    <a:pt x="67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
            <p:cNvSpPr/>
            <p:nvPr/>
          </p:nvSpPr>
          <p:spPr>
            <a:xfrm>
              <a:off x="8172732" y="958673"/>
              <a:ext cx="374703" cy="307286"/>
            </a:xfrm>
            <a:custGeom>
              <a:avLst/>
              <a:gdLst/>
              <a:ahLst/>
              <a:cxnLst/>
              <a:rect l="l" t="t" r="r" b="b"/>
              <a:pathLst>
                <a:path w="8904" h="7302" extrusionOk="0">
                  <a:moveTo>
                    <a:pt x="5820" y="1"/>
                  </a:moveTo>
                  <a:cubicBezTo>
                    <a:pt x="4732" y="1"/>
                    <a:pt x="3558" y="4123"/>
                    <a:pt x="0" y="6078"/>
                  </a:cubicBezTo>
                  <a:lnTo>
                    <a:pt x="1019" y="7301"/>
                  </a:lnTo>
                  <a:cubicBezTo>
                    <a:pt x="1019" y="7301"/>
                    <a:pt x="8903" y="4589"/>
                    <a:pt x="6490" y="561"/>
                  </a:cubicBezTo>
                  <a:cubicBezTo>
                    <a:pt x="6257" y="170"/>
                    <a:pt x="6040" y="1"/>
                    <a:pt x="58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
            <p:cNvSpPr/>
            <p:nvPr/>
          </p:nvSpPr>
          <p:spPr>
            <a:xfrm>
              <a:off x="8400945" y="1002565"/>
              <a:ext cx="52814" cy="45870"/>
            </a:xfrm>
            <a:custGeom>
              <a:avLst/>
              <a:gdLst/>
              <a:ahLst/>
              <a:cxnLst/>
              <a:rect l="l" t="t" r="r" b="b"/>
              <a:pathLst>
                <a:path w="1255" h="1090" extrusionOk="0">
                  <a:moveTo>
                    <a:pt x="638" y="1"/>
                  </a:moveTo>
                  <a:cubicBezTo>
                    <a:pt x="589" y="1"/>
                    <a:pt x="538" y="7"/>
                    <a:pt x="487" y="20"/>
                  </a:cubicBezTo>
                  <a:cubicBezTo>
                    <a:pt x="189" y="114"/>
                    <a:pt x="1" y="411"/>
                    <a:pt x="79" y="694"/>
                  </a:cubicBezTo>
                  <a:cubicBezTo>
                    <a:pt x="144" y="940"/>
                    <a:pt x="370" y="1090"/>
                    <a:pt x="614" y="1090"/>
                  </a:cubicBezTo>
                  <a:cubicBezTo>
                    <a:pt x="665" y="1090"/>
                    <a:pt x="717" y="1083"/>
                    <a:pt x="769" y="1070"/>
                  </a:cubicBezTo>
                  <a:cubicBezTo>
                    <a:pt x="1082" y="991"/>
                    <a:pt x="1255" y="694"/>
                    <a:pt x="1176" y="396"/>
                  </a:cubicBezTo>
                  <a:cubicBezTo>
                    <a:pt x="1111" y="160"/>
                    <a:pt x="892" y="1"/>
                    <a:pt x="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3"/>
          <p:cNvGrpSpPr/>
          <p:nvPr/>
        </p:nvGrpSpPr>
        <p:grpSpPr>
          <a:xfrm rot="1801529">
            <a:off x="978798" y="361170"/>
            <a:ext cx="1255916" cy="1398817"/>
            <a:chOff x="1416325" y="1320700"/>
            <a:chExt cx="836250" cy="931400"/>
          </a:xfrm>
        </p:grpSpPr>
        <p:sp>
          <p:nvSpPr>
            <p:cNvPr id="783" name="Google Shape;783;p3"/>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 name="Google Shape;878;p3"/>
          <p:cNvGrpSpPr/>
          <p:nvPr/>
        </p:nvGrpSpPr>
        <p:grpSpPr>
          <a:xfrm rot="1318681">
            <a:off x="7156262" y="3380308"/>
            <a:ext cx="1538624" cy="1577681"/>
            <a:chOff x="3993975" y="1524025"/>
            <a:chExt cx="781000" cy="800825"/>
          </a:xfrm>
        </p:grpSpPr>
        <p:sp>
          <p:nvSpPr>
            <p:cNvPr id="879" name="Google Shape;879;p3"/>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8" name="Google Shape;918;p3"/>
          <p:cNvGrpSpPr/>
          <p:nvPr/>
        </p:nvGrpSpPr>
        <p:grpSpPr>
          <a:xfrm>
            <a:off x="2818358" y="4308046"/>
            <a:ext cx="538970" cy="475799"/>
            <a:chOff x="3503083" y="4268071"/>
            <a:chExt cx="538970" cy="475799"/>
          </a:xfrm>
        </p:grpSpPr>
        <p:sp>
          <p:nvSpPr>
            <p:cNvPr id="919" name="Google Shape;919;p3"/>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0" name="Google Shape;920;p3"/>
            <p:cNvGrpSpPr/>
            <p:nvPr/>
          </p:nvGrpSpPr>
          <p:grpSpPr>
            <a:xfrm>
              <a:off x="3550326" y="4310672"/>
              <a:ext cx="393741" cy="373040"/>
              <a:chOff x="3550326" y="4310672"/>
              <a:chExt cx="393741" cy="373040"/>
            </a:xfrm>
          </p:grpSpPr>
          <p:sp>
            <p:nvSpPr>
              <p:cNvPr id="921" name="Google Shape;921;p3"/>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4" name="Google Shape;984;p3"/>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7" name="Google Shape;987;p3"/>
          <p:cNvGrpSpPr/>
          <p:nvPr/>
        </p:nvGrpSpPr>
        <p:grpSpPr>
          <a:xfrm rot="10800000">
            <a:off x="4571995" y="106708"/>
            <a:ext cx="727015" cy="708981"/>
            <a:chOff x="225997" y="123301"/>
            <a:chExt cx="631802" cy="616130"/>
          </a:xfrm>
        </p:grpSpPr>
        <p:grpSp>
          <p:nvGrpSpPr>
            <p:cNvPr id="988" name="Google Shape;988;p3"/>
            <p:cNvGrpSpPr/>
            <p:nvPr/>
          </p:nvGrpSpPr>
          <p:grpSpPr>
            <a:xfrm rot="9089783">
              <a:off x="302065" y="211047"/>
              <a:ext cx="479665" cy="440638"/>
              <a:chOff x="-960976" y="1975682"/>
              <a:chExt cx="1155492" cy="1061477"/>
            </a:xfrm>
          </p:grpSpPr>
          <p:sp>
            <p:nvSpPr>
              <p:cNvPr id="989" name="Google Shape;989;p3"/>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2" name="Google Shape;1032;p3"/>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3" name="Google Shape;1033;p3"/>
            <p:cNvGrpSpPr/>
            <p:nvPr/>
          </p:nvGrpSpPr>
          <p:grpSpPr>
            <a:xfrm>
              <a:off x="357526" y="269347"/>
              <a:ext cx="326648" cy="309474"/>
              <a:chOff x="3550326" y="4310672"/>
              <a:chExt cx="393741" cy="373040"/>
            </a:xfrm>
          </p:grpSpPr>
          <p:sp>
            <p:nvSpPr>
              <p:cNvPr id="1034" name="Google Shape;1034;p3"/>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7" name="Google Shape;1097;p3"/>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0" name="Google Shape;1100;p3"/>
          <p:cNvSpPr txBox="1">
            <a:spLocks noGrp="1"/>
          </p:cNvSpPr>
          <p:nvPr>
            <p:ph type="title"/>
          </p:nvPr>
        </p:nvSpPr>
        <p:spPr>
          <a:xfrm>
            <a:off x="2434050" y="2302238"/>
            <a:ext cx="42759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solidFill>
                  <a:schemeClr val="dk2"/>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101" name="Google Shape;1101;p3"/>
          <p:cNvSpPr txBox="1">
            <a:spLocks noGrp="1"/>
          </p:cNvSpPr>
          <p:nvPr>
            <p:ph type="title" idx="2" hasCustomPrompt="1"/>
          </p:nvPr>
        </p:nvSpPr>
        <p:spPr>
          <a:xfrm>
            <a:off x="3946050" y="1413175"/>
            <a:ext cx="12519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5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02" name="Google Shape;1102;p3"/>
          <p:cNvSpPr txBox="1">
            <a:spLocks noGrp="1"/>
          </p:cNvSpPr>
          <p:nvPr>
            <p:ph type="subTitle" idx="1"/>
          </p:nvPr>
        </p:nvSpPr>
        <p:spPr>
          <a:xfrm>
            <a:off x="2434050" y="3144050"/>
            <a:ext cx="4275900" cy="291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03"/>
        <p:cNvGrpSpPr/>
        <p:nvPr/>
      </p:nvGrpSpPr>
      <p:grpSpPr>
        <a:xfrm>
          <a:off x="0" y="0"/>
          <a:ext cx="0" cy="0"/>
          <a:chOff x="0" y="0"/>
          <a:chExt cx="0" cy="0"/>
        </a:xfrm>
      </p:grpSpPr>
      <p:sp>
        <p:nvSpPr>
          <p:cNvPr id="1104" name="Google Shape;1104;p4"/>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5" name="Google Shape;1105;p4"/>
          <p:cNvGrpSpPr/>
          <p:nvPr/>
        </p:nvGrpSpPr>
        <p:grpSpPr>
          <a:xfrm rot="10374295">
            <a:off x="-120958" y="3178220"/>
            <a:ext cx="1789483" cy="2162332"/>
            <a:chOff x="6068875" y="758513"/>
            <a:chExt cx="554100" cy="669550"/>
          </a:xfrm>
        </p:grpSpPr>
        <p:sp>
          <p:nvSpPr>
            <p:cNvPr id="1106" name="Google Shape;1106;p4"/>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0" name="Google Shape;1120;p4"/>
          <p:cNvGrpSpPr/>
          <p:nvPr/>
        </p:nvGrpSpPr>
        <p:grpSpPr>
          <a:xfrm>
            <a:off x="8368558" y="3480221"/>
            <a:ext cx="538970" cy="475799"/>
            <a:chOff x="3503083" y="4268071"/>
            <a:chExt cx="538970" cy="475799"/>
          </a:xfrm>
        </p:grpSpPr>
        <p:sp>
          <p:nvSpPr>
            <p:cNvPr id="1121" name="Google Shape;1121;p4"/>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22" name="Google Shape;1122;p4"/>
            <p:cNvGrpSpPr/>
            <p:nvPr/>
          </p:nvGrpSpPr>
          <p:grpSpPr>
            <a:xfrm>
              <a:off x="3550326" y="4310672"/>
              <a:ext cx="393741" cy="373040"/>
              <a:chOff x="3550326" y="4310672"/>
              <a:chExt cx="393741" cy="373040"/>
            </a:xfrm>
          </p:grpSpPr>
          <p:sp>
            <p:nvSpPr>
              <p:cNvPr id="1123" name="Google Shape;1123;p4"/>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6" name="Google Shape;1186;p4"/>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9" name="Google Shape;1189;p4"/>
          <p:cNvGrpSpPr/>
          <p:nvPr/>
        </p:nvGrpSpPr>
        <p:grpSpPr>
          <a:xfrm>
            <a:off x="225997" y="123301"/>
            <a:ext cx="631802" cy="616130"/>
            <a:chOff x="225997" y="123301"/>
            <a:chExt cx="631802" cy="616130"/>
          </a:xfrm>
        </p:grpSpPr>
        <p:grpSp>
          <p:nvGrpSpPr>
            <p:cNvPr id="1190" name="Google Shape;1190;p4"/>
            <p:cNvGrpSpPr/>
            <p:nvPr/>
          </p:nvGrpSpPr>
          <p:grpSpPr>
            <a:xfrm rot="9089783">
              <a:off x="302065" y="211047"/>
              <a:ext cx="479665" cy="440638"/>
              <a:chOff x="-960976" y="1975682"/>
              <a:chExt cx="1155492" cy="1061477"/>
            </a:xfrm>
          </p:grpSpPr>
          <p:sp>
            <p:nvSpPr>
              <p:cNvPr id="1191" name="Google Shape;1191;p4"/>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34" name="Google Shape;1234;p4"/>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5" name="Google Shape;1235;p4"/>
            <p:cNvGrpSpPr/>
            <p:nvPr/>
          </p:nvGrpSpPr>
          <p:grpSpPr>
            <a:xfrm>
              <a:off x="357526" y="269347"/>
              <a:ext cx="326648" cy="309474"/>
              <a:chOff x="3550326" y="4310672"/>
              <a:chExt cx="393741" cy="373040"/>
            </a:xfrm>
          </p:grpSpPr>
          <p:sp>
            <p:nvSpPr>
              <p:cNvPr id="1236" name="Google Shape;1236;p4"/>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9" name="Google Shape;1299;p4"/>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4"/>
          <p:cNvGrpSpPr/>
          <p:nvPr/>
        </p:nvGrpSpPr>
        <p:grpSpPr>
          <a:xfrm rot="2153069">
            <a:off x="7882948" y="73233"/>
            <a:ext cx="1510427" cy="1548768"/>
            <a:chOff x="3993975" y="1524025"/>
            <a:chExt cx="781000" cy="800825"/>
          </a:xfrm>
        </p:grpSpPr>
        <p:sp>
          <p:nvSpPr>
            <p:cNvPr id="1303" name="Google Shape;1303;p4"/>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2" name="Google Shape;1342;p4"/>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44" name="Google Shape;1344;p4"/>
          <p:cNvSpPr txBox="1">
            <a:spLocks noGrp="1"/>
          </p:cNvSpPr>
          <p:nvPr>
            <p:ph type="body" idx="1"/>
          </p:nvPr>
        </p:nvSpPr>
        <p:spPr>
          <a:xfrm>
            <a:off x="720000" y="1215750"/>
            <a:ext cx="7704000" cy="3388200"/>
          </a:xfrm>
          <a:prstGeom prst="rect">
            <a:avLst/>
          </a:prstGeom>
        </p:spPr>
        <p:txBody>
          <a:bodyPr spcFirstLastPara="1" wrap="square" lIns="91425" tIns="91425" rIns="91425" bIns="91425" anchor="ctr" anchorCtr="0">
            <a:noAutofit/>
          </a:bodyPr>
          <a:lstStyle>
            <a:lvl1pPr marL="457200" lvl="0" indent="-304800" rtl="0">
              <a:lnSpc>
                <a:spcPct val="100000"/>
              </a:lnSpc>
              <a:spcBef>
                <a:spcPts val="0"/>
              </a:spcBef>
              <a:spcAft>
                <a:spcPts val="0"/>
              </a:spcAft>
              <a:buSzPts val="1200"/>
              <a:buAutoNum type="arabicPeriod"/>
              <a:defRPr sz="1250"/>
            </a:lvl1pPr>
            <a:lvl2pPr marL="914400" lvl="1" indent="-304800" rtl="0">
              <a:lnSpc>
                <a:spcPct val="115000"/>
              </a:lnSpc>
              <a:spcBef>
                <a:spcPts val="1600"/>
              </a:spcBef>
              <a:spcAft>
                <a:spcPts val="0"/>
              </a:spcAft>
              <a:buSzPts val="1200"/>
              <a:buFont typeface="Roboto Condensed Light"/>
              <a:buAutoNum type="alphaLcPeriod"/>
              <a:defRPr/>
            </a:lvl2pPr>
            <a:lvl3pPr marL="1371600" lvl="2" indent="-304800" rtl="0">
              <a:lnSpc>
                <a:spcPct val="115000"/>
              </a:lnSpc>
              <a:spcBef>
                <a:spcPts val="1600"/>
              </a:spcBef>
              <a:spcAft>
                <a:spcPts val="0"/>
              </a:spcAft>
              <a:buSzPts val="1200"/>
              <a:buFont typeface="Roboto Condensed Light"/>
              <a:buAutoNum type="romanLcPeriod"/>
              <a:defRPr/>
            </a:lvl3pPr>
            <a:lvl4pPr marL="1828800" lvl="3" indent="-304800" rtl="0">
              <a:lnSpc>
                <a:spcPct val="115000"/>
              </a:lnSpc>
              <a:spcBef>
                <a:spcPts val="1600"/>
              </a:spcBef>
              <a:spcAft>
                <a:spcPts val="0"/>
              </a:spcAft>
              <a:buSzPts val="1200"/>
              <a:buFont typeface="Roboto Condensed Light"/>
              <a:buAutoNum type="arabicPeriod"/>
              <a:defRPr/>
            </a:lvl4pPr>
            <a:lvl5pPr marL="2286000" lvl="4" indent="-304800" rtl="0">
              <a:lnSpc>
                <a:spcPct val="115000"/>
              </a:lnSpc>
              <a:spcBef>
                <a:spcPts val="1600"/>
              </a:spcBef>
              <a:spcAft>
                <a:spcPts val="0"/>
              </a:spcAft>
              <a:buSzPts val="1200"/>
              <a:buFont typeface="Roboto Condensed Light"/>
              <a:buAutoNum type="alphaLcPeriod"/>
              <a:defRPr/>
            </a:lvl5pPr>
            <a:lvl6pPr marL="2743200" lvl="5" indent="-304800" rtl="0">
              <a:lnSpc>
                <a:spcPct val="115000"/>
              </a:lnSpc>
              <a:spcBef>
                <a:spcPts val="1600"/>
              </a:spcBef>
              <a:spcAft>
                <a:spcPts val="0"/>
              </a:spcAft>
              <a:buSzPts val="1200"/>
              <a:buFont typeface="Roboto Condensed Light"/>
              <a:buAutoNum type="romanLcPeriod"/>
              <a:defRPr/>
            </a:lvl6pPr>
            <a:lvl7pPr marL="3200400" lvl="6" indent="-304800" rtl="0">
              <a:lnSpc>
                <a:spcPct val="115000"/>
              </a:lnSpc>
              <a:spcBef>
                <a:spcPts val="1600"/>
              </a:spcBef>
              <a:spcAft>
                <a:spcPts val="0"/>
              </a:spcAft>
              <a:buSzPts val="1200"/>
              <a:buFont typeface="Roboto Condensed Light"/>
              <a:buAutoNum type="arabicPeriod"/>
              <a:defRPr/>
            </a:lvl7pPr>
            <a:lvl8pPr marL="3657600" lvl="7" indent="-304800" rtl="0">
              <a:lnSpc>
                <a:spcPct val="115000"/>
              </a:lnSpc>
              <a:spcBef>
                <a:spcPts val="1600"/>
              </a:spcBef>
              <a:spcAft>
                <a:spcPts val="0"/>
              </a:spcAft>
              <a:buSzPts val="1200"/>
              <a:buFont typeface="Roboto Condensed Light"/>
              <a:buAutoNum type="alphaLcPeriod"/>
              <a:defRPr/>
            </a:lvl8pPr>
            <a:lvl9pPr marL="4114800" lvl="8" indent="-304800" rtl="0">
              <a:lnSpc>
                <a:spcPct val="115000"/>
              </a:lnSpc>
              <a:spcBef>
                <a:spcPts val="1600"/>
              </a:spcBef>
              <a:spcAft>
                <a:spcPts val="1600"/>
              </a:spcAft>
              <a:buSzPts val="1200"/>
              <a:buFont typeface="Roboto Condensed Light"/>
              <a:buAutoNum type="romanLcPeriod"/>
              <a:defRPr/>
            </a:lvl9pPr>
          </a:lstStyle>
          <a:p>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45"/>
        <p:cNvGrpSpPr/>
        <p:nvPr/>
      </p:nvGrpSpPr>
      <p:grpSpPr>
        <a:xfrm>
          <a:off x="0" y="0"/>
          <a:ext cx="0" cy="0"/>
          <a:chOff x="0" y="0"/>
          <a:chExt cx="0" cy="0"/>
        </a:xfrm>
      </p:grpSpPr>
      <p:sp>
        <p:nvSpPr>
          <p:cNvPr id="1346" name="Google Shape;1346;p5"/>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5"/>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49" name="Google Shape;1349;p5"/>
          <p:cNvSpPr txBox="1">
            <a:spLocks noGrp="1"/>
          </p:cNvSpPr>
          <p:nvPr>
            <p:ph type="title" idx="2"/>
          </p:nvPr>
        </p:nvSpPr>
        <p:spPr>
          <a:xfrm>
            <a:off x="1537425" y="2492625"/>
            <a:ext cx="2742600" cy="46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2500" b="0">
                <a:solidFill>
                  <a:schemeClr val="dk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50" name="Google Shape;1350;p5"/>
          <p:cNvSpPr txBox="1">
            <a:spLocks noGrp="1"/>
          </p:cNvSpPr>
          <p:nvPr>
            <p:ph type="title" idx="3"/>
          </p:nvPr>
        </p:nvSpPr>
        <p:spPr>
          <a:xfrm>
            <a:off x="4863975" y="2492524"/>
            <a:ext cx="2742600" cy="46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2500" b="0">
                <a:solidFill>
                  <a:schemeClr val="dk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51" name="Google Shape;1351;p5"/>
          <p:cNvSpPr txBox="1">
            <a:spLocks noGrp="1"/>
          </p:cNvSpPr>
          <p:nvPr>
            <p:ph type="subTitle" idx="1"/>
          </p:nvPr>
        </p:nvSpPr>
        <p:spPr>
          <a:xfrm>
            <a:off x="4863975" y="2957825"/>
            <a:ext cx="2742600" cy="934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352" name="Google Shape;1352;p5"/>
          <p:cNvSpPr txBox="1">
            <a:spLocks noGrp="1"/>
          </p:cNvSpPr>
          <p:nvPr>
            <p:ph type="subTitle" idx="4"/>
          </p:nvPr>
        </p:nvSpPr>
        <p:spPr>
          <a:xfrm>
            <a:off x="1537425" y="2957825"/>
            <a:ext cx="2742600" cy="934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grpSp>
        <p:nvGrpSpPr>
          <p:cNvPr id="1353" name="Google Shape;1353;p5"/>
          <p:cNvGrpSpPr/>
          <p:nvPr/>
        </p:nvGrpSpPr>
        <p:grpSpPr>
          <a:xfrm rot="-907404">
            <a:off x="174127" y="3510511"/>
            <a:ext cx="1496650" cy="1808486"/>
            <a:chOff x="6068875" y="758513"/>
            <a:chExt cx="554100" cy="669550"/>
          </a:xfrm>
        </p:grpSpPr>
        <p:sp>
          <p:nvSpPr>
            <p:cNvPr id="1354" name="Google Shape;1354;p5"/>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5"/>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5"/>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5"/>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5"/>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5"/>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5"/>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5"/>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5"/>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5"/>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5"/>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5"/>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5"/>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5"/>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5"/>
          <p:cNvGrpSpPr/>
          <p:nvPr/>
        </p:nvGrpSpPr>
        <p:grpSpPr>
          <a:xfrm rot="1546729">
            <a:off x="7597662" y="357902"/>
            <a:ext cx="1458108" cy="1624014"/>
            <a:chOff x="1416325" y="1320700"/>
            <a:chExt cx="836250" cy="931400"/>
          </a:xfrm>
        </p:grpSpPr>
        <p:sp>
          <p:nvSpPr>
            <p:cNvPr id="1369" name="Google Shape;1369;p5"/>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5"/>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5"/>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5"/>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5"/>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5"/>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5"/>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5"/>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5"/>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5"/>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5"/>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5"/>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5"/>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5"/>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5"/>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5"/>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5"/>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5"/>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5"/>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5"/>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5"/>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5"/>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5"/>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5"/>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5"/>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5"/>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5"/>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5"/>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5"/>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5"/>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5"/>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5"/>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5"/>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5"/>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5"/>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5"/>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5"/>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5"/>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5"/>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5"/>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5"/>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5"/>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5"/>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5"/>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5"/>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5"/>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5"/>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5"/>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5"/>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5"/>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5"/>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5"/>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5"/>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5"/>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5"/>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5"/>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5"/>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5"/>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5"/>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5"/>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5"/>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5"/>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5"/>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5"/>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5"/>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5"/>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5"/>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5"/>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5"/>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5"/>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5"/>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5"/>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5"/>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5"/>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5"/>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5"/>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5"/>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5"/>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5"/>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5"/>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5"/>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5"/>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5"/>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5"/>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5"/>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5"/>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5"/>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5"/>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5"/>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5"/>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5"/>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5"/>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5"/>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5"/>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5"/>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5"/>
          <p:cNvGrpSpPr/>
          <p:nvPr/>
        </p:nvGrpSpPr>
        <p:grpSpPr>
          <a:xfrm rot="-7740347">
            <a:off x="473881" y="3977217"/>
            <a:ext cx="897113" cy="874907"/>
            <a:chOff x="225997" y="123301"/>
            <a:chExt cx="631802" cy="616130"/>
          </a:xfrm>
        </p:grpSpPr>
        <p:grpSp>
          <p:nvGrpSpPr>
            <p:cNvPr id="1465" name="Google Shape;1465;p5"/>
            <p:cNvGrpSpPr/>
            <p:nvPr/>
          </p:nvGrpSpPr>
          <p:grpSpPr>
            <a:xfrm rot="9089783">
              <a:off x="302065" y="211047"/>
              <a:ext cx="479665" cy="440638"/>
              <a:chOff x="-960976" y="1975682"/>
              <a:chExt cx="1155492" cy="1061477"/>
            </a:xfrm>
          </p:grpSpPr>
          <p:sp>
            <p:nvSpPr>
              <p:cNvPr id="1466" name="Google Shape;1466;p5"/>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5"/>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5"/>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5"/>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5"/>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5"/>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5"/>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5"/>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5"/>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5"/>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5"/>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5"/>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5"/>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5"/>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5"/>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5"/>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5"/>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5"/>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5"/>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5"/>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5"/>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5"/>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5"/>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5"/>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5"/>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5"/>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5"/>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5"/>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5"/>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5"/>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5"/>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5"/>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5"/>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5"/>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5"/>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5"/>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5"/>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5"/>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5"/>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5"/>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5"/>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5"/>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5"/>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9" name="Google Shape;1509;p5"/>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0" name="Google Shape;1510;p5"/>
            <p:cNvGrpSpPr/>
            <p:nvPr/>
          </p:nvGrpSpPr>
          <p:grpSpPr>
            <a:xfrm>
              <a:off x="357526" y="269347"/>
              <a:ext cx="326648" cy="309474"/>
              <a:chOff x="3550326" y="4310672"/>
              <a:chExt cx="393741" cy="373040"/>
            </a:xfrm>
          </p:grpSpPr>
          <p:sp>
            <p:nvSpPr>
              <p:cNvPr id="1511" name="Google Shape;1511;p5"/>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5"/>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5"/>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5"/>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5"/>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5"/>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5"/>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5"/>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5"/>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5"/>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5"/>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5"/>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5"/>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5"/>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5"/>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5"/>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5"/>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5"/>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5"/>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5"/>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5"/>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5"/>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5"/>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5"/>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5"/>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5"/>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5"/>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5"/>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5"/>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5"/>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5"/>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5"/>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5"/>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5"/>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5"/>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5"/>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5"/>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5"/>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5"/>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5"/>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5"/>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5"/>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5"/>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5"/>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5"/>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5"/>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5"/>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5"/>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5"/>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5"/>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5"/>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5"/>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5"/>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5"/>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5"/>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5"/>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5"/>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5"/>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5"/>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5"/>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4" name="Google Shape;1574;p5"/>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5"/>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5"/>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77"/>
        <p:cNvGrpSpPr/>
        <p:nvPr/>
      </p:nvGrpSpPr>
      <p:grpSpPr>
        <a:xfrm>
          <a:off x="0" y="0"/>
          <a:ext cx="0" cy="0"/>
          <a:chOff x="0" y="0"/>
          <a:chExt cx="0" cy="0"/>
        </a:xfrm>
      </p:grpSpPr>
      <p:sp>
        <p:nvSpPr>
          <p:cNvPr id="1578" name="Google Shape;1578;p6"/>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79" name="Google Shape;1579;p6"/>
          <p:cNvGrpSpPr/>
          <p:nvPr/>
        </p:nvGrpSpPr>
        <p:grpSpPr>
          <a:xfrm>
            <a:off x="5" y="3018625"/>
            <a:ext cx="842192" cy="821301"/>
            <a:chOff x="225997" y="123301"/>
            <a:chExt cx="631802" cy="616130"/>
          </a:xfrm>
        </p:grpSpPr>
        <p:grpSp>
          <p:nvGrpSpPr>
            <p:cNvPr id="1580" name="Google Shape;1580;p6"/>
            <p:cNvGrpSpPr/>
            <p:nvPr/>
          </p:nvGrpSpPr>
          <p:grpSpPr>
            <a:xfrm rot="9089783">
              <a:off x="302065" y="211047"/>
              <a:ext cx="479665" cy="440638"/>
              <a:chOff x="-960976" y="1975682"/>
              <a:chExt cx="1155492" cy="1061477"/>
            </a:xfrm>
          </p:grpSpPr>
          <p:sp>
            <p:nvSpPr>
              <p:cNvPr id="1581" name="Google Shape;1581;p6"/>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6"/>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6"/>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6"/>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6"/>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6"/>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6"/>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6"/>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6"/>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6"/>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6"/>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6"/>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6"/>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6"/>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6"/>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6"/>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6"/>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6"/>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6"/>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6"/>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6"/>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6"/>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6"/>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6"/>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6"/>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6"/>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6"/>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6"/>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6"/>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6"/>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6"/>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6"/>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6"/>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6"/>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6"/>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6"/>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6"/>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6"/>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6"/>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6"/>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6"/>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6"/>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6"/>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4" name="Google Shape;1624;p6"/>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5" name="Google Shape;1625;p6"/>
            <p:cNvGrpSpPr/>
            <p:nvPr/>
          </p:nvGrpSpPr>
          <p:grpSpPr>
            <a:xfrm>
              <a:off x="357526" y="269347"/>
              <a:ext cx="326648" cy="309474"/>
              <a:chOff x="3550326" y="4310672"/>
              <a:chExt cx="393741" cy="373040"/>
            </a:xfrm>
          </p:grpSpPr>
          <p:sp>
            <p:nvSpPr>
              <p:cNvPr id="1626" name="Google Shape;1626;p6"/>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6"/>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6"/>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6"/>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6"/>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6"/>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6"/>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6"/>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6"/>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6"/>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6"/>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6"/>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6"/>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6"/>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6"/>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6"/>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6"/>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6"/>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6"/>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6"/>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6"/>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6"/>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6"/>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6"/>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6"/>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6"/>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6"/>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6"/>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6"/>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6"/>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6"/>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6"/>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6"/>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6"/>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6"/>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6"/>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6"/>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6"/>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6"/>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6"/>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6"/>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6"/>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6"/>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6"/>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6"/>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6"/>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6"/>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6"/>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6"/>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6"/>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6"/>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6"/>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6"/>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6"/>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6"/>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6"/>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6"/>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6"/>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6"/>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6"/>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6"/>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6"/>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6"/>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9" name="Google Shape;1689;p6"/>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6"/>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6"/>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2" name="Google Shape;1692;p6"/>
          <p:cNvGrpSpPr/>
          <p:nvPr/>
        </p:nvGrpSpPr>
        <p:grpSpPr>
          <a:xfrm rot="-974854">
            <a:off x="7658910" y="-210035"/>
            <a:ext cx="1789513" cy="2162368"/>
            <a:chOff x="6068875" y="758513"/>
            <a:chExt cx="554100" cy="669550"/>
          </a:xfrm>
        </p:grpSpPr>
        <p:sp>
          <p:nvSpPr>
            <p:cNvPr id="1693" name="Google Shape;1693;p6"/>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6"/>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6"/>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6"/>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6"/>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6"/>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6"/>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6"/>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6"/>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6"/>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6"/>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6"/>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6"/>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6"/>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7" name="Google Shape;1707;p6"/>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6"/>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709" name="Google Shape;1709;p6"/>
          <p:cNvGrpSpPr/>
          <p:nvPr/>
        </p:nvGrpSpPr>
        <p:grpSpPr>
          <a:xfrm>
            <a:off x="8213017" y="4092266"/>
            <a:ext cx="850010" cy="750382"/>
            <a:chOff x="3503083" y="4268071"/>
            <a:chExt cx="538970" cy="475799"/>
          </a:xfrm>
        </p:grpSpPr>
        <p:sp>
          <p:nvSpPr>
            <p:cNvPr id="1710" name="Google Shape;1710;p6"/>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11" name="Google Shape;1711;p6"/>
            <p:cNvGrpSpPr/>
            <p:nvPr/>
          </p:nvGrpSpPr>
          <p:grpSpPr>
            <a:xfrm>
              <a:off x="3550326" y="4310672"/>
              <a:ext cx="393741" cy="373040"/>
              <a:chOff x="3550326" y="4310672"/>
              <a:chExt cx="393741" cy="373040"/>
            </a:xfrm>
          </p:grpSpPr>
          <p:sp>
            <p:nvSpPr>
              <p:cNvPr id="1712" name="Google Shape;1712;p6"/>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6"/>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6"/>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6"/>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6"/>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6"/>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6"/>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6"/>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6"/>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6"/>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6"/>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6"/>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6"/>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6"/>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6"/>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6"/>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6"/>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6"/>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6"/>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6"/>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6"/>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6"/>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6"/>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6"/>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6"/>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6"/>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6"/>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6"/>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6"/>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6"/>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6"/>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6"/>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6"/>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6"/>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6"/>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6"/>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6"/>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6"/>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6"/>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6"/>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6"/>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6"/>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6"/>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6"/>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6"/>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6"/>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6"/>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6"/>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6"/>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6"/>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6"/>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6"/>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6"/>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6"/>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6"/>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6"/>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6"/>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6"/>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6"/>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6"/>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6"/>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6"/>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6"/>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5" name="Google Shape;1775;p6"/>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6"/>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6"/>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8" name="Google Shape;1778;p6"/>
          <p:cNvGrpSpPr/>
          <p:nvPr/>
        </p:nvGrpSpPr>
        <p:grpSpPr>
          <a:xfrm rot="2331858">
            <a:off x="-14129" y="126879"/>
            <a:ext cx="1179071" cy="1209001"/>
            <a:chOff x="3993975" y="1524025"/>
            <a:chExt cx="781000" cy="800825"/>
          </a:xfrm>
        </p:grpSpPr>
        <p:sp>
          <p:nvSpPr>
            <p:cNvPr id="1779" name="Google Shape;1779;p6"/>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6"/>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6"/>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6"/>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6"/>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6"/>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6"/>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6"/>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6"/>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6"/>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6"/>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6"/>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6"/>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6"/>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6"/>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6"/>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6"/>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6"/>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6"/>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6"/>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6"/>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6"/>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6"/>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6"/>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6"/>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6"/>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6"/>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6"/>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6"/>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6"/>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6"/>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6"/>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6"/>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6"/>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6"/>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6"/>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6"/>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6"/>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6"/>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16"/>
        <p:cNvGrpSpPr/>
        <p:nvPr/>
      </p:nvGrpSpPr>
      <p:grpSpPr>
        <a:xfrm>
          <a:off x="0" y="0"/>
          <a:ext cx="0" cy="0"/>
          <a:chOff x="0" y="0"/>
          <a:chExt cx="0" cy="0"/>
        </a:xfrm>
      </p:grpSpPr>
      <p:sp>
        <p:nvSpPr>
          <p:cNvPr id="2017" name="Google Shape;2017;p8"/>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8"/>
          <p:cNvSpPr/>
          <p:nvPr/>
        </p:nvSpPr>
        <p:spPr>
          <a:xfrm>
            <a:off x="1559700" y="922175"/>
            <a:ext cx="6024600" cy="2882100"/>
          </a:xfrm>
          <a:prstGeom prst="roundRect">
            <a:avLst>
              <a:gd name="adj" fmla="val 5945"/>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8"/>
          <p:cNvSpPr/>
          <p:nvPr/>
        </p:nvSpPr>
        <p:spPr>
          <a:xfrm>
            <a:off x="-40800" y="4433175"/>
            <a:ext cx="9228600" cy="75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20" name="Google Shape;2020;p8"/>
          <p:cNvGrpSpPr/>
          <p:nvPr/>
        </p:nvGrpSpPr>
        <p:grpSpPr>
          <a:xfrm rot="-1494312">
            <a:off x="7618798" y="178631"/>
            <a:ext cx="660557" cy="860538"/>
            <a:chOff x="1648300" y="568850"/>
            <a:chExt cx="505125" cy="658050"/>
          </a:xfrm>
        </p:grpSpPr>
        <p:sp>
          <p:nvSpPr>
            <p:cNvPr id="2021" name="Google Shape;2021;p8"/>
            <p:cNvSpPr/>
            <p:nvPr/>
          </p:nvSpPr>
          <p:spPr>
            <a:xfrm>
              <a:off x="1819550" y="1144475"/>
              <a:ext cx="156775" cy="82425"/>
            </a:xfrm>
            <a:custGeom>
              <a:avLst/>
              <a:gdLst/>
              <a:ahLst/>
              <a:cxnLst/>
              <a:rect l="l" t="t" r="r" b="b"/>
              <a:pathLst>
                <a:path w="6271" h="3297" extrusionOk="0">
                  <a:moveTo>
                    <a:pt x="0" y="1"/>
                  </a:moveTo>
                  <a:lnTo>
                    <a:pt x="768" y="2650"/>
                  </a:lnTo>
                  <a:cubicBezTo>
                    <a:pt x="894" y="3089"/>
                    <a:pt x="2018" y="3296"/>
                    <a:pt x="3141" y="3296"/>
                  </a:cubicBezTo>
                  <a:cubicBezTo>
                    <a:pt x="4264" y="3296"/>
                    <a:pt x="5384" y="3089"/>
                    <a:pt x="5502" y="2697"/>
                  </a:cubicBezTo>
                  <a:lnTo>
                    <a:pt x="62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8"/>
            <p:cNvSpPr/>
            <p:nvPr/>
          </p:nvSpPr>
          <p:spPr>
            <a:xfrm>
              <a:off x="1704725" y="757725"/>
              <a:ext cx="396600" cy="243750"/>
            </a:xfrm>
            <a:custGeom>
              <a:avLst/>
              <a:gdLst/>
              <a:ahLst/>
              <a:cxnLst/>
              <a:rect l="l" t="t" r="r" b="b"/>
              <a:pathLst>
                <a:path w="15864" h="9750" extrusionOk="0">
                  <a:moveTo>
                    <a:pt x="15252" y="0"/>
                  </a:moveTo>
                  <a:lnTo>
                    <a:pt x="314" y="314"/>
                  </a:lnTo>
                  <a:lnTo>
                    <a:pt x="1" y="5956"/>
                  </a:lnTo>
                  <a:lnTo>
                    <a:pt x="3324" y="9750"/>
                  </a:lnTo>
                  <a:lnTo>
                    <a:pt x="13073" y="9750"/>
                  </a:lnTo>
                  <a:lnTo>
                    <a:pt x="15863" y="5110"/>
                  </a:lnTo>
                  <a:lnTo>
                    <a:pt x="152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8"/>
            <p:cNvSpPr/>
            <p:nvPr/>
          </p:nvSpPr>
          <p:spPr>
            <a:xfrm>
              <a:off x="1774475" y="976375"/>
              <a:ext cx="264150" cy="25100"/>
            </a:xfrm>
            <a:custGeom>
              <a:avLst/>
              <a:gdLst/>
              <a:ahLst/>
              <a:cxnLst/>
              <a:rect l="l" t="t" r="r" b="b"/>
              <a:pathLst>
                <a:path w="10566" h="1004" extrusionOk="0">
                  <a:moveTo>
                    <a:pt x="1" y="0"/>
                  </a:moveTo>
                  <a:lnTo>
                    <a:pt x="1" y="1004"/>
                  </a:lnTo>
                  <a:lnTo>
                    <a:pt x="10565" y="1004"/>
                  </a:lnTo>
                  <a:lnTo>
                    <a:pt x="105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8"/>
            <p:cNvSpPr/>
            <p:nvPr/>
          </p:nvSpPr>
          <p:spPr>
            <a:xfrm>
              <a:off x="1678075" y="568850"/>
              <a:ext cx="458500" cy="235925"/>
            </a:xfrm>
            <a:custGeom>
              <a:avLst/>
              <a:gdLst/>
              <a:ahLst/>
              <a:cxnLst/>
              <a:rect l="l" t="t" r="r" b="b"/>
              <a:pathLst>
                <a:path w="18340" h="9437" extrusionOk="0">
                  <a:moveTo>
                    <a:pt x="8261" y="0"/>
                  </a:moveTo>
                  <a:cubicBezTo>
                    <a:pt x="220" y="0"/>
                    <a:pt x="1" y="9436"/>
                    <a:pt x="1" y="9436"/>
                  </a:cubicBezTo>
                  <a:lnTo>
                    <a:pt x="17650" y="9436"/>
                  </a:lnTo>
                  <a:cubicBezTo>
                    <a:pt x="17650" y="9436"/>
                    <a:pt x="18340" y="0"/>
                    <a:pt x="82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8"/>
            <p:cNvSpPr/>
            <p:nvPr/>
          </p:nvSpPr>
          <p:spPr>
            <a:xfrm>
              <a:off x="1932000" y="693050"/>
              <a:ext cx="195950" cy="490250"/>
            </a:xfrm>
            <a:custGeom>
              <a:avLst/>
              <a:gdLst/>
              <a:ahLst/>
              <a:cxnLst/>
              <a:rect l="l" t="t" r="r" b="b"/>
              <a:pathLst>
                <a:path w="7838" h="19610" extrusionOk="0">
                  <a:moveTo>
                    <a:pt x="5832" y="1"/>
                  </a:moveTo>
                  <a:lnTo>
                    <a:pt x="5832" y="8324"/>
                  </a:lnTo>
                  <a:lnTo>
                    <a:pt x="2901" y="10487"/>
                  </a:lnTo>
                  <a:lnTo>
                    <a:pt x="1" y="19609"/>
                  </a:lnTo>
                  <a:lnTo>
                    <a:pt x="2227" y="19609"/>
                  </a:lnTo>
                  <a:cubicBezTo>
                    <a:pt x="2587" y="19609"/>
                    <a:pt x="2916" y="19343"/>
                    <a:pt x="2979" y="18982"/>
                  </a:cubicBezTo>
                  <a:cubicBezTo>
                    <a:pt x="4390" y="12148"/>
                    <a:pt x="7728" y="7462"/>
                    <a:pt x="7728" y="7462"/>
                  </a:cubicBezTo>
                  <a:cubicBezTo>
                    <a:pt x="7838" y="2587"/>
                    <a:pt x="5832" y="1"/>
                    <a:pt x="5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8"/>
            <p:cNvSpPr/>
            <p:nvPr/>
          </p:nvSpPr>
          <p:spPr>
            <a:xfrm>
              <a:off x="1672200" y="694625"/>
              <a:ext cx="195950" cy="488675"/>
            </a:xfrm>
            <a:custGeom>
              <a:avLst/>
              <a:gdLst/>
              <a:ahLst/>
              <a:cxnLst/>
              <a:rect l="l" t="t" r="r" b="b"/>
              <a:pathLst>
                <a:path w="7838" h="19547" extrusionOk="0">
                  <a:moveTo>
                    <a:pt x="2007" y="1"/>
                  </a:moveTo>
                  <a:cubicBezTo>
                    <a:pt x="2007" y="1"/>
                    <a:pt x="1" y="2571"/>
                    <a:pt x="126" y="7430"/>
                  </a:cubicBezTo>
                  <a:cubicBezTo>
                    <a:pt x="126" y="7430"/>
                    <a:pt x="3480" y="12133"/>
                    <a:pt x="4860" y="18967"/>
                  </a:cubicBezTo>
                  <a:cubicBezTo>
                    <a:pt x="4938" y="19296"/>
                    <a:pt x="5220" y="19546"/>
                    <a:pt x="5565" y="19546"/>
                  </a:cubicBezTo>
                  <a:lnTo>
                    <a:pt x="7838" y="19546"/>
                  </a:lnTo>
                  <a:lnTo>
                    <a:pt x="5173" y="10424"/>
                  </a:lnTo>
                  <a:lnTo>
                    <a:pt x="2007" y="8277"/>
                  </a:lnTo>
                  <a:lnTo>
                    <a:pt x="2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8"/>
            <p:cNvSpPr/>
            <p:nvPr/>
          </p:nvSpPr>
          <p:spPr>
            <a:xfrm>
              <a:off x="1648300" y="781625"/>
              <a:ext cx="58800" cy="132850"/>
            </a:xfrm>
            <a:custGeom>
              <a:avLst/>
              <a:gdLst/>
              <a:ahLst/>
              <a:cxnLst/>
              <a:rect l="l" t="t" r="r" b="b"/>
              <a:pathLst>
                <a:path w="2352" h="5314" extrusionOk="0">
                  <a:moveTo>
                    <a:pt x="925" y="0"/>
                  </a:moveTo>
                  <a:cubicBezTo>
                    <a:pt x="408" y="0"/>
                    <a:pt x="1" y="126"/>
                    <a:pt x="220" y="1975"/>
                  </a:cubicBezTo>
                  <a:cubicBezTo>
                    <a:pt x="455" y="3825"/>
                    <a:pt x="1066" y="5314"/>
                    <a:pt x="1584" y="5314"/>
                  </a:cubicBezTo>
                  <a:cubicBezTo>
                    <a:pt x="2117" y="5314"/>
                    <a:pt x="2352" y="3825"/>
                    <a:pt x="2117" y="1975"/>
                  </a:cubicBezTo>
                  <a:cubicBezTo>
                    <a:pt x="1882" y="126"/>
                    <a:pt x="1443"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8"/>
            <p:cNvSpPr/>
            <p:nvPr/>
          </p:nvSpPr>
          <p:spPr>
            <a:xfrm>
              <a:off x="1675350" y="788675"/>
              <a:ext cx="33325" cy="119925"/>
            </a:xfrm>
            <a:custGeom>
              <a:avLst/>
              <a:gdLst/>
              <a:ahLst/>
              <a:cxnLst/>
              <a:rect l="l" t="t" r="r" b="b"/>
              <a:pathLst>
                <a:path w="1333" h="4797" extrusionOk="0">
                  <a:moveTo>
                    <a:pt x="564" y="0"/>
                  </a:moveTo>
                  <a:cubicBezTo>
                    <a:pt x="784" y="1160"/>
                    <a:pt x="658" y="2085"/>
                    <a:pt x="0" y="2383"/>
                  </a:cubicBezTo>
                  <a:cubicBezTo>
                    <a:pt x="690" y="2790"/>
                    <a:pt x="831" y="4797"/>
                    <a:pt x="831" y="4797"/>
                  </a:cubicBezTo>
                  <a:cubicBezTo>
                    <a:pt x="1332" y="1788"/>
                    <a:pt x="565" y="1"/>
                    <a:pt x="56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8"/>
            <p:cNvSpPr/>
            <p:nvPr/>
          </p:nvSpPr>
          <p:spPr>
            <a:xfrm>
              <a:off x="2094625" y="781625"/>
              <a:ext cx="58800" cy="132850"/>
            </a:xfrm>
            <a:custGeom>
              <a:avLst/>
              <a:gdLst/>
              <a:ahLst/>
              <a:cxnLst/>
              <a:rect l="l" t="t" r="r" b="b"/>
              <a:pathLst>
                <a:path w="2352" h="5314" extrusionOk="0">
                  <a:moveTo>
                    <a:pt x="1411" y="0"/>
                  </a:moveTo>
                  <a:cubicBezTo>
                    <a:pt x="894" y="0"/>
                    <a:pt x="455" y="126"/>
                    <a:pt x="220" y="1975"/>
                  </a:cubicBezTo>
                  <a:cubicBezTo>
                    <a:pt x="1" y="3825"/>
                    <a:pt x="236" y="5314"/>
                    <a:pt x="753" y="5314"/>
                  </a:cubicBezTo>
                  <a:cubicBezTo>
                    <a:pt x="1270" y="5314"/>
                    <a:pt x="1882" y="3825"/>
                    <a:pt x="2117" y="1975"/>
                  </a:cubicBezTo>
                  <a:cubicBezTo>
                    <a:pt x="2352" y="126"/>
                    <a:pt x="1944"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8"/>
            <p:cNvSpPr/>
            <p:nvPr/>
          </p:nvSpPr>
          <p:spPr>
            <a:xfrm>
              <a:off x="2098150" y="788675"/>
              <a:ext cx="25500" cy="119925"/>
            </a:xfrm>
            <a:custGeom>
              <a:avLst/>
              <a:gdLst/>
              <a:ahLst/>
              <a:cxnLst/>
              <a:rect l="l" t="t" r="r" b="b"/>
              <a:pathLst>
                <a:path w="1020" h="4797" extrusionOk="0">
                  <a:moveTo>
                    <a:pt x="596" y="0"/>
                  </a:moveTo>
                  <a:cubicBezTo>
                    <a:pt x="596" y="1"/>
                    <a:pt x="1" y="1788"/>
                    <a:pt x="393" y="4797"/>
                  </a:cubicBezTo>
                  <a:cubicBezTo>
                    <a:pt x="393" y="4797"/>
                    <a:pt x="487" y="2790"/>
                    <a:pt x="1020" y="2383"/>
                  </a:cubicBezTo>
                  <a:cubicBezTo>
                    <a:pt x="518" y="2085"/>
                    <a:pt x="424" y="1160"/>
                    <a:pt x="59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8"/>
            <p:cNvSpPr/>
            <p:nvPr/>
          </p:nvSpPr>
          <p:spPr>
            <a:xfrm>
              <a:off x="1700800" y="575800"/>
              <a:ext cx="397775" cy="607500"/>
            </a:xfrm>
            <a:custGeom>
              <a:avLst/>
              <a:gdLst/>
              <a:ahLst/>
              <a:cxnLst/>
              <a:rect l="l" t="t" r="r" b="b"/>
              <a:pathLst>
                <a:path w="15911" h="24300" extrusionOk="0">
                  <a:moveTo>
                    <a:pt x="7757" y="0"/>
                  </a:moveTo>
                  <a:cubicBezTo>
                    <a:pt x="7644" y="0"/>
                    <a:pt x="7529" y="2"/>
                    <a:pt x="7415" y="4"/>
                  </a:cubicBezTo>
                  <a:cubicBezTo>
                    <a:pt x="3543" y="114"/>
                    <a:pt x="1" y="2340"/>
                    <a:pt x="1" y="7371"/>
                  </a:cubicBezTo>
                  <a:lnTo>
                    <a:pt x="1" y="13327"/>
                  </a:lnTo>
                  <a:cubicBezTo>
                    <a:pt x="1380" y="14597"/>
                    <a:pt x="2948" y="16838"/>
                    <a:pt x="4233" y="19566"/>
                  </a:cubicBezTo>
                  <a:cubicBezTo>
                    <a:pt x="5017" y="21227"/>
                    <a:pt x="5597" y="22857"/>
                    <a:pt x="5957" y="24299"/>
                  </a:cubicBezTo>
                  <a:lnTo>
                    <a:pt x="6663" y="24299"/>
                  </a:lnTo>
                  <a:lnTo>
                    <a:pt x="3951" y="15114"/>
                  </a:lnTo>
                  <a:lnTo>
                    <a:pt x="706" y="12967"/>
                  </a:lnTo>
                  <a:lnTo>
                    <a:pt x="706" y="9048"/>
                  </a:lnTo>
                  <a:lnTo>
                    <a:pt x="15236" y="9048"/>
                  </a:lnTo>
                  <a:lnTo>
                    <a:pt x="15236" y="12936"/>
                  </a:lnTo>
                  <a:lnTo>
                    <a:pt x="12243" y="15114"/>
                  </a:lnTo>
                  <a:lnTo>
                    <a:pt x="9280" y="24299"/>
                  </a:lnTo>
                  <a:lnTo>
                    <a:pt x="10095" y="24299"/>
                  </a:lnTo>
                  <a:cubicBezTo>
                    <a:pt x="10456" y="22857"/>
                    <a:pt x="11036" y="21227"/>
                    <a:pt x="11819" y="19566"/>
                  </a:cubicBezTo>
                  <a:cubicBezTo>
                    <a:pt x="13058" y="16948"/>
                    <a:pt x="14562" y="14769"/>
                    <a:pt x="15910" y="13484"/>
                  </a:cubicBezTo>
                  <a:lnTo>
                    <a:pt x="15910" y="7371"/>
                  </a:lnTo>
                  <a:cubicBezTo>
                    <a:pt x="15910" y="2084"/>
                    <a:pt x="12157" y="0"/>
                    <a:pt x="7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8"/>
            <p:cNvSpPr/>
            <p:nvPr/>
          </p:nvSpPr>
          <p:spPr>
            <a:xfrm>
              <a:off x="1874025" y="576800"/>
              <a:ext cx="198675" cy="96025"/>
            </a:xfrm>
            <a:custGeom>
              <a:avLst/>
              <a:gdLst/>
              <a:ahLst/>
              <a:cxnLst/>
              <a:rect l="l" t="t" r="r" b="b"/>
              <a:pathLst>
                <a:path w="7947" h="3841" extrusionOk="0">
                  <a:moveTo>
                    <a:pt x="1820" y="1"/>
                  </a:moveTo>
                  <a:cubicBezTo>
                    <a:pt x="1005" y="1"/>
                    <a:pt x="420" y="202"/>
                    <a:pt x="282" y="560"/>
                  </a:cubicBezTo>
                  <a:cubicBezTo>
                    <a:pt x="0" y="1265"/>
                    <a:pt x="1489" y="2284"/>
                    <a:pt x="3527" y="3083"/>
                  </a:cubicBezTo>
                  <a:cubicBezTo>
                    <a:pt x="4765" y="3556"/>
                    <a:pt x="5918" y="3841"/>
                    <a:pt x="6700" y="3841"/>
                  </a:cubicBezTo>
                  <a:cubicBezTo>
                    <a:pt x="7215" y="3841"/>
                    <a:pt x="7568" y="3718"/>
                    <a:pt x="7680" y="3444"/>
                  </a:cubicBezTo>
                  <a:cubicBezTo>
                    <a:pt x="7947" y="2739"/>
                    <a:pt x="6552" y="1344"/>
                    <a:pt x="4514" y="560"/>
                  </a:cubicBezTo>
                  <a:cubicBezTo>
                    <a:pt x="3533" y="175"/>
                    <a:pt x="2577" y="1"/>
                    <a:pt x="18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8"/>
            <p:cNvSpPr/>
            <p:nvPr/>
          </p:nvSpPr>
          <p:spPr>
            <a:xfrm>
              <a:off x="1699625" y="662500"/>
              <a:ext cx="399725" cy="520800"/>
            </a:xfrm>
            <a:custGeom>
              <a:avLst/>
              <a:gdLst/>
              <a:ahLst/>
              <a:cxnLst/>
              <a:rect l="l" t="t" r="r" b="b"/>
              <a:pathLst>
                <a:path w="15989" h="20832" extrusionOk="0">
                  <a:moveTo>
                    <a:pt x="1020" y="0"/>
                  </a:moveTo>
                  <a:cubicBezTo>
                    <a:pt x="377" y="1050"/>
                    <a:pt x="1" y="2383"/>
                    <a:pt x="1" y="3997"/>
                  </a:cubicBezTo>
                  <a:lnTo>
                    <a:pt x="1" y="9938"/>
                  </a:lnTo>
                  <a:cubicBezTo>
                    <a:pt x="1396" y="11192"/>
                    <a:pt x="2963" y="13418"/>
                    <a:pt x="4264" y="16129"/>
                  </a:cubicBezTo>
                  <a:cubicBezTo>
                    <a:pt x="5064" y="17775"/>
                    <a:pt x="5644" y="19405"/>
                    <a:pt x="5989" y="20831"/>
                  </a:cubicBezTo>
                  <a:lnTo>
                    <a:pt x="6710" y="20831"/>
                  </a:lnTo>
                  <a:lnTo>
                    <a:pt x="3967" y="11709"/>
                  </a:lnTo>
                  <a:lnTo>
                    <a:pt x="722" y="9562"/>
                  </a:lnTo>
                  <a:lnTo>
                    <a:pt x="722" y="5690"/>
                  </a:lnTo>
                  <a:lnTo>
                    <a:pt x="15330" y="5690"/>
                  </a:lnTo>
                  <a:lnTo>
                    <a:pt x="15330" y="9546"/>
                  </a:lnTo>
                  <a:lnTo>
                    <a:pt x="12305" y="11709"/>
                  </a:lnTo>
                  <a:lnTo>
                    <a:pt x="9343" y="20831"/>
                  </a:lnTo>
                  <a:lnTo>
                    <a:pt x="10158" y="20831"/>
                  </a:lnTo>
                  <a:cubicBezTo>
                    <a:pt x="10518" y="19405"/>
                    <a:pt x="11098" y="17775"/>
                    <a:pt x="11882" y="16129"/>
                  </a:cubicBezTo>
                  <a:cubicBezTo>
                    <a:pt x="13136" y="13527"/>
                    <a:pt x="14641" y="11364"/>
                    <a:pt x="15989" y="10079"/>
                  </a:cubicBezTo>
                  <a:lnTo>
                    <a:pt x="15989" y="4609"/>
                  </a:lnTo>
                  <a:cubicBezTo>
                    <a:pt x="15132" y="4917"/>
                    <a:pt x="14109" y="5073"/>
                    <a:pt x="12980" y="5073"/>
                  </a:cubicBezTo>
                  <a:cubicBezTo>
                    <a:pt x="11012" y="5073"/>
                    <a:pt x="8725" y="4597"/>
                    <a:pt x="6443" y="3621"/>
                  </a:cubicBezTo>
                  <a:cubicBezTo>
                    <a:pt x="4217" y="2665"/>
                    <a:pt x="2352" y="1380"/>
                    <a:pt x="102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8"/>
            <p:cNvSpPr/>
            <p:nvPr/>
          </p:nvSpPr>
          <p:spPr>
            <a:xfrm>
              <a:off x="1709825" y="633450"/>
              <a:ext cx="97200" cy="122975"/>
            </a:xfrm>
            <a:custGeom>
              <a:avLst/>
              <a:gdLst/>
              <a:ahLst/>
              <a:cxnLst/>
              <a:rect l="l" t="t" r="r" b="b"/>
              <a:pathLst>
                <a:path w="3888" h="4919" extrusionOk="0">
                  <a:moveTo>
                    <a:pt x="2224" y="0"/>
                  </a:moveTo>
                  <a:cubicBezTo>
                    <a:pt x="1697" y="0"/>
                    <a:pt x="30" y="1730"/>
                    <a:pt x="0" y="3670"/>
                  </a:cubicBezTo>
                  <a:cubicBezTo>
                    <a:pt x="0" y="4198"/>
                    <a:pt x="2500" y="4919"/>
                    <a:pt x="3090" y="4919"/>
                  </a:cubicBezTo>
                  <a:cubicBezTo>
                    <a:pt x="3130" y="4919"/>
                    <a:pt x="3161" y="4915"/>
                    <a:pt x="3182" y="4908"/>
                  </a:cubicBezTo>
                  <a:cubicBezTo>
                    <a:pt x="3888" y="4689"/>
                    <a:pt x="2555" y="143"/>
                    <a:pt x="2305" y="18"/>
                  </a:cubicBezTo>
                  <a:cubicBezTo>
                    <a:pt x="2282" y="6"/>
                    <a:pt x="2255" y="0"/>
                    <a:pt x="22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8"/>
            <p:cNvSpPr/>
            <p:nvPr/>
          </p:nvSpPr>
          <p:spPr>
            <a:xfrm>
              <a:off x="1711025" y="626825"/>
              <a:ext cx="97175" cy="123325"/>
            </a:xfrm>
            <a:custGeom>
              <a:avLst/>
              <a:gdLst/>
              <a:ahLst/>
              <a:cxnLst/>
              <a:rect l="l" t="t" r="r" b="b"/>
              <a:pathLst>
                <a:path w="3887" h="4933" extrusionOk="0">
                  <a:moveTo>
                    <a:pt x="2229" y="1"/>
                  </a:moveTo>
                  <a:cubicBezTo>
                    <a:pt x="1709" y="1"/>
                    <a:pt x="30" y="1737"/>
                    <a:pt x="15" y="3684"/>
                  </a:cubicBezTo>
                  <a:cubicBezTo>
                    <a:pt x="0" y="4199"/>
                    <a:pt x="2505" y="4933"/>
                    <a:pt x="3091" y="4933"/>
                  </a:cubicBezTo>
                  <a:cubicBezTo>
                    <a:pt x="3130" y="4933"/>
                    <a:pt x="3161" y="4930"/>
                    <a:pt x="3181" y="4923"/>
                  </a:cubicBezTo>
                  <a:cubicBezTo>
                    <a:pt x="3887" y="4688"/>
                    <a:pt x="2554" y="142"/>
                    <a:pt x="2304" y="17"/>
                  </a:cubicBezTo>
                  <a:cubicBezTo>
                    <a:pt x="2283" y="6"/>
                    <a:pt x="2258" y="1"/>
                    <a:pt x="222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8"/>
            <p:cNvSpPr/>
            <p:nvPr/>
          </p:nvSpPr>
          <p:spPr>
            <a:xfrm>
              <a:off x="1824650" y="1166425"/>
              <a:ext cx="147750" cy="31775"/>
            </a:xfrm>
            <a:custGeom>
              <a:avLst/>
              <a:gdLst/>
              <a:ahLst/>
              <a:cxnLst/>
              <a:rect l="l" t="t" r="r" b="b"/>
              <a:pathLst>
                <a:path w="5910" h="1271" extrusionOk="0">
                  <a:moveTo>
                    <a:pt x="0" y="0"/>
                  </a:moveTo>
                  <a:lnTo>
                    <a:pt x="721" y="1066"/>
                  </a:lnTo>
                  <a:cubicBezTo>
                    <a:pt x="799" y="1192"/>
                    <a:pt x="1066" y="1270"/>
                    <a:pt x="1364" y="1270"/>
                  </a:cubicBezTo>
                  <a:lnTo>
                    <a:pt x="4577" y="1270"/>
                  </a:lnTo>
                  <a:cubicBezTo>
                    <a:pt x="4859" y="1270"/>
                    <a:pt x="5110" y="1192"/>
                    <a:pt x="5173" y="1082"/>
                  </a:cubicBezTo>
                  <a:lnTo>
                    <a:pt x="59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8"/>
            <p:cNvSpPr/>
            <p:nvPr/>
          </p:nvSpPr>
          <p:spPr>
            <a:xfrm>
              <a:off x="1709825" y="795725"/>
              <a:ext cx="375425" cy="19625"/>
            </a:xfrm>
            <a:custGeom>
              <a:avLst/>
              <a:gdLst/>
              <a:ahLst/>
              <a:cxnLst/>
              <a:rect l="l" t="t" r="r" b="b"/>
              <a:pathLst>
                <a:path w="15017" h="785" extrusionOk="0">
                  <a:moveTo>
                    <a:pt x="377" y="1"/>
                  </a:moveTo>
                  <a:cubicBezTo>
                    <a:pt x="173" y="1"/>
                    <a:pt x="0" y="173"/>
                    <a:pt x="0" y="377"/>
                  </a:cubicBezTo>
                  <a:cubicBezTo>
                    <a:pt x="0" y="596"/>
                    <a:pt x="189" y="784"/>
                    <a:pt x="408" y="784"/>
                  </a:cubicBezTo>
                  <a:lnTo>
                    <a:pt x="14609" y="784"/>
                  </a:lnTo>
                  <a:cubicBezTo>
                    <a:pt x="14844" y="784"/>
                    <a:pt x="15016" y="596"/>
                    <a:pt x="15016" y="377"/>
                  </a:cubicBezTo>
                  <a:cubicBezTo>
                    <a:pt x="15016" y="173"/>
                    <a:pt x="14844" y="1"/>
                    <a:pt x="146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8"/>
            <p:cNvSpPr/>
            <p:nvPr/>
          </p:nvSpPr>
          <p:spPr>
            <a:xfrm>
              <a:off x="1899875" y="934400"/>
              <a:ext cx="96025" cy="23975"/>
            </a:xfrm>
            <a:custGeom>
              <a:avLst/>
              <a:gdLst/>
              <a:ahLst/>
              <a:cxnLst/>
              <a:rect l="l" t="t" r="r" b="b"/>
              <a:pathLst>
                <a:path w="3841" h="959" extrusionOk="0">
                  <a:moveTo>
                    <a:pt x="145" y="1"/>
                  </a:moveTo>
                  <a:cubicBezTo>
                    <a:pt x="89" y="1"/>
                    <a:pt x="46" y="104"/>
                    <a:pt x="16" y="222"/>
                  </a:cubicBezTo>
                  <a:cubicBezTo>
                    <a:pt x="1" y="347"/>
                    <a:pt x="32" y="457"/>
                    <a:pt x="95" y="457"/>
                  </a:cubicBezTo>
                  <a:lnTo>
                    <a:pt x="3700" y="958"/>
                  </a:lnTo>
                  <a:cubicBezTo>
                    <a:pt x="3747" y="958"/>
                    <a:pt x="3809" y="864"/>
                    <a:pt x="3825" y="739"/>
                  </a:cubicBezTo>
                  <a:cubicBezTo>
                    <a:pt x="3841" y="614"/>
                    <a:pt x="3809" y="504"/>
                    <a:pt x="3762" y="488"/>
                  </a:cubicBezTo>
                  <a:lnTo>
                    <a:pt x="157" y="2"/>
                  </a:lnTo>
                  <a:cubicBezTo>
                    <a:pt x="153" y="1"/>
                    <a:pt x="149"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8"/>
            <p:cNvSpPr/>
            <p:nvPr/>
          </p:nvSpPr>
          <p:spPr>
            <a:xfrm>
              <a:off x="1803875" y="934400"/>
              <a:ext cx="96025" cy="23975"/>
            </a:xfrm>
            <a:custGeom>
              <a:avLst/>
              <a:gdLst/>
              <a:ahLst/>
              <a:cxnLst/>
              <a:rect l="l" t="t" r="r" b="b"/>
              <a:pathLst>
                <a:path w="3841" h="959" extrusionOk="0">
                  <a:moveTo>
                    <a:pt x="3696" y="1"/>
                  </a:moveTo>
                  <a:cubicBezTo>
                    <a:pt x="3692" y="1"/>
                    <a:pt x="3688" y="1"/>
                    <a:pt x="3684" y="2"/>
                  </a:cubicBezTo>
                  <a:lnTo>
                    <a:pt x="94" y="488"/>
                  </a:lnTo>
                  <a:cubicBezTo>
                    <a:pt x="32" y="504"/>
                    <a:pt x="0" y="614"/>
                    <a:pt x="16" y="739"/>
                  </a:cubicBezTo>
                  <a:cubicBezTo>
                    <a:pt x="32" y="864"/>
                    <a:pt x="94" y="958"/>
                    <a:pt x="141" y="958"/>
                  </a:cubicBezTo>
                  <a:lnTo>
                    <a:pt x="3762" y="457"/>
                  </a:lnTo>
                  <a:cubicBezTo>
                    <a:pt x="3809" y="457"/>
                    <a:pt x="3841" y="347"/>
                    <a:pt x="3825" y="222"/>
                  </a:cubicBezTo>
                  <a:cubicBezTo>
                    <a:pt x="3810" y="104"/>
                    <a:pt x="3754" y="1"/>
                    <a:pt x="3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8"/>
            <p:cNvSpPr/>
            <p:nvPr/>
          </p:nvSpPr>
          <p:spPr>
            <a:xfrm>
              <a:off x="1921025" y="944625"/>
              <a:ext cx="24725" cy="227300"/>
            </a:xfrm>
            <a:custGeom>
              <a:avLst/>
              <a:gdLst/>
              <a:ahLst/>
              <a:cxnLst/>
              <a:rect l="l" t="t" r="r" b="b"/>
              <a:pathLst>
                <a:path w="989" h="9092" extrusionOk="0">
                  <a:moveTo>
                    <a:pt x="753" y="1"/>
                  </a:moveTo>
                  <a:cubicBezTo>
                    <a:pt x="628" y="1"/>
                    <a:pt x="518" y="111"/>
                    <a:pt x="518" y="236"/>
                  </a:cubicBezTo>
                  <a:lnTo>
                    <a:pt x="1" y="8872"/>
                  </a:lnTo>
                  <a:cubicBezTo>
                    <a:pt x="1" y="8998"/>
                    <a:pt x="95" y="9092"/>
                    <a:pt x="220" y="9092"/>
                  </a:cubicBezTo>
                  <a:cubicBezTo>
                    <a:pt x="346" y="9092"/>
                    <a:pt x="471" y="8982"/>
                    <a:pt x="471" y="8857"/>
                  </a:cubicBezTo>
                  <a:lnTo>
                    <a:pt x="973" y="252"/>
                  </a:lnTo>
                  <a:cubicBezTo>
                    <a:pt x="988" y="111"/>
                    <a:pt x="894"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8"/>
            <p:cNvSpPr/>
            <p:nvPr/>
          </p:nvSpPr>
          <p:spPr>
            <a:xfrm>
              <a:off x="1855200" y="944625"/>
              <a:ext cx="24725" cy="227300"/>
            </a:xfrm>
            <a:custGeom>
              <a:avLst/>
              <a:gdLst/>
              <a:ahLst/>
              <a:cxnLst/>
              <a:rect l="l" t="t" r="r" b="b"/>
              <a:pathLst>
                <a:path w="989" h="9092" extrusionOk="0">
                  <a:moveTo>
                    <a:pt x="236" y="1"/>
                  </a:moveTo>
                  <a:cubicBezTo>
                    <a:pt x="95" y="1"/>
                    <a:pt x="1" y="111"/>
                    <a:pt x="1" y="252"/>
                  </a:cubicBezTo>
                  <a:lnTo>
                    <a:pt x="518" y="8857"/>
                  </a:lnTo>
                  <a:cubicBezTo>
                    <a:pt x="518" y="8982"/>
                    <a:pt x="643" y="9092"/>
                    <a:pt x="769" y="9092"/>
                  </a:cubicBezTo>
                  <a:cubicBezTo>
                    <a:pt x="894" y="9092"/>
                    <a:pt x="988" y="8998"/>
                    <a:pt x="988" y="8872"/>
                  </a:cubicBezTo>
                  <a:lnTo>
                    <a:pt x="471" y="236"/>
                  </a:lnTo>
                  <a:cubicBezTo>
                    <a:pt x="471" y="111"/>
                    <a:pt x="361" y="1"/>
                    <a:pt x="2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8"/>
            <p:cNvSpPr/>
            <p:nvPr/>
          </p:nvSpPr>
          <p:spPr>
            <a:xfrm>
              <a:off x="1891650" y="895650"/>
              <a:ext cx="11775" cy="50575"/>
            </a:xfrm>
            <a:custGeom>
              <a:avLst/>
              <a:gdLst/>
              <a:ahLst/>
              <a:cxnLst/>
              <a:rect l="l" t="t" r="r" b="b"/>
              <a:pathLst>
                <a:path w="471" h="2023" extrusionOk="0">
                  <a:moveTo>
                    <a:pt x="251" y="1"/>
                  </a:moveTo>
                  <a:cubicBezTo>
                    <a:pt x="110" y="1"/>
                    <a:pt x="0" y="32"/>
                    <a:pt x="0" y="63"/>
                  </a:cubicBezTo>
                  <a:lnTo>
                    <a:pt x="0" y="1960"/>
                  </a:lnTo>
                  <a:cubicBezTo>
                    <a:pt x="0" y="1991"/>
                    <a:pt x="110" y="2023"/>
                    <a:pt x="251" y="2023"/>
                  </a:cubicBezTo>
                  <a:cubicBezTo>
                    <a:pt x="377" y="2023"/>
                    <a:pt x="471" y="1991"/>
                    <a:pt x="471" y="1960"/>
                  </a:cubicBezTo>
                  <a:lnTo>
                    <a:pt x="471" y="48"/>
                  </a:lnTo>
                  <a:cubicBezTo>
                    <a:pt x="471" y="32"/>
                    <a:pt x="377" y="1"/>
                    <a:pt x="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8"/>
            <p:cNvSpPr/>
            <p:nvPr/>
          </p:nvSpPr>
          <p:spPr>
            <a:xfrm>
              <a:off x="1831300" y="1075125"/>
              <a:ext cx="132875" cy="11375"/>
            </a:xfrm>
            <a:custGeom>
              <a:avLst/>
              <a:gdLst/>
              <a:ahLst/>
              <a:cxnLst/>
              <a:rect l="l" t="t" r="r" b="b"/>
              <a:pathLst>
                <a:path w="5315" h="455" extrusionOk="0">
                  <a:moveTo>
                    <a:pt x="126" y="0"/>
                  </a:moveTo>
                  <a:cubicBezTo>
                    <a:pt x="48" y="0"/>
                    <a:pt x="1" y="94"/>
                    <a:pt x="1" y="220"/>
                  </a:cubicBezTo>
                  <a:cubicBezTo>
                    <a:pt x="1" y="345"/>
                    <a:pt x="63" y="455"/>
                    <a:pt x="142" y="455"/>
                  </a:cubicBezTo>
                  <a:lnTo>
                    <a:pt x="5173" y="455"/>
                  </a:lnTo>
                  <a:cubicBezTo>
                    <a:pt x="5251" y="455"/>
                    <a:pt x="5314" y="345"/>
                    <a:pt x="5314" y="220"/>
                  </a:cubicBezTo>
                  <a:cubicBezTo>
                    <a:pt x="5314" y="94"/>
                    <a:pt x="5251" y="0"/>
                    <a:pt x="51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8"/>
            <p:cNvSpPr/>
            <p:nvPr/>
          </p:nvSpPr>
          <p:spPr>
            <a:xfrm>
              <a:off x="1813675" y="1013200"/>
              <a:ext cx="167725" cy="11800"/>
            </a:xfrm>
            <a:custGeom>
              <a:avLst/>
              <a:gdLst/>
              <a:ahLst/>
              <a:cxnLst/>
              <a:rect l="l" t="t" r="r" b="b"/>
              <a:pathLst>
                <a:path w="6709" h="472" extrusionOk="0">
                  <a:moveTo>
                    <a:pt x="173" y="1"/>
                  </a:moveTo>
                  <a:cubicBezTo>
                    <a:pt x="79" y="1"/>
                    <a:pt x="0" y="111"/>
                    <a:pt x="0" y="236"/>
                  </a:cubicBezTo>
                  <a:cubicBezTo>
                    <a:pt x="0" y="361"/>
                    <a:pt x="79" y="471"/>
                    <a:pt x="188" y="471"/>
                  </a:cubicBezTo>
                  <a:lnTo>
                    <a:pt x="6536" y="471"/>
                  </a:lnTo>
                  <a:cubicBezTo>
                    <a:pt x="6630" y="471"/>
                    <a:pt x="6709" y="361"/>
                    <a:pt x="6709" y="236"/>
                  </a:cubicBezTo>
                  <a:cubicBezTo>
                    <a:pt x="6709" y="111"/>
                    <a:pt x="6630" y="1"/>
                    <a:pt x="65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8"/>
            <p:cNvSpPr/>
            <p:nvPr/>
          </p:nvSpPr>
          <p:spPr>
            <a:xfrm>
              <a:off x="1722375" y="892525"/>
              <a:ext cx="350325" cy="11775"/>
            </a:xfrm>
            <a:custGeom>
              <a:avLst/>
              <a:gdLst/>
              <a:ahLst/>
              <a:cxnLst/>
              <a:rect l="l" t="t" r="r" b="b"/>
              <a:pathLst>
                <a:path w="14013" h="471" extrusionOk="0">
                  <a:moveTo>
                    <a:pt x="345" y="0"/>
                  </a:moveTo>
                  <a:cubicBezTo>
                    <a:pt x="157" y="0"/>
                    <a:pt x="0" y="94"/>
                    <a:pt x="0" y="220"/>
                  </a:cubicBezTo>
                  <a:cubicBezTo>
                    <a:pt x="0" y="361"/>
                    <a:pt x="172" y="470"/>
                    <a:pt x="376" y="470"/>
                  </a:cubicBezTo>
                  <a:lnTo>
                    <a:pt x="13652" y="470"/>
                  </a:lnTo>
                  <a:cubicBezTo>
                    <a:pt x="13856" y="470"/>
                    <a:pt x="14013" y="361"/>
                    <a:pt x="14013" y="220"/>
                  </a:cubicBezTo>
                  <a:cubicBezTo>
                    <a:pt x="14013" y="94"/>
                    <a:pt x="13856" y="0"/>
                    <a:pt x="13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8"/>
            <p:cNvSpPr/>
            <p:nvPr/>
          </p:nvSpPr>
          <p:spPr>
            <a:xfrm>
              <a:off x="1859525" y="1166425"/>
              <a:ext cx="76025" cy="19625"/>
            </a:xfrm>
            <a:custGeom>
              <a:avLst/>
              <a:gdLst/>
              <a:ahLst/>
              <a:cxnLst/>
              <a:rect l="l" t="t" r="r" b="b"/>
              <a:pathLst>
                <a:path w="3041" h="785" extrusionOk="0">
                  <a:moveTo>
                    <a:pt x="78" y="0"/>
                  </a:moveTo>
                  <a:cubicBezTo>
                    <a:pt x="31" y="0"/>
                    <a:pt x="0" y="173"/>
                    <a:pt x="0" y="377"/>
                  </a:cubicBezTo>
                  <a:cubicBezTo>
                    <a:pt x="0" y="596"/>
                    <a:pt x="31" y="784"/>
                    <a:pt x="78" y="784"/>
                  </a:cubicBezTo>
                  <a:lnTo>
                    <a:pt x="2963" y="784"/>
                  </a:lnTo>
                  <a:cubicBezTo>
                    <a:pt x="3010" y="784"/>
                    <a:pt x="3041" y="596"/>
                    <a:pt x="3041" y="377"/>
                  </a:cubicBezTo>
                  <a:cubicBezTo>
                    <a:pt x="3041" y="173"/>
                    <a:pt x="3010" y="0"/>
                    <a:pt x="29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8"/>
            <p:cNvSpPr/>
            <p:nvPr/>
          </p:nvSpPr>
          <p:spPr>
            <a:xfrm>
              <a:off x="2066800" y="796125"/>
              <a:ext cx="19225" cy="111300"/>
            </a:xfrm>
            <a:custGeom>
              <a:avLst/>
              <a:gdLst/>
              <a:ahLst/>
              <a:cxnLst/>
              <a:rect l="l" t="t" r="r" b="b"/>
              <a:pathLst>
                <a:path w="769" h="4452" extrusionOk="0">
                  <a:moveTo>
                    <a:pt x="408" y="0"/>
                  </a:moveTo>
                  <a:cubicBezTo>
                    <a:pt x="173" y="0"/>
                    <a:pt x="1" y="141"/>
                    <a:pt x="1" y="314"/>
                  </a:cubicBezTo>
                  <a:lnTo>
                    <a:pt x="1" y="4138"/>
                  </a:lnTo>
                  <a:cubicBezTo>
                    <a:pt x="1" y="4311"/>
                    <a:pt x="173" y="4452"/>
                    <a:pt x="408" y="4452"/>
                  </a:cubicBezTo>
                  <a:cubicBezTo>
                    <a:pt x="612" y="4452"/>
                    <a:pt x="769" y="4326"/>
                    <a:pt x="769" y="4170"/>
                  </a:cubicBezTo>
                  <a:lnTo>
                    <a:pt x="769" y="282"/>
                  </a:lnTo>
                  <a:cubicBezTo>
                    <a:pt x="769" y="126"/>
                    <a:pt x="612" y="0"/>
                    <a:pt x="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8"/>
            <p:cNvSpPr/>
            <p:nvPr/>
          </p:nvSpPr>
          <p:spPr>
            <a:xfrm>
              <a:off x="1921825" y="944625"/>
              <a:ext cx="84650" cy="241425"/>
            </a:xfrm>
            <a:custGeom>
              <a:avLst/>
              <a:gdLst/>
              <a:ahLst/>
              <a:cxnLst/>
              <a:rect l="l" t="t" r="r" b="b"/>
              <a:pathLst>
                <a:path w="3386" h="9657" extrusionOk="0">
                  <a:moveTo>
                    <a:pt x="3010" y="1"/>
                  </a:moveTo>
                  <a:cubicBezTo>
                    <a:pt x="2790" y="1"/>
                    <a:pt x="2618" y="142"/>
                    <a:pt x="2618" y="314"/>
                  </a:cubicBezTo>
                  <a:lnTo>
                    <a:pt x="0" y="9343"/>
                  </a:lnTo>
                  <a:cubicBezTo>
                    <a:pt x="0" y="9515"/>
                    <a:pt x="173" y="9656"/>
                    <a:pt x="392" y="9656"/>
                  </a:cubicBezTo>
                  <a:cubicBezTo>
                    <a:pt x="612" y="9656"/>
                    <a:pt x="768" y="9515"/>
                    <a:pt x="768" y="9358"/>
                  </a:cubicBezTo>
                  <a:lnTo>
                    <a:pt x="3386" y="283"/>
                  </a:lnTo>
                  <a:cubicBezTo>
                    <a:pt x="3386" y="126"/>
                    <a:pt x="3229" y="1"/>
                    <a:pt x="3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8"/>
            <p:cNvSpPr/>
            <p:nvPr/>
          </p:nvSpPr>
          <p:spPr>
            <a:xfrm>
              <a:off x="1790150" y="944625"/>
              <a:ext cx="86250" cy="241425"/>
            </a:xfrm>
            <a:custGeom>
              <a:avLst/>
              <a:gdLst/>
              <a:ahLst/>
              <a:cxnLst/>
              <a:rect l="l" t="t" r="r" b="b"/>
              <a:pathLst>
                <a:path w="3450" h="9657" extrusionOk="0">
                  <a:moveTo>
                    <a:pt x="377" y="1"/>
                  </a:moveTo>
                  <a:cubicBezTo>
                    <a:pt x="173" y="1"/>
                    <a:pt x="1" y="126"/>
                    <a:pt x="1" y="283"/>
                  </a:cubicBezTo>
                  <a:lnTo>
                    <a:pt x="2665" y="9358"/>
                  </a:lnTo>
                  <a:cubicBezTo>
                    <a:pt x="2665" y="9515"/>
                    <a:pt x="2838" y="9656"/>
                    <a:pt x="3042" y="9656"/>
                  </a:cubicBezTo>
                  <a:cubicBezTo>
                    <a:pt x="3261" y="9656"/>
                    <a:pt x="3449" y="9515"/>
                    <a:pt x="3449" y="9343"/>
                  </a:cubicBezTo>
                  <a:lnTo>
                    <a:pt x="784" y="314"/>
                  </a:lnTo>
                  <a:cubicBezTo>
                    <a:pt x="784" y="142"/>
                    <a:pt x="612" y="1"/>
                    <a:pt x="3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8"/>
            <p:cNvSpPr/>
            <p:nvPr/>
          </p:nvSpPr>
          <p:spPr>
            <a:xfrm>
              <a:off x="1709825" y="796125"/>
              <a:ext cx="19225" cy="111300"/>
            </a:xfrm>
            <a:custGeom>
              <a:avLst/>
              <a:gdLst/>
              <a:ahLst/>
              <a:cxnLst/>
              <a:rect l="l" t="t" r="r" b="b"/>
              <a:pathLst>
                <a:path w="769" h="4452" extrusionOk="0">
                  <a:moveTo>
                    <a:pt x="392" y="0"/>
                  </a:moveTo>
                  <a:cubicBezTo>
                    <a:pt x="173" y="0"/>
                    <a:pt x="0" y="141"/>
                    <a:pt x="0" y="314"/>
                  </a:cubicBezTo>
                  <a:lnTo>
                    <a:pt x="0" y="4138"/>
                  </a:lnTo>
                  <a:cubicBezTo>
                    <a:pt x="0" y="4311"/>
                    <a:pt x="173" y="4452"/>
                    <a:pt x="392" y="4452"/>
                  </a:cubicBezTo>
                  <a:cubicBezTo>
                    <a:pt x="596" y="4452"/>
                    <a:pt x="769" y="4326"/>
                    <a:pt x="769" y="4170"/>
                  </a:cubicBezTo>
                  <a:lnTo>
                    <a:pt x="769" y="282"/>
                  </a:lnTo>
                  <a:cubicBezTo>
                    <a:pt x="769" y="126"/>
                    <a:pt x="596" y="0"/>
                    <a:pt x="3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8"/>
            <p:cNvSpPr/>
            <p:nvPr/>
          </p:nvSpPr>
          <p:spPr>
            <a:xfrm>
              <a:off x="1708650" y="889850"/>
              <a:ext cx="101125" cy="71700"/>
            </a:xfrm>
            <a:custGeom>
              <a:avLst/>
              <a:gdLst/>
              <a:ahLst/>
              <a:cxnLst/>
              <a:rect l="l" t="t" r="r" b="b"/>
              <a:pathLst>
                <a:path w="4045" h="2868" extrusionOk="0">
                  <a:moveTo>
                    <a:pt x="514" y="0"/>
                  </a:moveTo>
                  <a:cubicBezTo>
                    <a:pt x="392" y="0"/>
                    <a:pt x="256" y="55"/>
                    <a:pt x="157" y="154"/>
                  </a:cubicBezTo>
                  <a:cubicBezTo>
                    <a:pt x="16" y="311"/>
                    <a:pt x="0" y="499"/>
                    <a:pt x="142" y="593"/>
                  </a:cubicBezTo>
                  <a:lnTo>
                    <a:pt x="3370" y="2819"/>
                  </a:lnTo>
                  <a:cubicBezTo>
                    <a:pt x="3415" y="2852"/>
                    <a:pt x="3473" y="2868"/>
                    <a:pt x="3536" y="2868"/>
                  </a:cubicBezTo>
                  <a:cubicBezTo>
                    <a:pt x="3651" y="2868"/>
                    <a:pt x="3781" y="2816"/>
                    <a:pt x="3872" y="2725"/>
                  </a:cubicBezTo>
                  <a:cubicBezTo>
                    <a:pt x="4029" y="2568"/>
                    <a:pt x="4044" y="2364"/>
                    <a:pt x="3903" y="2270"/>
                  </a:cubicBezTo>
                  <a:lnTo>
                    <a:pt x="706" y="60"/>
                  </a:lnTo>
                  <a:cubicBezTo>
                    <a:pt x="654" y="19"/>
                    <a:pt x="586" y="0"/>
                    <a:pt x="5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8"/>
            <p:cNvSpPr/>
            <p:nvPr/>
          </p:nvSpPr>
          <p:spPr>
            <a:xfrm>
              <a:off x="1986875" y="889850"/>
              <a:ext cx="100725" cy="71700"/>
            </a:xfrm>
            <a:custGeom>
              <a:avLst/>
              <a:gdLst/>
              <a:ahLst/>
              <a:cxnLst/>
              <a:rect l="l" t="t" r="r" b="b"/>
              <a:pathLst>
                <a:path w="4029" h="2868" extrusionOk="0">
                  <a:moveTo>
                    <a:pt x="3526" y="0"/>
                  </a:moveTo>
                  <a:cubicBezTo>
                    <a:pt x="3456" y="0"/>
                    <a:pt x="3391" y="19"/>
                    <a:pt x="3339" y="60"/>
                  </a:cubicBezTo>
                  <a:lnTo>
                    <a:pt x="141" y="2270"/>
                  </a:lnTo>
                  <a:cubicBezTo>
                    <a:pt x="0" y="2364"/>
                    <a:pt x="16" y="2568"/>
                    <a:pt x="173" y="2725"/>
                  </a:cubicBezTo>
                  <a:cubicBezTo>
                    <a:pt x="264" y="2816"/>
                    <a:pt x="388" y="2868"/>
                    <a:pt x="502" y="2868"/>
                  </a:cubicBezTo>
                  <a:cubicBezTo>
                    <a:pt x="564" y="2868"/>
                    <a:pt x="624" y="2852"/>
                    <a:pt x="674" y="2819"/>
                  </a:cubicBezTo>
                  <a:lnTo>
                    <a:pt x="3903" y="593"/>
                  </a:lnTo>
                  <a:cubicBezTo>
                    <a:pt x="4029" y="499"/>
                    <a:pt x="4029" y="311"/>
                    <a:pt x="3872" y="154"/>
                  </a:cubicBezTo>
                  <a:cubicBezTo>
                    <a:pt x="3773" y="55"/>
                    <a:pt x="3643" y="0"/>
                    <a:pt x="35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8"/>
            <p:cNvSpPr/>
            <p:nvPr/>
          </p:nvSpPr>
          <p:spPr>
            <a:xfrm>
              <a:off x="1729425" y="942675"/>
              <a:ext cx="117975" cy="231600"/>
            </a:xfrm>
            <a:custGeom>
              <a:avLst/>
              <a:gdLst/>
              <a:ahLst/>
              <a:cxnLst/>
              <a:rect l="l" t="t" r="r" b="b"/>
              <a:pathLst>
                <a:path w="4719" h="9264" extrusionOk="0">
                  <a:moveTo>
                    <a:pt x="0" y="0"/>
                  </a:moveTo>
                  <a:lnTo>
                    <a:pt x="3119" y="9233"/>
                  </a:lnTo>
                  <a:lnTo>
                    <a:pt x="4718" y="9264"/>
                  </a:lnTo>
                  <a:cubicBezTo>
                    <a:pt x="3072" y="2822"/>
                    <a:pt x="0" y="1"/>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8"/>
            <p:cNvSpPr/>
            <p:nvPr/>
          </p:nvSpPr>
          <p:spPr>
            <a:xfrm>
              <a:off x="1953175" y="941500"/>
              <a:ext cx="121100" cy="232775"/>
            </a:xfrm>
            <a:custGeom>
              <a:avLst/>
              <a:gdLst/>
              <a:ahLst/>
              <a:cxnLst/>
              <a:rect l="l" t="t" r="r" b="b"/>
              <a:pathLst>
                <a:path w="4844" h="9311" extrusionOk="0">
                  <a:moveTo>
                    <a:pt x="4844" y="0"/>
                  </a:moveTo>
                  <a:cubicBezTo>
                    <a:pt x="4843" y="1"/>
                    <a:pt x="1662" y="2869"/>
                    <a:pt x="0" y="9311"/>
                  </a:cubicBezTo>
                  <a:lnTo>
                    <a:pt x="1599" y="9280"/>
                  </a:lnTo>
                  <a:lnTo>
                    <a:pt x="4844"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8"/>
            <p:cNvSpPr/>
            <p:nvPr/>
          </p:nvSpPr>
          <p:spPr>
            <a:xfrm>
              <a:off x="1658500" y="786325"/>
              <a:ext cx="31375" cy="32150"/>
            </a:xfrm>
            <a:custGeom>
              <a:avLst/>
              <a:gdLst/>
              <a:ahLst/>
              <a:cxnLst/>
              <a:rect l="l" t="t" r="r" b="b"/>
              <a:pathLst>
                <a:path w="1255" h="1286" extrusionOk="0">
                  <a:moveTo>
                    <a:pt x="611" y="0"/>
                  </a:moveTo>
                  <a:cubicBezTo>
                    <a:pt x="267" y="0"/>
                    <a:pt x="0" y="47"/>
                    <a:pt x="0" y="486"/>
                  </a:cubicBezTo>
                  <a:cubicBezTo>
                    <a:pt x="0" y="925"/>
                    <a:pt x="282" y="1286"/>
                    <a:pt x="627" y="1286"/>
                  </a:cubicBezTo>
                  <a:cubicBezTo>
                    <a:pt x="972" y="1286"/>
                    <a:pt x="1254" y="925"/>
                    <a:pt x="1254" y="486"/>
                  </a:cubicBezTo>
                  <a:cubicBezTo>
                    <a:pt x="1254" y="47"/>
                    <a:pt x="956" y="0"/>
                    <a:pt x="6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8"/>
            <p:cNvSpPr/>
            <p:nvPr/>
          </p:nvSpPr>
          <p:spPr>
            <a:xfrm>
              <a:off x="2111475" y="786325"/>
              <a:ext cx="31775" cy="32150"/>
            </a:xfrm>
            <a:custGeom>
              <a:avLst/>
              <a:gdLst/>
              <a:ahLst/>
              <a:cxnLst/>
              <a:rect l="l" t="t" r="r" b="b"/>
              <a:pathLst>
                <a:path w="1271" h="1286" extrusionOk="0">
                  <a:moveTo>
                    <a:pt x="628" y="0"/>
                  </a:moveTo>
                  <a:cubicBezTo>
                    <a:pt x="283" y="0"/>
                    <a:pt x="1" y="47"/>
                    <a:pt x="1" y="486"/>
                  </a:cubicBezTo>
                  <a:cubicBezTo>
                    <a:pt x="1" y="925"/>
                    <a:pt x="283" y="1286"/>
                    <a:pt x="643" y="1286"/>
                  </a:cubicBezTo>
                  <a:cubicBezTo>
                    <a:pt x="988" y="1286"/>
                    <a:pt x="1270" y="925"/>
                    <a:pt x="1270" y="486"/>
                  </a:cubicBezTo>
                  <a:cubicBezTo>
                    <a:pt x="1270" y="47"/>
                    <a:pt x="972" y="0"/>
                    <a:pt x="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8"/>
            <p:cNvSpPr/>
            <p:nvPr/>
          </p:nvSpPr>
          <p:spPr>
            <a:xfrm>
              <a:off x="1712975" y="630350"/>
              <a:ext cx="91700" cy="120600"/>
            </a:xfrm>
            <a:custGeom>
              <a:avLst/>
              <a:gdLst/>
              <a:ahLst/>
              <a:cxnLst/>
              <a:rect l="l" t="t" r="r" b="b"/>
              <a:pathLst>
                <a:path w="3668" h="4824" extrusionOk="0">
                  <a:moveTo>
                    <a:pt x="2106" y="1"/>
                  </a:moveTo>
                  <a:cubicBezTo>
                    <a:pt x="1606" y="1"/>
                    <a:pt x="30" y="1691"/>
                    <a:pt x="16" y="3606"/>
                  </a:cubicBezTo>
                  <a:cubicBezTo>
                    <a:pt x="1" y="4105"/>
                    <a:pt x="2362" y="4823"/>
                    <a:pt x="2908" y="4823"/>
                  </a:cubicBezTo>
                  <a:cubicBezTo>
                    <a:pt x="2946" y="4823"/>
                    <a:pt x="2975" y="4820"/>
                    <a:pt x="2994" y="4813"/>
                  </a:cubicBezTo>
                  <a:cubicBezTo>
                    <a:pt x="3668" y="4594"/>
                    <a:pt x="2414" y="142"/>
                    <a:pt x="2179" y="17"/>
                  </a:cubicBezTo>
                  <a:cubicBezTo>
                    <a:pt x="2158" y="6"/>
                    <a:pt x="2133" y="1"/>
                    <a:pt x="2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8"/>
            <p:cNvSpPr/>
            <p:nvPr/>
          </p:nvSpPr>
          <p:spPr>
            <a:xfrm>
              <a:off x="1808300" y="584325"/>
              <a:ext cx="66925" cy="88050"/>
            </a:xfrm>
            <a:custGeom>
              <a:avLst/>
              <a:gdLst/>
              <a:ahLst/>
              <a:cxnLst/>
              <a:rect l="l" t="t" r="r" b="b"/>
              <a:pathLst>
                <a:path w="2677" h="3522" extrusionOk="0">
                  <a:moveTo>
                    <a:pt x="2065" y="0"/>
                  </a:moveTo>
                  <a:cubicBezTo>
                    <a:pt x="1611" y="0"/>
                    <a:pt x="553" y="340"/>
                    <a:pt x="294" y="572"/>
                  </a:cubicBezTo>
                  <a:cubicBezTo>
                    <a:pt x="1" y="834"/>
                    <a:pt x="1906" y="3521"/>
                    <a:pt x="2267" y="3521"/>
                  </a:cubicBezTo>
                  <a:cubicBezTo>
                    <a:pt x="2273" y="3521"/>
                    <a:pt x="2279" y="3521"/>
                    <a:pt x="2284" y="3519"/>
                  </a:cubicBezTo>
                  <a:cubicBezTo>
                    <a:pt x="2676" y="3409"/>
                    <a:pt x="2519" y="133"/>
                    <a:pt x="2221" y="24"/>
                  </a:cubicBezTo>
                  <a:cubicBezTo>
                    <a:pt x="2185" y="8"/>
                    <a:pt x="2132" y="0"/>
                    <a:pt x="206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8"/>
            <p:cNvSpPr/>
            <p:nvPr/>
          </p:nvSpPr>
          <p:spPr>
            <a:xfrm>
              <a:off x="1811800" y="587625"/>
              <a:ext cx="60275" cy="78850"/>
            </a:xfrm>
            <a:custGeom>
              <a:avLst/>
              <a:gdLst/>
              <a:ahLst/>
              <a:cxnLst/>
              <a:rect l="l" t="t" r="r" b="b"/>
              <a:pathLst>
                <a:path w="2411" h="3154" extrusionOk="0">
                  <a:moveTo>
                    <a:pt x="1829" y="1"/>
                  </a:moveTo>
                  <a:cubicBezTo>
                    <a:pt x="1433" y="1"/>
                    <a:pt x="484" y="280"/>
                    <a:pt x="263" y="487"/>
                  </a:cubicBezTo>
                  <a:cubicBezTo>
                    <a:pt x="0" y="720"/>
                    <a:pt x="1740" y="3153"/>
                    <a:pt x="2055" y="3153"/>
                  </a:cubicBezTo>
                  <a:cubicBezTo>
                    <a:pt x="2059" y="3153"/>
                    <a:pt x="2062" y="3153"/>
                    <a:pt x="2066" y="3152"/>
                  </a:cubicBezTo>
                  <a:cubicBezTo>
                    <a:pt x="2411" y="3042"/>
                    <a:pt x="2223" y="127"/>
                    <a:pt x="1956" y="17"/>
                  </a:cubicBezTo>
                  <a:cubicBezTo>
                    <a:pt x="1926" y="6"/>
                    <a:pt x="1882" y="1"/>
                    <a:pt x="1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8"/>
            <p:cNvSpPr/>
            <p:nvPr/>
          </p:nvSpPr>
          <p:spPr>
            <a:xfrm>
              <a:off x="1911625" y="583475"/>
              <a:ext cx="67700" cy="87725"/>
            </a:xfrm>
            <a:custGeom>
              <a:avLst/>
              <a:gdLst/>
              <a:ahLst/>
              <a:cxnLst/>
              <a:rect l="l" t="t" r="r" b="b"/>
              <a:pathLst>
                <a:path w="2708" h="3509" extrusionOk="0">
                  <a:moveTo>
                    <a:pt x="624" y="1"/>
                  </a:moveTo>
                  <a:cubicBezTo>
                    <a:pt x="545" y="1"/>
                    <a:pt x="482" y="9"/>
                    <a:pt x="440" y="26"/>
                  </a:cubicBezTo>
                  <a:cubicBezTo>
                    <a:pt x="142" y="152"/>
                    <a:pt x="1" y="3412"/>
                    <a:pt x="393" y="3506"/>
                  </a:cubicBezTo>
                  <a:cubicBezTo>
                    <a:pt x="398" y="3508"/>
                    <a:pt x="404" y="3508"/>
                    <a:pt x="410" y="3508"/>
                  </a:cubicBezTo>
                  <a:cubicBezTo>
                    <a:pt x="786" y="3508"/>
                    <a:pt x="2708" y="775"/>
                    <a:pt x="2415" y="528"/>
                  </a:cubicBezTo>
                  <a:cubicBezTo>
                    <a:pt x="2159" y="299"/>
                    <a:pt x="1105" y="1"/>
                    <a:pt x="6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8"/>
            <p:cNvSpPr/>
            <p:nvPr/>
          </p:nvSpPr>
          <p:spPr>
            <a:xfrm>
              <a:off x="1915150" y="587625"/>
              <a:ext cx="59900" cy="78850"/>
            </a:xfrm>
            <a:custGeom>
              <a:avLst/>
              <a:gdLst/>
              <a:ahLst/>
              <a:cxnLst/>
              <a:rect l="l" t="t" r="r" b="b"/>
              <a:pathLst>
                <a:path w="2396" h="3154" extrusionOk="0">
                  <a:moveTo>
                    <a:pt x="572" y="1"/>
                  </a:moveTo>
                  <a:cubicBezTo>
                    <a:pt x="517" y="1"/>
                    <a:pt x="472" y="6"/>
                    <a:pt x="440" y="17"/>
                  </a:cubicBezTo>
                  <a:cubicBezTo>
                    <a:pt x="189" y="127"/>
                    <a:pt x="1" y="3042"/>
                    <a:pt x="346" y="3152"/>
                  </a:cubicBezTo>
                  <a:cubicBezTo>
                    <a:pt x="349" y="3153"/>
                    <a:pt x="353" y="3153"/>
                    <a:pt x="356" y="3153"/>
                  </a:cubicBezTo>
                  <a:cubicBezTo>
                    <a:pt x="656" y="3153"/>
                    <a:pt x="2396" y="720"/>
                    <a:pt x="2148" y="487"/>
                  </a:cubicBezTo>
                  <a:cubicBezTo>
                    <a:pt x="1914" y="280"/>
                    <a:pt x="975" y="1"/>
                    <a:pt x="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8"/>
            <p:cNvSpPr/>
            <p:nvPr/>
          </p:nvSpPr>
          <p:spPr>
            <a:xfrm>
              <a:off x="1982550" y="630325"/>
              <a:ext cx="103475" cy="128450"/>
            </a:xfrm>
            <a:custGeom>
              <a:avLst/>
              <a:gdLst/>
              <a:ahLst/>
              <a:cxnLst/>
              <a:rect l="l" t="t" r="r" b="b"/>
              <a:pathLst>
                <a:path w="4139" h="5138" extrusionOk="0">
                  <a:moveTo>
                    <a:pt x="1760" y="0"/>
                  </a:moveTo>
                  <a:cubicBezTo>
                    <a:pt x="1729" y="0"/>
                    <a:pt x="1701" y="6"/>
                    <a:pt x="1678" y="18"/>
                  </a:cubicBezTo>
                  <a:cubicBezTo>
                    <a:pt x="1427" y="159"/>
                    <a:pt x="1" y="4892"/>
                    <a:pt x="753" y="5127"/>
                  </a:cubicBezTo>
                  <a:cubicBezTo>
                    <a:pt x="774" y="5134"/>
                    <a:pt x="806" y="5138"/>
                    <a:pt x="846" y="5138"/>
                  </a:cubicBezTo>
                  <a:cubicBezTo>
                    <a:pt x="1462" y="5138"/>
                    <a:pt x="4139" y="4386"/>
                    <a:pt x="4139" y="3842"/>
                  </a:cubicBezTo>
                  <a:cubicBezTo>
                    <a:pt x="4109" y="1809"/>
                    <a:pt x="2323" y="0"/>
                    <a:pt x="176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8"/>
            <p:cNvSpPr/>
            <p:nvPr/>
          </p:nvSpPr>
          <p:spPr>
            <a:xfrm>
              <a:off x="1988425" y="635050"/>
              <a:ext cx="93700" cy="120600"/>
            </a:xfrm>
            <a:custGeom>
              <a:avLst/>
              <a:gdLst/>
              <a:ahLst/>
              <a:cxnLst/>
              <a:rect l="l" t="t" r="r" b="b"/>
              <a:pathLst>
                <a:path w="3748" h="4824" extrusionOk="0">
                  <a:moveTo>
                    <a:pt x="1594" y="1"/>
                  </a:moveTo>
                  <a:cubicBezTo>
                    <a:pt x="1566" y="1"/>
                    <a:pt x="1542" y="6"/>
                    <a:pt x="1521" y="17"/>
                  </a:cubicBezTo>
                  <a:cubicBezTo>
                    <a:pt x="1286" y="142"/>
                    <a:pt x="1" y="4594"/>
                    <a:pt x="675" y="4813"/>
                  </a:cubicBezTo>
                  <a:cubicBezTo>
                    <a:pt x="695" y="4820"/>
                    <a:pt x="726" y="4824"/>
                    <a:pt x="766" y="4824"/>
                  </a:cubicBezTo>
                  <a:cubicBezTo>
                    <a:pt x="1336" y="4824"/>
                    <a:pt x="3747" y="4119"/>
                    <a:pt x="3747" y="3606"/>
                  </a:cubicBezTo>
                  <a:cubicBezTo>
                    <a:pt x="3717" y="1705"/>
                    <a:pt x="2097"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8"/>
            <p:cNvSpPr/>
            <p:nvPr/>
          </p:nvSpPr>
          <p:spPr>
            <a:xfrm>
              <a:off x="1694550" y="795850"/>
              <a:ext cx="91700" cy="17150"/>
            </a:xfrm>
            <a:custGeom>
              <a:avLst/>
              <a:gdLst/>
              <a:ahLst/>
              <a:cxnLst/>
              <a:rect l="l" t="t" r="r" b="b"/>
              <a:pathLst>
                <a:path w="3668" h="686" extrusionOk="0">
                  <a:moveTo>
                    <a:pt x="1837" y="0"/>
                  </a:moveTo>
                  <a:cubicBezTo>
                    <a:pt x="1200" y="0"/>
                    <a:pt x="607" y="11"/>
                    <a:pt x="455" y="11"/>
                  </a:cubicBezTo>
                  <a:cubicBezTo>
                    <a:pt x="79" y="11"/>
                    <a:pt x="0" y="152"/>
                    <a:pt x="0" y="340"/>
                  </a:cubicBezTo>
                  <a:cubicBezTo>
                    <a:pt x="0" y="528"/>
                    <a:pt x="79" y="685"/>
                    <a:pt x="455" y="685"/>
                  </a:cubicBezTo>
                  <a:cubicBezTo>
                    <a:pt x="815" y="685"/>
                    <a:pt x="3668" y="309"/>
                    <a:pt x="3668" y="121"/>
                  </a:cubicBezTo>
                  <a:cubicBezTo>
                    <a:pt x="3668" y="21"/>
                    <a:pt x="2712" y="0"/>
                    <a:pt x="1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8"/>
            <p:cNvSpPr/>
            <p:nvPr/>
          </p:nvSpPr>
          <p:spPr>
            <a:xfrm>
              <a:off x="2007250" y="795850"/>
              <a:ext cx="90150" cy="17150"/>
            </a:xfrm>
            <a:custGeom>
              <a:avLst/>
              <a:gdLst/>
              <a:ahLst/>
              <a:cxnLst/>
              <a:rect l="l" t="t" r="r" b="b"/>
              <a:pathLst>
                <a:path w="3606" h="686" extrusionOk="0">
                  <a:moveTo>
                    <a:pt x="1803" y="0"/>
                  </a:moveTo>
                  <a:cubicBezTo>
                    <a:pt x="941" y="0"/>
                    <a:pt x="0" y="21"/>
                    <a:pt x="0" y="121"/>
                  </a:cubicBezTo>
                  <a:cubicBezTo>
                    <a:pt x="0" y="309"/>
                    <a:pt x="2806" y="685"/>
                    <a:pt x="3167" y="685"/>
                  </a:cubicBezTo>
                  <a:cubicBezTo>
                    <a:pt x="3527" y="685"/>
                    <a:pt x="3605" y="528"/>
                    <a:pt x="3605" y="340"/>
                  </a:cubicBezTo>
                  <a:cubicBezTo>
                    <a:pt x="3605" y="152"/>
                    <a:pt x="3527" y="11"/>
                    <a:pt x="3167" y="11"/>
                  </a:cubicBezTo>
                  <a:cubicBezTo>
                    <a:pt x="3015" y="11"/>
                    <a:pt x="2429" y="0"/>
                    <a:pt x="18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8"/>
            <p:cNvSpPr/>
            <p:nvPr/>
          </p:nvSpPr>
          <p:spPr>
            <a:xfrm>
              <a:off x="1920250" y="602925"/>
              <a:ext cx="41125" cy="54125"/>
            </a:xfrm>
            <a:custGeom>
              <a:avLst/>
              <a:gdLst/>
              <a:ahLst/>
              <a:cxnLst/>
              <a:rect l="l" t="t" r="r" b="b"/>
              <a:pathLst>
                <a:path w="1645" h="2165" extrusionOk="0">
                  <a:moveTo>
                    <a:pt x="407" y="1"/>
                  </a:moveTo>
                  <a:cubicBezTo>
                    <a:pt x="362" y="1"/>
                    <a:pt x="324" y="6"/>
                    <a:pt x="298" y="16"/>
                  </a:cubicBezTo>
                  <a:cubicBezTo>
                    <a:pt x="126" y="79"/>
                    <a:pt x="1" y="2085"/>
                    <a:pt x="236" y="2164"/>
                  </a:cubicBezTo>
                  <a:cubicBezTo>
                    <a:pt x="238" y="2164"/>
                    <a:pt x="241" y="2165"/>
                    <a:pt x="244" y="2165"/>
                  </a:cubicBezTo>
                  <a:cubicBezTo>
                    <a:pt x="457" y="2165"/>
                    <a:pt x="1644" y="500"/>
                    <a:pt x="1474" y="330"/>
                  </a:cubicBezTo>
                  <a:cubicBezTo>
                    <a:pt x="1325" y="195"/>
                    <a:pt x="697"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8"/>
            <p:cNvSpPr/>
            <p:nvPr/>
          </p:nvSpPr>
          <p:spPr>
            <a:xfrm>
              <a:off x="1823925" y="600300"/>
              <a:ext cx="40325" cy="52450"/>
            </a:xfrm>
            <a:custGeom>
              <a:avLst/>
              <a:gdLst/>
              <a:ahLst/>
              <a:cxnLst/>
              <a:rect l="l" t="t" r="r" b="b"/>
              <a:pathLst>
                <a:path w="1613" h="2098" extrusionOk="0">
                  <a:moveTo>
                    <a:pt x="1212" y="1"/>
                  </a:moveTo>
                  <a:cubicBezTo>
                    <a:pt x="947" y="1"/>
                    <a:pt x="322" y="187"/>
                    <a:pt x="170" y="325"/>
                  </a:cubicBezTo>
                  <a:cubicBezTo>
                    <a:pt x="0" y="480"/>
                    <a:pt x="1156" y="2097"/>
                    <a:pt x="1369" y="2097"/>
                  </a:cubicBezTo>
                  <a:cubicBezTo>
                    <a:pt x="1372" y="2097"/>
                    <a:pt x="1374" y="2097"/>
                    <a:pt x="1377" y="2096"/>
                  </a:cubicBezTo>
                  <a:cubicBezTo>
                    <a:pt x="1612" y="2034"/>
                    <a:pt x="1487" y="90"/>
                    <a:pt x="1299" y="12"/>
                  </a:cubicBezTo>
                  <a:cubicBezTo>
                    <a:pt x="1278" y="4"/>
                    <a:pt x="1249" y="1"/>
                    <a:pt x="1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8"/>
            <p:cNvSpPr/>
            <p:nvPr/>
          </p:nvSpPr>
          <p:spPr>
            <a:xfrm>
              <a:off x="2002150" y="658300"/>
              <a:ext cx="65825" cy="84275"/>
            </a:xfrm>
            <a:custGeom>
              <a:avLst/>
              <a:gdLst/>
              <a:ahLst/>
              <a:cxnLst/>
              <a:rect l="l" t="t" r="r" b="b"/>
              <a:pathLst>
                <a:path w="2633" h="3371" extrusionOk="0">
                  <a:moveTo>
                    <a:pt x="1132" y="1"/>
                  </a:moveTo>
                  <a:cubicBezTo>
                    <a:pt x="1113" y="1"/>
                    <a:pt x="1096" y="4"/>
                    <a:pt x="1082" y="12"/>
                  </a:cubicBezTo>
                  <a:cubicBezTo>
                    <a:pt x="910" y="90"/>
                    <a:pt x="1" y="3209"/>
                    <a:pt x="486" y="3366"/>
                  </a:cubicBezTo>
                  <a:cubicBezTo>
                    <a:pt x="498" y="3369"/>
                    <a:pt x="515" y="3371"/>
                    <a:pt x="537" y="3371"/>
                  </a:cubicBezTo>
                  <a:cubicBezTo>
                    <a:pt x="910" y="3371"/>
                    <a:pt x="2633" y="2875"/>
                    <a:pt x="2618" y="2519"/>
                  </a:cubicBezTo>
                  <a:cubicBezTo>
                    <a:pt x="2603" y="1183"/>
                    <a:pt x="1476" y="1"/>
                    <a:pt x="1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8"/>
            <p:cNvSpPr/>
            <p:nvPr/>
          </p:nvSpPr>
          <p:spPr>
            <a:xfrm>
              <a:off x="1727850" y="657850"/>
              <a:ext cx="63900" cy="83625"/>
            </a:xfrm>
            <a:custGeom>
              <a:avLst/>
              <a:gdLst/>
              <a:ahLst/>
              <a:cxnLst/>
              <a:rect l="l" t="t" r="r" b="b"/>
              <a:pathLst>
                <a:path w="2556" h="3345" extrusionOk="0">
                  <a:moveTo>
                    <a:pt x="1450" y="0"/>
                  </a:moveTo>
                  <a:cubicBezTo>
                    <a:pt x="1102" y="0"/>
                    <a:pt x="15" y="1177"/>
                    <a:pt x="0" y="2506"/>
                  </a:cubicBezTo>
                  <a:cubicBezTo>
                    <a:pt x="0" y="2857"/>
                    <a:pt x="1624" y="3345"/>
                    <a:pt x="2020" y="3345"/>
                  </a:cubicBezTo>
                  <a:cubicBezTo>
                    <a:pt x="2048" y="3345"/>
                    <a:pt x="2070" y="3342"/>
                    <a:pt x="2085" y="3337"/>
                  </a:cubicBezTo>
                  <a:cubicBezTo>
                    <a:pt x="2555" y="3196"/>
                    <a:pt x="1678" y="92"/>
                    <a:pt x="1505" y="14"/>
                  </a:cubicBezTo>
                  <a:cubicBezTo>
                    <a:pt x="1490" y="5"/>
                    <a:pt x="1471" y="0"/>
                    <a:pt x="1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8"/>
            <p:cNvSpPr/>
            <p:nvPr/>
          </p:nvSpPr>
          <p:spPr>
            <a:xfrm>
              <a:off x="2106000" y="876000"/>
              <a:ext cx="22750" cy="35375"/>
            </a:xfrm>
            <a:custGeom>
              <a:avLst/>
              <a:gdLst/>
              <a:ahLst/>
              <a:cxnLst/>
              <a:rect l="l" t="t" r="r" b="b"/>
              <a:pathLst>
                <a:path w="910" h="1415" extrusionOk="0">
                  <a:moveTo>
                    <a:pt x="319" y="0"/>
                  </a:moveTo>
                  <a:cubicBezTo>
                    <a:pt x="157" y="0"/>
                    <a:pt x="16" y="274"/>
                    <a:pt x="16" y="645"/>
                  </a:cubicBezTo>
                  <a:cubicBezTo>
                    <a:pt x="0" y="1037"/>
                    <a:pt x="126" y="1382"/>
                    <a:pt x="298" y="1413"/>
                  </a:cubicBezTo>
                  <a:cubicBezTo>
                    <a:pt x="303" y="1414"/>
                    <a:pt x="309" y="1415"/>
                    <a:pt x="314" y="1415"/>
                  </a:cubicBezTo>
                  <a:cubicBezTo>
                    <a:pt x="507" y="1415"/>
                    <a:pt x="878" y="885"/>
                    <a:pt x="894" y="504"/>
                  </a:cubicBezTo>
                  <a:cubicBezTo>
                    <a:pt x="909" y="128"/>
                    <a:pt x="533" y="34"/>
                    <a:pt x="345" y="3"/>
                  </a:cubicBezTo>
                  <a:cubicBezTo>
                    <a:pt x="336" y="1"/>
                    <a:pt x="328" y="0"/>
                    <a:pt x="3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8"/>
            <p:cNvSpPr/>
            <p:nvPr/>
          </p:nvSpPr>
          <p:spPr>
            <a:xfrm>
              <a:off x="1673000" y="873650"/>
              <a:ext cx="23125" cy="35375"/>
            </a:xfrm>
            <a:custGeom>
              <a:avLst/>
              <a:gdLst/>
              <a:ahLst/>
              <a:cxnLst/>
              <a:rect l="l" t="t" r="r" b="b"/>
              <a:pathLst>
                <a:path w="925" h="1415" extrusionOk="0">
                  <a:moveTo>
                    <a:pt x="621" y="0"/>
                  </a:moveTo>
                  <a:cubicBezTo>
                    <a:pt x="612" y="0"/>
                    <a:pt x="604" y="1"/>
                    <a:pt x="596" y="3"/>
                  </a:cubicBezTo>
                  <a:cubicBezTo>
                    <a:pt x="408" y="34"/>
                    <a:pt x="0" y="112"/>
                    <a:pt x="0" y="489"/>
                  </a:cubicBezTo>
                  <a:cubicBezTo>
                    <a:pt x="0" y="870"/>
                    <a:pt x="371" y="1415"/>
                    <a:pt x="565" y="1415"/>
                  </a:cubicBezTo>
                  <a:cubicBezTo>
                    <a:pt x="570" y="1415"/>
                    <a:pt x="575" y="1414"/>
                    <a:pt x="580" y="1413"/>
                  </a:cubicBezTo>
                  <a:cubicBezTo>
                    <a:pt x="768" y="1382"/>
                    <a:pt x="925" y="1037"/>
                    <a:pt x="925" y="661"/>
                  </a:cubicBezTo>
                  <a:cubicBezTo>
                    <a:pt x="925" y="288"/>
                    <a:pt x="783" y="0"/>
                    <a:pt x="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8"/>
            <p:cNvSpPr/>
            <p:nvPr/>
          </p:nvSpPr>
          <p:spPr>
            <a:xfrm>
              <a:off x="1956300" y="585100"/>
              <a:ext cx="68200" cy="28575"/>
            </a:xfrm>
            <a:custGeom>
              <a:avLst/>
              <a:gdLst/>
              <a:ahLst/>
              <a:cxnLst/>
              <a:rect l="l" t="t" r="r" b="b"/>
              <a:pathLst>
                <a:path w="2728" h="1143" extrusionOk="0">
                  <a:moveTo>
                    <a:pt x="52" y="0"/>
                  </a:moveTo>
                  <a:cubicBezTo>
                    <a:pt x="32" y="0"/>
                    <a:pt x="20" y="3"/>
                    <a:pt x="16" y="8"/>
                  </a:cubicBezTo>
                  <a:cubicBezTo>
                    <a:pt x="1" y="55"/>
                    <a:pt x="643" y="291"/>
                    <a:pt x="1380" y="604"/>
                  </a:cubicBezTo>
                  <a:cubicBezTo>
                    <a:pt x="2077" y="880"/>
                    <a:pt x="2612" y="1142"/>
                    <a:pt x="2700" y="1142"/>
                  </a:cubicBezTo>
                  <a:cubicBezTo>
                    <a:pt x="2707" y="1142"/>
                    <a:pt x="2711" y="1140"/>
                    <a:pt x="2712" y="1137"/>
                  </a:cubicBezTo>
                  <a:cubicBezTo>
                    <a:pt x="2728" y="1090"/>
                    <a:pt x="2195" y="729"/>
                    <a:pt x="1458" y="432"/>
                  </a:cubicBezTo>
                  <a:cubicBezTo>
                    <a:pt x="794" y="155"/>
                    <a:pt x="203" y="0"/>
                    <a:pt x="52"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8"/>
            <p:cNvSpPr/>
            <p:nvPr/>
          </p:nvSpPr>
          <p:spPr>
            <a:xfrm>
              <a:off x="1698450" y="799250"/>
              <a:ext cx="397000" cy="6700"/>
            </a:xfrm>
            <a:custGeom>
              <a:avLst/>
              <a:gdLst/>
              <a:ahLst/>
              <a:cxnLst/>
              <a:rect l="l" t="t" r="r" b="b"/>
              <a:pathLst>
                <a:path w="15880" h="268" extrusionOk="0">
                  <a:moveTo>
                    <a:pt x="393" y="1"/>
                  </a:moveTo>
                  <a:cubicBezTo>
                    <a:pt x="173" y="1"/>
                    <a:pt x="1" y="63"/>
                    <a:pt x="1" y="126"/>
                  </a:cubicBezTo>
                  <a:cubicBezTo>
                    <a:pt x="1" y="204"/>
                    <a:pt x="189" y="267"/>
                    <a:pt x="424" y="267"/>
                  </a:cubicBezTo>
                  <a:lnTo>
                    <a:pt x="15456" y="267"/>
                  </a:lnTo>
                  <a:cubicBezTo>
                    <a:pt x="15691" y="267"/>
                    <a:pt x="15879" y="204"/>
                    <a:pt x="15879" y="126"/>
                  </a:cubicBezTo>
                  <a:cubicBezTo>
                    <a:pt x="15879" y="63"/>
                    <a:pt x="15707" y="1"/>
                    <a:pt x="154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8"/>
            <p:cNvSpPr/>
            <p:nvPr/>
          </p:nvSpPr>
          <p:spPr>
            <a:xfrm>
              <a:off x="1975100" y="1007325"/>
              <a:ext cx="58025" cy="123075"/>
            </a:xfrm>
            <a:custGeom>
              <a:avLst/>
              <a:gdLst/>
              <a:ahLst/>
              <a:cxnLst/>
              <a:rect l="l" t="t" r="r" b="b"/>
              <a:pathLst>
                <a:path w="2321" h="4923" extrusionOk="0">
                  <a:moveTo>
                    <a:pt x="2321" y="1"/>
                  </a:moveTo>
                  <a:cubicBezTo>
                    <a:pt x="2321" y="1"/>
                    <a:pt x="1098" y="1929"/>
                    <a:pt x="1" y="4922"/>
                  </a:cubicBezTo>
                  <a:lnTo>
                    <a:pt x="738" y="4922"/>
                  </a:lnTo>
                  <a:lnTo>
                    <a:pt x="232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8"/>
            <p:cNvSpPr/>
            <p:nvPr/>
          </p:nvSpPr>
          <p:spPr>
            <a:xfrm>
              <a:off x="1766650" y="1007325"/>
              <a:ext cx="58025" cy="123075"/>
            </a:xfrm>
            <a:custGeom>
              <a:avLst/>
              <a:gdLst/>
              <a:ahLst/>
              <a:cxnLst/>
              <a:rect l="l" t="t" r="r" b="b"/>
              <a:pathLst>
                <a:path w="2321" h="4923" extrusionOk="0">
                  <a:moveTo>
                    <a:pt x="0" y="1"/>
                  </a:moveTo>
                  <a:lnTo>
                    <a:pt x="1583" y="4922"/>
                  </a:lnTo>
                  <a:lnTo>
                    <a:pt x="2320" y="4922"/>
                  </a:lnTo>
                  <a:cubicBezTo>
                    <a:pt x="1207" y="1929"/>
                    <a:pt x="0" y="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6" name="Google Shape;2076;p8"/>
          <p:cNvGrpSpPr/>
          <p:nvPr/>
        </p:nvGrpSpPr>
        <p:grpSpPr>
          <a:xfrm rot="1365924">
            <a:off x="339098" y="1371635"/>
            <a:ext cx="748171" cy="1640276"/>
            <a:chOff x="3350150" y="1475625"/>
            <a:chExt cx="433400" cy="950250"/>
          </a:xfrm>
        </p:grpSpPr>
        <p:sp>
          <p:nvSpPr>
            <p:cNvPr id="2077" name="Google Shape;2077;p8"/>
            <p:cNvSpPr/>
            <p:nvPr/>
          </p:nvSpPr>
          <p:spPr>
            <a:xfrm>
              <a:off x="3357200" y="1475625"/>
              <a:ext cx="367575" cy="50950"/>
            </a:xfrm>
            <a:custGeom>
              <a:avLst/>
              <a:gdLst/>
              <a:ahLst/>
              <a:cxnLst/>
              <a:rect l="l" t="t" r="r" b="b"/>
              <a:pathLst>
                <a:path w="14703" h="2038" extrusionOk="0">
                  <a:moveTo>
                    <a:pt x="7884" y="1"/>
                  </a:moveTo>
                  <a:cubicBezTo>
                    <a:pt x="5350" y="1"/>
                    <a:pt x="2744" y="471"/>
                    <a:pt x="0" y="1724"/>
                  </a:cubicBezTo>
                  <a:lnTo>
                    <a:pt x="63" y="2037"/>
                  </a:lnTo>
                  <a:lnTo>
                    <a:pt x="14703" y="1347"/>
                  </a:lnTo>
                  <a:lnTo>
                    <a:pt x="14703" y="940"/>
                  </a:lnTo>
                  <a:cubicBezTo>
                    <a:pt x="12457" y="394"/>
                    <a:pt x="10201" y="1"/>
                    <a:pt x="78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8"/>
            <p:cNvSpPr/>
            <p:nvPr/>
          </p:nvSpPr>
          <p:spPr>
            <a:xfrm>
              <a:off x="3364650" y="1485425"/>
              <a:ext cx="363650" cy="74450"/>
            </a:xfrm>
            <a:custGeom>
              <a:avLst/>
              <a:gdLst/>
              <a:ahLst/>
              <a:cxnLst/>
              <a:rect l="l" t="t" r="r" b="b"/>
              <a:pathLst>
                <a:path w="14546" h="2978" extrusionOk="0">
                  <a:moveTo>
                    <a:pt x="8348" y="0"/>
                  </a:moveTo>
                  <a:cubicBezTo>
                    <a:pt x="5797" y="0"/>
                    <a:pt x="3335" y="470"/>
                    <a:pt x="0" y="1457"/>
                  </a:cubicBezTo>
                  <a:lnTo>
                    <a:pt x="47" y="2977"/>
                  </a:lnTo>
                  <a:lnTo>
                    <a:pt x="14546" y="2366"/>
                  </a:lnTo>
                  <a:lnTo>
                    <a:pt x="14311" y="705"/>
                  </a:lnTo>
                  <a:cubicBezTo>
                    <a:pt x="12043" y="241"/>
                    <a:pt x="10172" y="0"/>
                    <a:pt x="8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8"/>
            <p:cNvSpPr/>
            <p:nvPr/>
          </p:nvSpPr>
          <p:spPr>
            <a:xfrm>
              <a:off x="3423425" y="2389425"/>
              <a:ext cx="50175" cy="35675"/>
            </a:xfrm>
            <a:custGeom>
              <a:avLst/>
              <a:gdLst/>
              <a:ahLst/>
              <a:cxnLst/>
              <a:rect l="l" t="t" r="r" b="b"/>
              <a:pathLst>
                <a:path w="2007" h="1427" extrusionOk="0">
                  <a:moveTo>
                    <a:pt x="2007" y="0"/>
                  </a:moveTo>
                  <a:lnTo>
                    <a:pt x="0" y="314"/>
                  </a:lnTo>
                  <a:lnTo>
                    <a:pt x="141" y="1395"/>
                  </a:lnTo>
                  <a:lnTo>
                    <a:pt x="1819" y="1426"/>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8"/>
            <p:cNvSpPr/>
            <p:nvPr/>
          </p:nvSpPr>
          <p:spPr>
            <a:xfrm>
              <a:off x="3718875" y="2394500"/>
              <a:ext cx="57625" cy="31375"/>
            </a:xfrm>
            <a:custGeom>
              <a:avLst/>
              <a:gdLst/>
              <a:ahLst/>
              <a:cxnLst/>
              <a:rect l="l" t="t" r="r" b="b"/>
              <a:pathLst>
                <a:path w="2305" h="1255" extrusionOk="0">
                  <a:moveTo>
                    <a:pt x="2305" y="1"/>
                  </a:moveTo>
                  <a:lnTo>
                    <a:pt x="1" y="63"/>
                  </a:lnTo>
                  <a:lnTo>
                    <a:pt x="236" y="1255"/>
                  </a:lnTo>
                  <a:lnTo>
                    <a:pt x="2305" y="1192"/>
                  </a:lnTo>
                  <a:lnTo>
                    <a:pt x="23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8"/>
            <p:cNvSpPr/>
            <p:nvPr/>
          </p:nvSpPr>
          <p:spPr>
            <a:xfrm>
              <a:off x="3350150" y="1505250"/>
              <a:ext cx="433400" cy="908725"/>
            </a:xfrm>
            <a:custGeom>
              <a:avLst/>
              <a:gdLst/>
              <a:ahLst/>
              <a:cxnLst/>
              <a:rect l="l" t="t" r="r" b="b"/>
              <a:pathLst>
                <a:path w="17336" h="36349" extrusionOk="0">
                  <a:moveTo>
                    <a:pt x="9540" y="1"/>
                  </a:moveTo>
                  <a:cubicBezTo>
                    <a:pt x="5192" y="1"/>
                    <a:pt x="1588" y="979"/>
                    <a:pt x="455" y="1260"/>
                  </a:cubicBezTo>
                  <a:cubicBezTo>
                    <a:pt x="235" y="1307"/>
                    <a:pt x="79" y="1495"/>
                    <a:pt x="79" y="1714"/>
                  </a:cubicBezTo>
                  <a:cubicBezTo>
                    <a:pt x="0" y="4583"/>
                    <a:pt x="533" y="14943"/>
                    <a:pt x="988" y="19034"/>
                  </a:cubicBezTo>
                  <a:cubicBezTo>
                    <a:pt x="1285" y="21715"/>
                    <a:pt x="2367" y="32311"/>
                    <a:pt x="2665" y="35822"/>
                  </a:cubicBezTo>
                  <a:cubicBezTo>
                    <a:pt x="2681" y="36088"/>
                    <a:pt x="2900" y="36292"/>
                    <a:pt x="3166" y="36292"/>
                  </a:cubicBezTo>
                  <a:lnTo>
                    <a:pt x="4687" y="36292"/>
                  </a:lnTo>
                  <a:cubicBezTo>
                    <a:pt x="4906" y="36292"/>
                    <a:pt x="5094" y="36104"/>
                    <a:pt x="5110" y="35884"/>
                  </a:cubicBezTo>
                  <a:cubicBezTo>
                    <a:pt x="5361" y="32781"/>
                    <a:pt x="7289" y="12890"/>
                    <a:pt x="7289" y="10178"/>
                  </a:cubicBezTo>
                  <a:cubicBezTo>
                    <a:pt x="7289" y="9849"/>
                    <a:pt x="7640" y="9628"/>
                    <a:pt x="7988" y="9628"/>
                  </a:cubicBezTo>
                  <a:cubicBezTo>
                    <a:pt x="8285" y="9628"/>
                    <a:pt x="8580" y="9789"/>
                    <a:pt x="8652" y="10178"/>
                  </a:cubicBezTo>
                  <a:cubicBezTo>
                    <a:pt x="9060" y="12420"/>
                    <a:pt x="13841" y="32687"/>
                    <a:pt x="14530" y="35869"/>
                  </a:cubicBezTo>
                  <a:cubicBezTo>
                    <a:pt x="14577" y="36119"/>
                    <a:pt x="14781" y="36245"/>
                    <a:pt x="15032" y="36307"/>
                  </a:cubicBezTo>
                  <a:cubicBezTo>
                    <a:pt x="15128" y="36336"/>
                    <a:pt x="15268" y="36349"/>
                    <a:pt x="15431" y="36349"/>
                  </a:cubicBezTo>
                  <a:cubicBezTo>
                    <a:pt x="16067" y="36349"/>
                    <a:pt x="17061" y="36159"/>
                    <a:pt x="17211" y="36010"/>
                  </a:cubicBezTo>
                  <a:cubicBezTo>
                    <a:pt x="17289" y="35931"/>
                    <a:pt x="17336" y="35822"/>
                    <a:pt x="17320" y="35712"/>
                  </a:cubicBezTo>
                  <a:cubicBezTo>
                    <a:pt x="17242" y="31182"/>
                    <a:pt x="16035" y="13157"/>
                    <a:pt x="16035" y="11072"/>
                  </a:cubicBezTo>
                  <a:cubicBezTo>
                    <a:pt x="16035" y="5116"/>
                    <a:pt x="15627" y="2404"/>
                    <a:pt x="15486" y="1119"/>
                  </a:cubicBezTo>
                  <a:cubicBezTo>
                    <a:pt x="15455" y="852"/>
                    <a:pt x="15236" y="633"/>
                    <a:pt x="14969" y="570"/>
                  </a:cubicBezTo>
                  <a:cubicBezTo>
                    <a:pt x="13114" y="155"/>
                    <a:pt x="11268" y="1"/>
                    <a:pt x="9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8"/>
            <p:cNvSpPr/>
            <p:nvPr/>
          </p:nvSpPr>
          <p:spPr>
            <a:xfrm>
              <a:off x="3365425" y="1532800"/>
              <a:ext cx="70175" cy="879750"/>
            </a:xfrm>
            <a:custGeom>
              <a:avLst/>
              <a:gdLst/>
              <a:ahLst/>
              <a:cxnLst/>
              <a:rect l="l" t="t" r="r" b="b"/>
              <a:pathLst>
                <a:path w="2807" h="35190" extrusionOk="0">
                  <a:moveTo>
                    <a:pt x="424" y="1"/>
                  </a:moveTo>
                  <a:cubicBezTo>
                    <a:pt x="267" y="48"/>
                    <a:pt x="126" y="79"/>
                    <a:pt x="0" y="111"/>
                  </a:cubicBezTo>
                  <a:lnTo>
                    <a:pt x="2477" y="35174"/>
                  </a:lnTo>
                  <a:cubicBezTo>
                    <a:pt x="2508" y="35174"/>
                    <a:pt x="2540" y="35190"/>
                    <a:pt x="2555" y="35190"/>
                  </a:cubicBezTo>
                  <a:lnTo>
                    <a:pt x="2806" y="35190"/>
                  </a:ln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8"/>
            <p:cNvSpPr/>
            <p:nvPr/>
          </p:nvSpPr>
          <p:spPr>
            <a:xfrm>
              <a:off x="3408525" y="1523025"/>
              <a:ext cx="59975" cy="889525"/>
            </a:xfrm>
            <a:custGeom>
              <a:avLst/>
              <a:gdLst/>
              <a:ahLst/>
              <a:cxnLst/>
              <a:rect l="l" t="t" r="r" b="b"/>
              <a:pathLst>
                <a:path w="2399" h="35581" extrusionOk="0">
                  <a:moveTo>
                    <a:pt x="440" y="0"/>
                  </a:moveTo>
                  <a:cubicBezTo>
                    <a:pt x="283" y="31"/>
                    <a:pt x="142" y="63"/>
                    <a:pt x="1" y="94"/>
                  </a:cubicBezTo>
                  <a:lnTo>
                    <a:pt x="2070" y="35581"/>
                  </a:lnTo>
                  <a:lnTo>
                    <a:pt x="2352" y="35581"/>
                  </a:lnTo>
                  <a:cubicBezTo>
                    <a:pt x="2367" y="35581"/>
                    <a:pt x="2383" y="35565"/>
                    <a:pt x="2399" y="35565"/>
                  </a:cubicBezTo>
                  <a:lnTo>
                    <a:pt x="440"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8"/>
            <p:cNvSpPr/>
            <p:nvPr/>
          </p:nvSpPr>
          <p:spPr>
            <a:xfrm>
              <a:off x="3466525" y="1513225"/>
              <a:ext cx="23525" cy="832325"/>
            </a:xfrm>
            <a:custGeom>
              <a:avLst/>
              <a:gdLst/>
              <a:ahLst/>
              <a:cxnLst/>
              <a:rect l="l" t="t" r="r" b="b"/>
              <a:pathLst>
                <a:path w="941" h="33293" extrusionOk="0">
                  <a:moveTo>
                    <a:pt x="439" y="0"/>
                  </a:moveTo>
                  <a:cubicBezTo>
                    <a:pt x="298" y="16"/>
                    <a:pt x="142" y="32"/>
                    <a:pt x="0" y="63"/>
                  </a:cubicBezTo>
                  <a:lnTo>
                    <a:pt x="659" y="33293"/>
                  </a:lnTo>
                  <a:cubicBezTo>
                    <a:pt x="737" y="32430"/>
                    <a:pt x="831" y="31396"/>
                    <a:pt x="941" y="30236"/>
                  </a:cubicBezTo>
                  <a:lnTo>
                    <a:pt x="439"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8"/>
            <p:cNvSpPr/>
            <p:nvPr/>
          </p:nvSpPr>
          <p:spPr>
            <a:xfrm>
              <a:off x="3502575" y="1508900"/>
              <a:ext cx="18050" cy="509050"/>
            </a:xfrm>
            <a:custGeom>
              <a:avLst/>
              <a:gdLst/>
              <a:ahLst/>
              <a:cxnLst/>
              <a:rect l="l" t="t" r="r" b="b"/>
              <a:pathLst>
                <a:path w="722" h="20362" extrusionOk="0">
                  <a:moveTo>
                    <a:pt x="439" y="1"/>
                  </a:moveTo>
                  <a:cubicBezTo>
                    <a:pt x="298" y="16"/>
                    <a:pt x="142" y="32"/>
                    <a:pt x="1" y="48"/>
                  </a:cubicBezTo>
                  <a:lnTo>
                    <a:pt x="408" y="20362"/>
                  </a:lnTo>
                  <a:cubicBezTo>
                    <a:pt x="518" y="19108"/>
                    <a:pt x="627" y="17870"/>
                    <a:pt x="722" y="16725"/>
                  </a:cubicBezTo>
                  <a:lnTo>
                    <a:pt x="439"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8"/>
            <p:cNvSpPr/>
            <p:nvPr/>
          </p:nvSpPr>
          <p:spPr>
            <a:xfrm>
              <a:off x="3542925" y="1506175"/>
              <a:ext cx="21975" cy="248850"/>
            </a:xfrm>
            <a:custGeom>
              <a:avLst/>
              <a:gdLst/>
              <a:ahLst/>
              <a:cxnLst/>
              <a:rect l="l" t="t" r="r" b="b"/>
              <a:pathLst>
                <a:path w="879" h="9954" extrusionOk="0">
                  <a:moveTo>
                    <a:pt x="456" y="0"/>
                  </a:moveTo>
                  <a:cubicBezTo>
                    <a:pt x="299" y="0"/>
                    <a:pt x="158" y="0"/>
                    <a:pt x="1" y="16"/>
                  </a:cubicBezTo>
                  <a:lnTo>
                    <a:pt x="456" y="9608"/>
                  </a:lnTo>
                  <a:cubicBezTo>
                    <a:pt x="628" y="9655"/>
                    <a:pt x="785" y="9765"/>
                    <a:pt x="879" y="9953"/>
                  </a:cubicBezTo>
                  <a:lnTo>
                    <a:pt x="456"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8"/>
            <p:cNvSpPr/>
            <p:nvPr/>
          </p:nvSpPr>
          <p:spPr>
            <a:xfrm>
              <a:off x="3588775" y="1505000"/>
              <a:ext cx="46275" cy="557625"/>
            </a:xfrm>
            <a:custGeom>
              <a:avLst/>
              <a:gdLst/>
              <a:ahLst/>
              <a:cxnLst/>
              <a:rect l="l" t="t" r="r" b="b"/>
              <a:pathLst>
                <a:path w="1851" h="22305" extrusionOk="0">
                  <a:moveTo>
                    <a:pt x="1" y="0"/>
                  </a:moveTo>
                  <a:lnTo>
                    <a:pt x="1333" y="20079"/>
                  </a:lnTo>
                  <a:cubicBezTo>
                    <a:pt x="1506" y="20816"/>
                    <a:pt x="1678" y="21568"/>
                    <a:pt x="1850" y="22305"/>
                  </a:cubicBezTo>
                  <a:lnTo>
                    <a:pt x="440" y="16"/>
                  </a:lnTo>
                  <a:cubicBezTo>
                    <a:pt x="299" y="16"/>
                    <a:pt x="142" y="0"/>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8"/>
            <p:cNvSpPr/>
            <p:nvPr/>
          </p:nvSpPr>
          <p:spPr>
            <a:xfrm>
              <a:off x="3626800" y="1506175"/>
              <a:ext cx="80350" cy="867975"/>
            </a:xfrm>
            <a:custGeom>
              <a:avLst/>
              <a:gdLst/>
              <a:ahLst/>
              <a:cxnLst/>
              <a:rect l="l" t="t" r="r" b="b"/>
              <a:pathLst>
                <a:path w="3214" h="34719" extrusionOk="0">
                  <a:moveTo>
                    <a:pt x="0" y="0"/>
                  </a:moveTo>
                  <a:lnTo>
                    <a:pt x="2712" y="32509"/>
                  </a:lnTo>
                  <a:cubicBezTo>
                    <a:pt x="2900" y="33371"/>
                    <a:pt x="3072" y="34123"/>
                    <a:pt x="3213" y="34719"/>
                  </a:cubicBezTo>
                  <a:lnTo>
                    <a:pt x="455" y="31"/>
                  </a:lnTo>
                  <a:cubicBezTo>
                    <a:pt x="298" y="16"/>
                    <a:pt x="157"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8"/>
            <p:cNvSpPr/>
            <p:nvPr/>
          </p:nvSpPr>
          <p:spPr>
            <a:xfrm>
              <a:off x="3674200" y="1510475"/>
              <a:ext cx="73300" cy="903650"/>
            </a:xfrm>
            <a:custGeom>
              <a:avLst/>
              <a:gdLst/>
              <a:ahLst/>
              <a:cxnLst/>
              <a:rect l="l" t="t" r="r" b="b"/>
              <a:pathLst>
                <a:path w="2932" h="36146" extrusionOk="0">
                  <a:moveTo>
                    <a:pt x="1" y="1"/>
                  </a:moveTo>
                  <a:lnTo>
                    <a:pt x="2618" y="36146"/>
                  </a:lnTo>
                  <a:cubicBezTo>
                    <a:pt x="2728" y="36130"/>
                    <a:pt x="2822" y="36130"/>
                    <a:pt x="2932" y="36114"/>
                  </a:cubicBezTo>
                  <a:lnTo>
                    <a:pt x="440" y="79"/>
                  </a:lnTo>
                  <a:cubicBezTo>
                    <a:pt x="299" y="48"/>
                    <a:pt x="142" y="32"/>
                    <a:pt x="1"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8"/>
            <p:cNvSpPr/>
            <p:nvPr/>
          </p:nvSpPr>
          <p:spPr>
            <a:xfrm>
              <a:off x="3716150" y="1517925"/>
              <a:ext cx="59575" cy="892275"/>
            </a:xfrm>
            <a:custGeom>
              <a:avLst/>
              <a:gdLst/>
              <a:ahLst/>
              <a:cxnLst/>
              <a:rect l="l" t="t" r="r" b="b"/>
              <a:pathLst>
                <a:path w="2383" h="35691" extrusionOk="0">
                  <a:moveTo>
                    <a:pt x="0" y="0"/>
                  </a:moveTo>
                  <a:lnTo>
                    <a:pt x="2069" y="35691"/>
                  </a:lnTo>
                  <a:cubicBezTo>
                    <a:pt x="2179" y="35659"/>
                    <a:pt x="2288" y="35628"/>
                    <a:pt x="2383" y="35597"/>
                  </a:cubicBezTo>
                  <a:lnTo>
                    <a:pt x="455" y="110"/>
                  </a:lnTo>
                  <a:cubicBezTo>
                    <a:pt x="408" y="94"/>
                    <a:pt x="376" y="79"/>
                    <a:pt x="329" y="63"/>
                  </a:cubicBezTo>
                  <a:cubicBezTo>
                    <a:pt x="219" y="32"/>
                    <a:pt x="110"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8"/>
            <p:cNvSpPr/>
            <p:nvPr/>
          </p:nvSpPr>
          <p:spPr>
            <a:xfrm>
              <a:off x="3465750" y="1723650"/>
              <a:ext cx="282925" cy="690375"/>
            </a:xfrm>
            <a:custGeom>
              <a:avLst/>
              <a:gdLst/>
              <a:ahLst/>
              <a:cxnLst/>
              <a:rect l="l" t="t" r="r" b="b"/>
              <a:pathLst>
                <a:path w="11317" h="27615" extrusionOk="0">
                  <a:moveTo>
                    <a:pt x="5706" y="0"/>
                  </a:moveTo>
                  <a:cubicBezTo>
                    <a:pt x="5705" y="0"/>
                    <a:pt x="4260" y="344"/>
                    <a:pt x="2737" y="344"/>
                  </a:cubicBezTo>
                  <a:cubicBezTo>
                    <a:pt x="2229" y="344"/>
                    <a:pt x="1713" y="306"/>
                    <a:pt x="1238" y="204"/>
                  </a:cubicBezTo>
                  <a:cubicBezTo>
                    <a:pt x="1235" y="204"/>
                    <a:pt x="1232" y="203"/>
                    <a:pt x="1230" y="203"/>
                  </a:cubicBezTo>
                  <a:cubicBezTo>
                    <a:pt x="1112" y="203"/>
                    <a:pt x="2272" y="975"/>
                    <a:pt x="2210" y="1129"/>
                  </a:cubicBezTo>
                  <a:cubicBezTo>
                    <a:pt x="1897" y="1772"/>
                    <a:pt x="1474" y="8809"/>
                    <a:pt x="0" y="27556"/>
                  </a:cubicBezTo>
                  <a:lnTo>
                    <a:pt x="63" y="27556"/>
                  </a:lnTo>
                  <a:cubicBezTo>
                    <a:pt x="282" y="27556"/>
                    <a:pt x="470" y="27368"/>
                    <a:pt x="486" y="27148"/>
                  </a:cubicBezTo>
                  <a:cubicBezTo>
                    <a:pt x="737" y="24045"/>
                    <a:pt x="2665" y="4154"/>
                    <a:pt x="2665" y="1442"/>
                  </a:cubicBezTo>
                  <a:cubicBezTo>
                    <a:pt x="2665" y="1113"/>
                    <a:pt x="3016" y="892"/>
                    <a:pt x="3364" y="892"/>
                  </a:cubicBezTo>
                  <a:cubicBezTo>
                    <a:pt x="3661" y="892"/>
                    <a:pt x="3956" y="1053"/>
                    <a:pt x="4028" y="1442"/>
                  </a:cubicBezTo>
                  <a:cubicBezTo>
                    <a:pt x="4436" y="3684"/>
                    <a:pt x="9217" y="23951"/>
                    <a:pt x="9906" y="27133"/>
                  </a:cubicBezTo>
                  <a:cubicBezTo>
                    <a:pt x="9953" y="27383"/>
                    <a:pt x="10157" y="27509"/>
                    <a:pt x="10408" y="27571"/>
                  </a:cubicBezTo>
                  <a:cubicBezTo>
                    <a:pt x="10502" y="27603"/>
                    <a:pt x="10639" y="27615"/>
                    <a:pt x="10798" y="27615"/>
                  </a:cubicBezTo>
                  <a:cubicBezTo>
                    <a:pt x="10956" y="27615"/>
                    <a:pt x="11137" y="27603"/>
                    <a:pt x="11317" y="27587"/>
                  </a:cubicBezTo>
                  <a:cubicBezTo>
                    <a:pt x="9608" y="25785"/>
                    <a:pt x="5815" y="5439"/>
                    <a:pt x="4499" y="1160"/>
                  </a:cubicBezTo>
                  <a:cubicBezTo>
                    <a:pt x="4483" y="1082"/>
                    <a:pt x="5768" y="47"/>
                    <a:pt x="57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8"/>
            <p:cNvSpPr/>
            <p:nvPr/>
          </p:nvSpPr>
          <p:spPr>
            <a:xfrm>
              <a:off x="3665975" y="1489700"/>
              <a:ext cx="10225" cy="31000"/>
            </a:xfrm>
            <a:custGeom>
              <a:avLst/>
              <a:gdLst/>
              <a:ahLst/>
              <a:cxnLst/>
              <a:rect l="l" t="t" r="r" b="b"/>
              <a:pathLst>
                <a:path w="409" h="1240" extrusionOk="0">
                  <a:moveTo>
                    <a:pt x="16" y="1"/>
                  </a:moveTo>
                  <a:lnTo>
                    <a:pt x="1" y="1239"/>
                  </a:lnTo>
                  <a:lnTo>
                    <a:pt x="393" y="1239"/>
                  </a:lnTo>
                  <a:lnTo>
                    <a:pt x="408" y="16"/>
                  </a:lnTo>
                  <a:lnTo>
                    <a:pt x="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8"/>
            <p:cNvSpPr/>
            <p:nvPr/>
          </p:nvSpPr>
          <p:spPr>
            <a:xfrm>
              <a:off x="3717325" y="1499900"/>
              <a:ext cx="10200" cy="30575"/>
            </a:xfrm>
            <a:custGeom>
              <a:avLst/>
              <a:gdLst/>
              <a:ahLst/>
              <a:cxnLst/>
              <a:rect l="l" t="t" r="r" b="b"/>
              <a:pathLst>
                <a:path w="408" h="1223" extrusionOk="0">
                  <a:moveTo>
                    <a:pt x="16" y="0"/>
                  </a:moveTo>
                  <a:lnTo>
                    <a:pt x="0" y="1223"/>
                  </a:lnTo>
                  <a:lnTo>
                    <a:pt x="392" y="1223"/>
                  </a:lnTo>
                  <a:lnTo>
                    <a:pt x="4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8"/>
            <p:cNvSpPr/>
            <p:nvPr/>
          </p:nvSpPr>
          <p:spPr>
            <a:xfrm>
              <a:off x="3594650" y="1481475"/>
              <a:ext cx="10625" cy="30975"/>
            </a:xfrm>
            <a:custGeom>
              <a:avLst/>
              <a:gdLst/>
              <a:ahLst/>
              <a:cxnLst/>
              <a:rect l="l" t="t" r="r" b="b"/>
              <a:pathLst>
                <a:path w="425" h="1239" extrusionOk="0">
                  <a:moveTo>
                    <a:pt x="32" y="1"/>
                  </a:moveTo>
                  <a:lnTo>
                    <a:pt x="1" y="1223"/>
                  </a:lnTo>
                  <a:lnTo>
                    <a:pt x="393" y="1239"/>
                  </a:lnTo>
                  <a:lnTo>
                    <a:pt x="424" y="16"/>
                  </a:lnTo>
                  <a:lnTo>
                    <a:pt x="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8"/>
            <p:cNvSpPr/>
            <p:nvPr/>
          </p:nvSpPr>
          <p:spPr>
            <a:xfrm>
              <a:off x="3479850" y="1487350"/>
              <a:ext cx="12950" cy="31775"/>
            </a:xfrm>
            <a:custGeom>
              <a:avLst/>
              <a:gdLst/>
              <a:ahLst/>
              <a:cxnLst/>
              <a:rect l="l" t="t" r="r" b="b"/>
              <a:pathLst>
                <a:path w="518" h="1271" extrusionOk="0">
                  <a:moveTo>
                    <a:pt x="392" y="1"/>
                  </a:moveTo>
                  <a:lnTo>
                    <a:pt x="0" y="48"/>
                  </a:lnTo>
                  <a:lnTo>
                    <a:pt x="126" y="1270"/>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8"/>
            <p:cNvSpPr/>
            <p:nvPr/>
          </p:nvSpPr>
          <p:spPr>
            <a:xfrm>
              <a:off x="3432825" y="1495575"/>
              <a:ext cx="12950" cy="31375"/>
            </a:xfrm>
            <a:custGeom>
              <a:avLst/>
              <a:gdLst/>
              <a:ahLst/>
              <a:cxnLst/>
              <a:rect l="l" t="t" r="r" b="b"/>
              <a:pathLst>
                <a:path w="518" h="1255" extrusionOk="0">
                  <a:moveTo>
                    <a:pt x="392" y="1"/>
                  </a:moveTo>
                  <a:lnTo>
                    <a:pt x="0" y="48"/>
                  </a:lnTo>
                  <a:lnTo>
                    <a:pt x="126" y="1255"/>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8"/>
            <p:cNvSpPr/>
            <p:nvPr/>
          </p:nvSpPr>
          <p:spPr>
            <a:xfrm>
              <a:off x="3391275" y="1505775"/>
              <a:ext cx="13350" cy="31775"/>
            </a:xfrm>
            <a:custGeom>
              <a:avLst/>
              <a:gdLst/>
              <a:ahLst/>
              <a:cxnLst/>
              <a:rect l="l" t="t" r="r" b="b"/>
              <a:pathLst>
                <a:path w="534" h="1271" extrusionOk="0">
                  <a:moveTo>
                    <a:pt x="393" y="0"/>
                  </a:moveTo>
                  <a:lnTo>
                    <a:pt x="1" y="47"/>
                  </a:lnTo>
                  <a:lnTo>
                    <a:pt x="126" y="1270"/>
                  </a:lnTo>
                  <a:lnTo>
                    <a:pt x="534" y="1223"/>
                  </a:lnTo>
                  <a:lnTo>
                    <a:pt x="3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8"/>
            <p:cNvSpPr/>
            <p:nvPr/>
          </p:nvSpPr>
          <p:spPr>
            <a:xfrm>
              <a:off x="3497100" y="1479125"/>
              <a:ext cx="72125" cy="45475"/>
            </a:xfrm>
            <a:custGeom>
              <a:avLst/>
              <a:gdLst/>
              <a:ahLst/>
              <a:cxnLst/>
              <a:rect l="l" t="t" r="r" b="b"/>
              <a:pathLst>
                <a:path w="2885" h="1819" extrusionOk="0">
                  <a:moveTo>
                    <a:pt x="2571" y="1"/>
                  </a:moveTo>
                  <a:lnTo>
                    <a:pt x="345" y="142"/>
                  </a:lnTo>
                  <a:lnTo>
                    <a:pt x="0" y="1819"/>
                  </a:lnTo>
                  <a:lnTo>
                    <a:pt x="2884" y="1599"/>
                  </a:lnTo>
                  <a:lnTo>
                    <a:pt x="257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8"/>
            <p:cNvSpPr/>
            <p:nvPr/>
          </p:nvSpPr>
          <p:spPr>
            <a:xfrm>
              <a:off x="3503750" y="1478350"/>
              <a:ext cx="57225" cy="34900"/>
            </a:xfrm>
            <a:custGeom>
              <a:avLst/>
              <a:gdLst/>
              <a:ahLst/>
              <a:cxnLst/>
              <a:rect l="l" t="t" r="r" b="b"/>
              <a:pathLst>
                <a:path w="2289" h="1396" extrusionOk="0">
                  <a:moveTo>
                    <a:pt x="2258" y="0"/>
                  </a:moveTo>
                  <a:lnTo>
                    <a:pt x="1" y="141"/>
                  </a:lnTo>
                  <a:lnTo>
                    <a:pt x="32" y="1395"/>
                  </a:lnTo>
                  <a:lnTo>
                    <a:pt x="2289" y="1254"/>
                  </a:lnTo>
                  <a:lnTo>
                    <a:pt x="22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8"/>
            <p:cNvSpPr/>
            <p:nvPr/>
          </p:nvSpPr>
          <p:spPr>
            <a:xfrm>
              <a:off x="3363075" y="1563775"/>
              <a:ext cx="36850" cy="107375"/>
            </a:xfrm>
            <a:custGeom>
              <a:avLst/>
              <a:gdLst/>
              <a:ahLst/>
              <a:cxnLst/>
              <a:rect l="l" t="t" r="r" b="b"/>
              <a:pathLst>
                <a:path w="1474" h="4295" extrusionOk="0">
                  <a:moveTo>
                    <a:pt x="1066" y="0"/>
                  </a:moveTo>
                  <a:lnTo>
                    <a:pt x="0" y="4295"/>
                  </a:lnTo>
                  <a:lnTo>
                    <a:pt x="1474" y="909"/>
                  </a:lnTo>
                  <a:lnTo>
                    <a:pt x="106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8"/>
            <p:cNvSpPr/>
            <p:nvPr/>
          </p:nvSpPr>
          <p:spPr>
            <a:xfrm>
              <a:off x="3691050" y="1571225"/>
              <a:ext cx="42750" cy="87800"/>
            </a:xfrm>
            <a:custGeom>
              <a:avLst/>
              <a:gdLst/>
              <a:ahLst/>
              <a:cxnLst/>
              <a:rect l="l" t="t" r="r" b="b"/>
              <a:pathLst>
                <a:path w="1710" h="3512" extrusionOk="0">
                  <a:moveTo>
                    <a:pt x="1" y="0"/>
                  </a:moveTo>
                  <a:lnTo>
                    <a:pt x="1709" y="3511"/>
                  </a:lnTo>
                  <a:lnTo>
                    <a:pt x="832" y="345"/>
                  </a:lnTo>
                  <a:lnTo>
                    <a:pt x="1"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8"/>
            <p:cNvSpPr/>
            <p:nvPr/>
          </p:nvSpPr>
          <p:spPr>
            <a:xfrm>
              <a:off x="3735350" y="1686800"/>
              <a:ext cx="35675" cy="466750"/>
            </a:xfrm>
            <a:custGeom>
              <a:avLst/>
              <a:gdLst/>
              <a:ahLst/>
              <a:cxnLst/>
              <a:rect l="l" t="t" r="r" b="b"/>
              <a:pathLst>
                <a:path w="1427" h="18670" extrusionOk="0">
                  <a:moveTo>
                    <a:pt x="549" y="1"/>
                  </a:moveTo>
                  <a:cubicBezTo>
                    <a:pt x="549" y="1"/>
                    <a:pt x="110" y="8026"/>
                    <a:pt x="47" y="10832"/>
                  </a:cubicBezTo>
                  <a:cubicBezTo>
                    <a:pt x="0" y="13622"/>
                    <a:pt x="1254" y="16961"/>
                    <a:pt x="1426" y="18669"/>
                  </a:cubicBezTo>
                  <a:lnTo>
                    <a:pt x="799" y="7384"/>
                  </a:lnTo>
                  <a:lnTo>
                    <a:pt x="549"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3" name="Google Shape;2103;p8"/>
          <p:cNvGrpSpPr/>
          <p:nvPr/>
        </p:nvGrpSpPr>
        <p:grpSpPr>
          <a:xfrm rot="-1957314">
            <a:off x="4274328" y="-93527"/>
            <a:ext cx="1248926" cy="1509147"/>
            <a:chOff x="6068875" y="758513"/>
            <a:chExt cx="554100" cy="669550"/>
          </a:xfrm>
        </p:grpSpPr>
        <p:sp>
          <p:nvSpPr>
            <p:cNvPr id="2104" name="Google Shape;2104;p8"/>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8"/>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8"/>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8"/>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8"/>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8"/>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8"/>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8"/>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8"/>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8"/>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8"/>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8"/>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8"/>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8"/>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8"/>
          <p:cNvGrpSpPr/>
          <p:nvPr/>
        </p:nvGrpSpPr>
        <p:grpSpPr>
          <a:xfrm rot="1097607">
            <a:off x="990429" y="500197"/>
            <a:ext cx="1091197" cy="478913"/>
            <a:chOff x="2183975" y="2067550"/>
            <a:chExt cx="819400" cy="359650"/>
          </a:xfrm>
        </p:grpSpPr>
        <p:sp>
          <p:nvSpPr>
            <p:cNvPr id="2119" name="Google Shape;2119;p8"/>
            <p:cNvSpPr/>
            <p:nvPr/>
          </p:nvSpPr>
          <p:spPr>
            <a:xfrm>
              <a:off x="2183975" y="2389025"/>
              <a:ext cx="76425" cy="38175"/>
            </a:xfrm>
            <a:custGeom>
              <a:avLst/>
              <a:gdLst/>
              <a:ahLst/>
              <a:cxnLst/>
              <a:rect l="l" t="t" r="r" b="b"/>
              <a:pathLst>
                <a:path w="3057" h="1527" extrusionOk="0">
                  <a:moveTo>
                    <a:pt x="2163" y="0"/>
                  </a:moveTo>
                  <a:cubicBezTo>
                    <a:pt x="1160" y="79"/>
                    <a:pt x="0" y="141"/>
                    <a:pt x="94" y="800"/>
                  </a:cubicBezTo>
                  <a:cubicBezTo>
                    <a:pt x="166" y="1384"/>
                    <a:pt x="937" y="1527"/>
                    <a:pt x="1674" y="1527"/>
                  </a:cubicBezTo>
                  <a:cubicBezTo>
                    <a:pt x="2381" y="1527"/>
                    <a:pt x="3057" y="1395"/>
                    <a:pt x="3057" y="1395"/>
                  </a:cubicBezTo>
                  <a:lnTo>
                    <a:pt x="2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8"/>
            <p:cNvSpPr/>
            <p:nvPr/>
          </p:nvSpPr>
          <p:spPr>
            <a:xfrm>
              <a:off x="2392450" y="2067550"/>
              <a:ext cx="45075" cy="28150"/>
            </a:xfrm>
            <a:custGeom>
              <a:avLst/>
              <a:gdLst/>
              <a:ahLst/>
              <a:cxnLst/>
              <a:rect l="l" t="t" r="r" b="b"/>
              <a:pathLst>
                <a:path w="1803" h="1126" extrusionOk="0">
                  <a:moveTo>
                    <a:pt x="993" y="0"/>
                  </a:moveTo>
                  <a:cubicBezTo>
                    <a:pt x="950" y="0"/>
                    <a:pt x="907" y="2"/>
                    <a:pt x="862" y="6"/>
                  </a:cubicBezTo>
                  <a:cubicBezTo>
                    <a:pt x="376" y="53"/>
                    <a:pt x="0" y="336"/>
                    <a:pt x="16" y="633"/>
                  </a:cubicBezTo>
                  <a:cubicBezTo>
                    <a:pt x="44" y="918"/>
                    <a:pt x="384" y="1126"/>
                    <a:pt x="810" y="1126"/>
                  </a:cubicBezTo>
                  <a:cubicBezTo>
                    <a:pt x="853" y="1126"/>
                    <a:pt x="896" y="1124"/>
                    <a:pt x="941" y="1119"/>
                  </a:cubicBezTo>
                  <a:cubicBezTo>
                    <a:pt x="1427" y="1072"/>
                    <a:pt x="1803" y="790"/>
                    <a:pt x="1787" y="477"/>
                  </a:cubicBezTo>
                  <a:cubicBezTo>
                    <a:pt x="1773" y="206"/>
                    <a:pt x="1422" y="0"/>
                    <a:pt x="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8"/>
            <p:cNvSpPr/>
            <p:nvPr/>
          </p:nvSpPr>
          <p:spPr>
            <a:xfrm>
              <a:off x="2214550" y="2079000"/>
              <a:ext cx="516875" cy="342950"/>
            </a:xfrm>
            <a:custGeom>
              <a:avLst/>
              <a:gdLst/>
              <a:ahLst/>
              <a:cxnLst/>
              <a:rect l="l" t="t" r="r" b="b"/>
              <a:pathLst>
                <a:path w="20675" h="13718" extrusionOk="0">
                  <a:moveTo>
                    <a:pt x="9826" y="1"/>
                  </a:moveTo>
                  <a:cubicBezTo>
                    <a:pt x="7386" y="1"/>
                    <a:pt x="4905" y="399"/>
                    <a:pt x="3151" y="1523"/>
                  </a:cubicBezTo>
                  <a:cubicBezTo>
                    <a:pt x="0" y="3530"/>
                    <a:pt x="1270" y="13608"/>
                    <a:pt x="1270" y="13608"/>
                  </a:cubicBezTo>
                  <a:lnTo>
                    <a:pt x="20674" y="13718"/>
                  </a:lnTo>
                  <a:cubicBezTo>
                    <a:pt x="20674" y="13718"/>
                    <a:pt x="20659" y="2088"/>
                    <a:pt x="16082" y="818"/>
                  </a:cubicBezTo>
                  <a:cubicBezTo>
                    <a:pt x="14496" y="372"/>
                    <a:pt x="12180" y="1"/>
                    <a:pt x="98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8"/>
            <p:cNvSpPr/>
            <p:nvPr/>
          </p:nvSpPr>
          <p:spPr>
            <a:xfrm>
              <a:off x="2470825" y="2079050"/>
              <a:ext cx="260600" cy="342900"/>
            </a:xfrm>
            <a:custGeom>
              <a:avLst/>
              <a:gdLst/>
              <a:ahLst/>
              <a:cxnLst/>
              <a:rect l="l" t="t" r="r" b="b"/>
              <a:pathLst>
                <a:path w="10424" h="13716" extrusionOk="0">
                  <a:moveTo>
                    <a:pt x="0" y="1"/>
                  </a:moveTo>
                  <a:lnTo>
                    <a:pt x="0" y="1"/>
                  </a:lnTo>
                  <a:cubicBezTo>
                    <a:pt x="4828" y="1756"/>
                    <a:pt x="8370" y="7211"/>
                    <a:pt x="8480" y="13716"/>
                  </a:cubicBezTo>
                  <a:lnTo>
                    <a:pt x="10423" y="13716"/>
                  </a:lnTo>
                  <a:cubicBezTo>
                    <a:pt x="10423" y="13716"/>
                    <a:pt x="10408" y="2086"/>
                    <a:pt x="5831" y="816"/>
                  </a:cubicBezTo>
                  <a:cubicBezTo>
                    <a:pt x="4342" y="393"/>
                    <a:pt x="2194" y="48"/>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8"/>
            <p:cNvSpPr/>
            <p:nvPr/>
          </p:nvSpPr>
          <p:spPr>
            <a:xfrm>
              <a:off x="2214550" y="2082600"/>
              <a:ext cx="186525" cy="339350"/>
            </a:xfrm>
            <a:custGeom>
              <a:avLst/>
              <a:gdLst/>
              <a:ahLst/>
              <a:cxnLst/>
              <a:rect l="l" t="t" r="r" b="b"/>
              <a:pathLst>
                <a:path w="7461" h="13574" extrusionOk="0">
                  <a:moveTo>
                    <a:pt x="7461" y="0"/>
                  </a:moveTo>
                  <a:lnTo>
                    <a:pt x="7461" y="0"/>
                  </a:lnTo>
                  <a:cubicBezTo>
                    <a:pt x="5847" y="188"/>
                    <a:pt x="4342" y="611"/>
                    <a:pt x="3151" y="1379"/>
                  </a:cubicBezTo>
                  <a:cubicBezTo>
                    <a:pt x="0" y="3386"/>
                    <a:pt x="862" y="13574"/>
                    <a:pt x="862" y="13574"/>
                  </a:cubicBezTo>
                  <a:lnTo>
                    <a:pt x="7006" y="13574"/>
                  </a:lnTo>
                  <a:cubicBezTo>
                    <a:pt x="6489" y="12320"/>
                    <a:pt x="3746" y="2100"/>
                    <a:pt x="74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8"/>
            <p:cNvSpPr/>
            <p:nvPr/>
          </p:nvSpPr>
          <p:spPr>
            <a:xfrm>
              <a:off x="2218450" y="2136675"/>
              <a:ext cx="85075" cy="285275"/>
            </a:xfrm>
            <a:custGeom>
              <a:avLst/>
              <a:gdLst/>
              <a:ahLst/>
              <a:cxnLst/>
              <a:rect l="l" t="t" r="r" b="b"/>
              <a:pathLst>
                <a:path w="3403" h="11411" extrusionOk="0">
                  <a:moveTo>
                    <a:pt x="2195" y="0"/>
                  </a:moveTo>
                  <a:lnTo>
                    <a:pt x="2195" y="0"/>
                  </a:lnTo>
                  <a:cubicBezTo>
                    <a:pt x="1" y="3088"/>
                    <a:pt x="706" y="11411"/>
                    <a:pt x="706" y="11411"/>
                  </a:cubicBezTo>
                  <a:lnTo>
                    <a:pt x="3402" y="11411"/>
                  </a:lnTo>
                  <a:cubicBezTo>
                    <a:pt x="2399" y="9373"/>
                    <a:pt x="1803" y="6771"/>
                    <a:pt x="1803" y="3903"/>
                  </a:cubicBezTo>
                  <a:cubicBezTo>
                    <a:pt x="1803" y="2539"/>
                    <a:pt x="1944" y="1223"/>
                    <a:pt x="219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8"/>
            <p:cNvSpPr/>
            <p:nvPr/>
          </p:nvSpPr>
          <p:spPr>
            <a:xfrm>
              <a:off x="2234125" y="2405350"/>
              <a:ext cx="769250" cy="21700"/>
            </a:xfrm>
            <a:custGeom>
              <a:avLst/>
              <a:gdLst/>
              <a:ahLst/>
              <a:cxnLst/>
              <a:rect l="l" t="t" r="r" b="b"/>
              <a:pathLst>
                <a:path w="30770" h="868" extrusionOk="0">
                  <a:moveTo>
                    <a:pt x="28366" y="1"/>
                  </a:moveTo>
                  <a:cubicBezTo>
                    <a:pt x="25060" y="1"/>
                    <a:pt x="17454" y="460"/>
                    <a:pt x="1" y="460"/>
                  </a:cubicBezTo>
                  <a:lnTo>
                    <a:pt x="79" y="868"/>
                  </a:lnTo>
                  <a:lnTo>
                    <a:pt x="30472" y="868"/>
                  </a:lnTo>
                  <a:cubicBezTo>
                    <a:pt x="30597" y="868"/>
                    <a:pt x="30707" y="774"/>
                    <a:pt x="30738" y="633"/>
                  </a:cubicBezTo>
                  <a:cubicBezTo>
                    <a:pt x="30769" y="492"/>
                    <a:pt x="30722" y="335"/>
                    <a:pt x="30613" y="272"/>
                  </a:cubicBezTo>
                  <a:cubicBezTo>
                    <a:pt x="30307" y="73"/>
                    <a:pt x="29672" y="1"/>
                    <a:pt x="28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8"/>
            <p:cNvSpPr/>
            <p:nvPr/>
          </p:nvSpPr>
          <p:spPr>
            <a:xfrm>
              <a:off x="2458675" y="2405300"/>
              <a:ext cx="544700" cy="21750"/>
            </a:xfrm>
            <a:custGeom>
              <a:avLst/>
              <a:gdLst/>
              <a:ahLst/>
              <a:cxnLst/>
              <a:rect l="l" t="t" r="r" b="b"/>
              <a:pathLst>
                <a:path w="21788" h="870" extrusionOk="0">
                  <a:moveTo>
                    <a:pt x="19365" y="1"/>
                  </a:moveTo>
                  <a:cubicBezTo>
                    <a:pt x="16687" y="1"/>
                    <a:pt x="11205" y="300"/>
                    <a:pt x="0" y="415"/>
                  </a:cubicBezTo>
                  <a:cubicBezTo>
                    <a:pt x="173" y="572"/>
                    <a:pt x="329" y="713"/>
                    <a:pt x="455" y="870"/>
                  </a:cubicBezTo>
                  <a:lnTo>
                    <a:pt x="21490" y="870"/>
                  </a:lnTo>
                  <a:cubicBezTo>
                    <a:pt x="21615" y="870"/>
                    <a:pt x="21725" y="776"/>
                    <a:pt x="21756" y="635"/>
                  </a:cubicBezTo>
                  <a:cubicBezTo>
                    <a:pt x="21787" y="494"/>
                    <a:pt x="21740" y="337"/>
                    <a:pt x="21631" y="274"/>
                  </a:cubicBezTo>
                  <a:cubicBezTo>
                    <a:pt x="21321" y="73"/>
                    <a:pt x="20681" y="1"/>
                    <a:pt x="193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8"/>
            <p:cNvSpPr/>
            <p:nvPr/>
          </p:nvSpPr>
          <p:spPr>
            <a:xfrm>
              <a:off x="2510000" y="2158925"/>
              <a:ext cx="154200" cy="210375"/>
            </a:xfrm>
            <a:custGeom>
              <a:avLst/>
              <a:gdLst/>
              <a:ahLst/>
              <a:cxnLst/>
              <a:rect l="l" t="t" r="r" b="b"/>
              <a:pathLst>
                <a:path w="6168" h="8415" extrusionOk="0">
                  <a:moveTo>
                    <a:pt x="452" y="1"/>
                  </a:moveTo>
                  <a:cubicBezTo>
                    <a:pt x="194" y="1"/>
                    <a:pt x="0" y="229"/>
                    <a:pt x="0" y="568"/>
                  </a:cubicBezTo>
                  <a:cubicBezTo>
                    <a:pt x="0" y="1195"/>
                    <a:pt x="2602" y="3765"/>
                    <a:pt x="5925" y="8358"/>
                  </a:cubicBezTo>
                  <a:cubicBezTo>
                    <a:pt x="5949" y="8398"/>
                    <a:pt x="5979" y="8415"/>
                    <a:pt x="6007" y="8415"/>
                  </a:cubicBezTo>
                  <a:cubicBezTo>
                    <a:pt x="6090" y="8415"/>
                    <a:pt x="6168" y="8275"/>
                    <a:pt x="6098" y="8170"/>
                  </a:cubicBezTo>
                  <a:cubicBezTo>
                    <a:pt x="2775" y="3562"/>
                    <a:pt x="1004" y="66"/>
                    <a:pt x="502" y="4"/>
                  </a:cubicBezTo>
                  <a:cubicBezTo>
                    <a:pt x="485" y="2"/>
                    <a:pt x="469" y="1"/>
                    <a:pt x="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8"/>
            <p:cNvSpPr/>
            <p:nvPr/>
          </p:nvSpPr>
          <p:spPr>
            <a:xfrm>
              <a:off x="2634600" y="2331025"/>
              <a:ext cx="30200" cy="40400"/>
            </a:xfrm>
            <a:custGeom>
              <a:avLst/>
              <a:gdLst/>
              <a:ahLst/>
              <a:cxnLst/>
              <a:rect l="l" t="t" r="r" b="b"/>
              <a:pathLst>
                <a:path w="1208" h="1616" extrusionOk="0">
                  <a:moveTo>
                    <a:pt x="220" y="1"/>
                  </a:moveTo>
                  <a:lnTo>
                    <a:pt x="1" y="251"/>
                  </a:lnTo>
                  <a:lnTo>
                    <a:pt x="988" y="1615"/>
                  </a:lnTo>
                  <a:lnTo>
                    <a:pt x="1208" y="1364"/>
                  </a:lnTo>
                  <a:lnTo>
                    <a:pt x="220"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8"/>
            <p:cNvSpPr/>
            <p:nvPr/>
          </p:nvSpPr>
          <p:spPr>
            <a:xfrm>
              <a:off x="2656950" y="2363225"/>
              <a:ext cx="11000" cy="10850"/>
            </a:xfrm>
            <a:custGeom>
              <a:avLst/>
              <a:gdLst/>
              <a:ahLst/>
              <a:cxnLst/>
              <a:rect l="l" t="t" r="r" b="b"/>
              <a:pathLst>
                <a:path w="440" h="434" extrusionOk="0">
                  <a:moveTo>
                    <a:pt x="332" y="1"/>
                  </a:moveTo>
                  <a:cubicBezTo>
                    <a:pt x="278" y="1"/>
                    <a:pt x="206" y="43"/>
                    <a:pt x="141" y="108"/>
                  </a:cubicBezTo>
                  <a:cubicBezTo>
                    <a:pt x="47" y="217"/>
                    <a:pt x="0" y="358"/>
                    <a:pt x="47" y="405"/>
                  </a:cubicBezTo>
                  <a:cubicBezTo>
                    <a:pt x="57" y="425"/>
                    <a:pt x="75" y="434"/>
                    <a:pt x="97" y="434"/>
                  </a:cubicBezTo>
                  <a:cubicBezTo>
                    <a:pt x="146" y="434"/>
                    <a:pt x="218" y="392"/>
                    <a:pt x="282" y="327"/>
                  </a:cubicBezTo>
                  <a:cubicBezTo>
                    <a:pt x="392" y="217"/>
                    <a:pt x="439" y="76"/>
                    <a:pt x="392" y="29"/>
                  </a:cubicBezTo>
                  <a:cubicBezTo>
                    <a:pt x="377" y="10"/>
                    <a:pt x="356" y="1"/>
                    <a:pt x="33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8"/>
            <p:cNvSpPr/>
            <p:nvPr/>
          </p:nvSpPr>
          <p:spPr>
            <a:xfrm>
              <a:off x="2533325" y="2163250"/>
              <a:ext cx="145200" cy="211525"/>
            </a:xfrm>
            <a:custGeom>
              <a:avLst/>
              <a:gdLst/>
              <a:ahLst/>
              <a:cxnLst/>
              <a:rect l="l" t="t" r="r" b="b"/>
              <a:pathLst>
                <a:path w="5808" h="8461" extrusionOk="0">
                  <a:moveTo>
                    <a:pt x="5293" y="0"/>
                  </a:moveTo>
                  <a:cubicBezTo>
                    <a:pt x="5277" y="0"/>
                    <a:pt x="5260" y="1"/>
                    <a:pt x="5243" y="3"/>
                  </a:cubicBezTo>
                  <a:cubicBezTo>
                    <a:pt x="4742" y="66"/>
                    <a:pt x="3158" y="3592"/>
                    <a:pt x="71" y="8216"/>
                  </a:cubicBezTo>
                  <a:cubicBezTo>
                    <a:pt x="1" y="8321"/>
                    <a:pt x="78" y="8461"/>
                    <a:pt x="168" y="8461"/>
                  </a:cubicBezTo>
                  <a:cubicBezTo>
                    <a:pt x="198" y="8461"/>
                    <a:pt x="231" y="8444"/>
                    <a:pt x="259" y="8404"/>
                  </a:cubicBezTo>
                  <a:cubicBezTo>
                    <a:pt x="3331" y="3780"/>
                    <a:pt x="5807" y="1194"/>
                    <a:pt x="5776" y="552"/>
                  </a:cubicBezTo>
                  <a:cubicBezTo>
                    <a:pt x="5761" y="227"/>
                    <a:pt x="5553" y="0"/>
                    <a:pt x="5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8"/>
            <p:cNvSpPr/>
            <p:nvPr/>
          </p:nvSpPr>
          <p:spPr>
            <a:xfrm>
              <a:off x="2529600" y="2368325"/>
              <a:ext cx="11000" cy="10850"/>
            </a:xfrm>
            <a:custGeom>
              <a:avLst/>
              <a:gdLst/>
              <a:ahLst/>
              <a:cxnLst/>
              <a:rect l="l" t="t" r="r" b="b"/>
              <a:pathLst>
                <a:path w="440" h="434" extrusionOk="0">
                  <a:moveTo>
                    <a:pt x="83" y="1"/>
                  </a:moveTo>
                  <a:cubicBezTo>
                    <a:pt x="59" y="1"/>
                    <a:pt x="41" y="10"/>
                    <a:pt x="32" y="29"/>
                  </a:cubicBezTo>
                  <a:cubicBezTo>
                    <a:pt x="0" y="76"/>
                    <a:pt x="47" y="217"/>
                    <a:pt x="141" y="327"/>
                  </a:cubicBezTo>
                  <a:cubicBezTo>
                    <a:pt x="217" y="391"/>
                    <a:pt x="292" y="434"/>
                    <a:pt x="342" y="434"/>
                  </a:cubicBezTo>
                  <a:cubicBezTo>
                    <a:pt x="365" y="434"/>
                    <a:pt x="382" y="425"/>
                    <a:pt x="392" y="405"/>
                  </a:cubicBezTo>
                  <a:cubicBezTo>
                    <a:pt x="439" y="358"/>
                    <a:pt x="392" y="217"/>
                    <a:pt x="282" y="123"/>
                  </a:cubicBezTo>
                  <a:cubicBezTo>
                    <a:pt x="217" y="47"/>
                    <a:pt x="137" y="1"/>
                    <a:pt x="83" y="1"/>
                  </a:cubicBezTo>
                  <a:close/>
                </a:path>
              </a:pathLst>
            </a:custGeom>
            <a:solidFill>
              <a:srgbClr val="8696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8"/>
            <p:cNvSpPr/>
            <p:nvPr/>
          </p:nvSpPr>
          <p:spPr>
            <a:xfrm>
              <a:off x="2533325" y="2281650"/>
              <a:ext cx="65650" cy="93125"/>
            </a:xfrm>
            <a:custGeom>
              <a:avLst/>
              <a:gdLst/>
              <a:ahLst/>
              <a:cxnLst/>
              <a:rect l="l" t="t" r="r" b="b"/>
              <a:pathLst>
                <a:path w="2626" h="3725" extrusionOk="0">
                  <a:moveTo>
                    <a:pt x="2265" y="1"/>
                  </a:moveTo>
                  <a:cubicBezTo>
                    <a:pt x="1638" y="1051"/>
                    <a:pt x="901" y="2226"/>
                    <a:pt x="71" y="3480"/>
                  </a:cubicBezTo>
                  <a:cubicBezTo>
                    <a:pt x="1" y="3585"/>
                    <a:pt x="78" y="3725"/>
                    <a:pt x="161" y="3725"/>
                  </a:cubicBezTo>
                  <a:cubicBezTo>
                    <a:pt x="190" y="3725"/>
                    <a:pt x="219" y="3708"/>
                    <a:pt x="243" y="3668"/>
                  </a:cubicBezTo>
                  <a:cubicBezTo>
                    <a:pt x="1105" y="2399"/>
                    <a:pt x="1904" y="1286"/>
                    <a:pt x="2626" y="314"/>
                  </a:cubicBezTo>
                  <a:cubicBezTo>
                    <a:pt x="2531" y="298"/>
                    <a:pt x="2437" y="251"/>
                    <a:pt x="2375" y="189"/>
                  </a:cubicBezTo>
                  <a:cubicBezTo>
                    <a:pt x="2328" y="126"/>
                    <a:pt x="2296" y="63"/>
                    <a:pt x="22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8"/>
            <p:cNvSpPr/>
            <p:nvPr/>
          </p:nvSpPr>
          <p:spPr>
            <a:xfrm>
              <a:off x="2517825" y="2244825"/>
              <a:ext cx="50575" cy="68975"/>
            </a:xfrm>
            <a:custGeom>
              <a:avLst/>
              <a:gdLst/>
              <a:ahLst/>
              <a:cxnLst/>
              <a:rect l="l" t="t" r="r" b="b"/>
              <a:pathLst>
                <a:path w="2023" h="2759" extrusionOk="0">
                  <a:moveTo>
                    <a:pt x="769" y="0"/>
                  </a:moveTo>
                  <a:cubicBezTo>
                    <a:pt x="769" y="0"/>
                    <a:pt x="1" y="1286"/>
                    <a:pt x="1004" y="2759"/>
                  </a:cubicBezTo>
                  <a:lnTo>
                    <a:pt x="2023" y="1223"/>
                  </a:lnTo>
                  <a:lnTo>
                    <a:pt x="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8"/>
            <p:cNvSpPr/>
            <p:nvPr/>
          </p:nvSpPr>
          <p:spPr>
            <a:xfrm>
              <a:off x="2620500" y="2252275"/>
              <a:ext cx="47050" cy="58800"/>
            </a:xfrm>
            <a:custGeom>
              <a:avLst/>
              <a:gdLst/>
              <a:ahLst/>
              <a:cxnLst/>
              <a:rect l="l" t="t" r="r" b="b"/>
              <a:pathLst>
                <a:path w="1882" h="2352" extrusionOk="0">
                  <a:moveTo>
                    <a:pt x="1113" y="0"/>
                  </a:moveTo>
                  <a:lnTo>
                    <a:pt x="1" y="1113"/>
                  </a:lnTo>
                  <a:lnTo>
                    <a:pt x="988" y="2351"/>
                  </a:lnTo>
                  <a:cubicBezTo>
                    <a:pt x="1881" y="1050"/>
                    <a:pt x="111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8"/>
            <p:cNvSpPr/>
            <p:nvPr/>
          </p:nvSpPr>
          <p:spPr>
            <a:xfrm>
              <a:off x="2367750"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8"/>
            <p:cNvSpPr/>
            <p:nvPr/>
          </p:nvSpPr>
          <p:spPr>
            <a:xfrm>
              <a:off x="2359925"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8"/>
            <p:cNvSpPr/>
            <p:nvPr/>
          </p:nvSpPr>
          <p:spPr>
            <a:xfrm>
              <a:off x="2350900"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8"/>
            <p:cNvSpPr/>
            <p:nvPr/>
          </p:nvSpPr>
          <p:spPr>
            <a:xfrm>
              <a:off x="2344625"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8"/>
            <p:cNvSpPr/>
            <p:nvPr/>
          </p:nvSpPr>
          <p:spPr>
            <a:xfrm>
              <a:off x="2342675"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8"/>
            <p:cNvSpPr/>
            <p:nvPr/>
          </p:nvSpPr>
          <p:spPr>
            <a:xfrm>
              <a:off x="2341500" y="2206800"/>
              <a:ext cx="5125" cy="20800"/>
            </a:xfrm>
            <a:custGeom>
              <a:avLst/>
              <a:gdLst/>
              <a:ahLst/>
              <a:cxnLst/>
              <a:rect l="l" t="t" r="r" b="b"/>
              <a:pathLst>
                <a:path w="205" h="832" extrusionOk="0">
                  <a:moveTo>
                    <a:pt x="189" y="1"/>
                  </a:moveTo>
                  <a:lnTo>
                    <a:pt x="0" y="16"/>
                  </a:lnTo>
                  <a:lnTo>
                    <a:pt x="32" y="832"/>
                  </a:lnTo>
                  <a:lnTo>
                    <a:pt x="204" y="832"/>
                  </a:lnTo>
                  <a:lnTo>
                    <a:pt x="1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8"/>
            <p:cNvSpPr/>
            <p:nvPr/>
          </p:nvSpPr>
          <p:spPr>
            <a:xfrm>
              <a:off x="2342275"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8"/>
            <p:cNvSpPr/>
            <p:nvPr/>
          </p:nvSpPr>
          <p:spPr>
            <a:xfrm>
              <a:off x="2348150" y="2138225"/>
              <a:ext cx="7475" cy="18450"/>
            </a:xfrm>
            <a:custGeom>
              <a:avLst/>
              <a:gdLst/>
              <a:ahLst/>
              <a:cxnLst/>
              <a:rect l="l" t="t" r="r" b="b"/>
              <a:pathLst>
                <a:path w="299" h="738" extrusionOk="0">
                  <a:moveTo>
                    <a:pt x="142" y="1"/>
                  </a:moveTo>
                  <a:lnTo>
                    <a:pt x="1" y="690"/>
                  </a:lnTo>
                  <a:lnTo>
                    <a:pt x="173" y="737"/>
                  </a:lnTo>
                  <a:lnTo>
                    <a:pt x="299" y="32"/>
                  </a:lnTo>
                  <a:lnTo>
                    <a:pt x="1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8"/>
            <p:cNvSpPr/>
            <p:nvPr/>
          </p:nvSpPr>
          <p:spPr>
            <a:xfrm>
              <a:off x="2357175" y="2106875"/>
              <a:ext cx="11000" cy="18450"/>
            </a:xfrm>
            <a:custGeom>
              <a:avLst/>
              <a:gdLst/>
              <a:ahLst/>
              <a:cxnLst/>
              <a:rect l="l" t="t" r="r" b="b"/>
              <a:pathLst>
                <a:path w="440" h="738" extrusionOk="0">
                  <a:moveTo>
                    <a:pt x="283" y="1"/>
                  </a:moveTo>
                  <a:lnTo>
                    <a:pt x="0" y="643"/>
                  </a:lnTo>
                  <a:lnTo>
                    <a:pt x="157" y="738"/>
                  </a:lnTo>
                  <a:lnTo>
                    <a:pt x="439" y="95"/>
                  </a:lnTo>
                  <a:lnTo>
                    <a:pt x="2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8"/>
            <p:cNvSpPr/>
            <p:nvPr/>
          </p:nvSpPr>
          <p:spPr>
            <a:xfrm>
              <a:off x="2370500" y="2088475"/>
              <a:ext cx="12550" cy="12550"/>
            </a:xfrm>
            <a:custGeom>
              <a:avLst/>
              <a:gdLst/>
              <a:ahLst/>
              <a:cxnLst/>
              <a:rect l="l" t="t" r="r" b="b"/>
              <a:pathLst>
                <a:path w="502" h="502" extrusionOk="0">
                  <a:moveTo>
                    <a:pt x="361" y="0"/>
                  </a:moveTo>
                  <a:lnTo>
                    <a:pt x="0" y="408"/>
                  </a:lnTo>
                  <a:lnTo>
                    <a:pt x="157" y="502"/>
                  </a:lnTo>
                  <a:lnTo>
                    <a:pt x="502" y="94"/>
                  </a:lnTo>
                  <a:lnTo>
                    <a:pt x="3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8"/>
            <p:cNvSpPr/>
            <p:nvPr/>
          </p:nvSpPr>
          <p:spPr>
            <a:xfrm>
              <a:off x="2388125"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8"/>
            <p:cNvSpPr/>
            <p:nvPr/>
          </p:nvSpPr>
          <p:spPr>
            <a:xfrm>
              <a:off x="2380300"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8"/>
            <p:cNvSpPr/>
            <p:nvPr/>
          </p:nvSpPr>
          <p:spPr>
            <a:xfrm>
              <a:off x="2371275"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8"/>
            <p:cNvSpPr/>
            <p:nvPr/>
          </p:nvSpPr>
          <p:spPr>
            <a:xfrm>
              <a:off x="2365000"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8"/>
            <p:cNvSpPr/>
            <p:nvPr/>
          </p:nvSpPr>
          <p:spPr>
            <a:xfrm>
              <a:off x="2363050"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8"/>
            <p:cNvSpPr/>
            <p:nvPr/>
          </p:nvSpPr>
          <p:spPr>
            <a:xfrm>
              <a:off x="2361875" y="2206800"/>
              <a:ext cx="5125" cy="20800"/>
            </a:xfrm>
            <a:custGeom>
              <a:avLst/>
              <a:gdLst/>
              <a:ahLst/>
              <a:cxnLst/>
              <a:rect l="l" t="t" r="r" b="b"/>
              <a:pathLst>
                <a:path w="205" h="832" extrusionOk="0">
                  <a:moveTo>
                    <a:pt x="173" y="1"/>
                  </a:moveTo>
                  <a:lnTo>
                    <a:pt x="1" y="16"/>
                  </a:lnTo>
                  <a:lnTo>
                    <a:pt x="32" y="832"/>
                  </a:lnTo>
                  <a:lnTo>
                    <a:pt x="204" y="832"/>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8"/>
            <p:cNvSpPr/>
            <p:nvPr/>
          </p:nvSpPr>
          <p:spPr>
            <a:xfrm>
              <a:off x="2362650"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8"/>
            <p:cNvSpPr/>
            <p:nvPr/>
          </p:nvSpPr>
          <p:spPr>
            <a:xfrm>
              <a:off x="2368550" y="2138225"/>
              <a:ext cx="7450" cy="18450"/>
            </a:xfrm>
            <a:custGeom>
              <a:avLst/>
              <a:gdLst/>
              <a:ahLst/>
              <a:cxnLst/>
              <a:rect l="l" t="t" r="r" b="b"/>
              <a:pathLst>
                <a:path w="298" h="738" extrusionOk="0">
                  <a:moveTo>
                    <a:pt x="141" y="1"/>
                  </a:moveTo>
                  <a:lnTo>
                    <a:pt x="0" y="690"/>
                  </a:lnTo>
                  <a:lnTo>
                    <a:pt x="172" y="737"/>
                  </a:lnTo>
                  <a:lnTo>
                    <a:pt x="298" y="32"/>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8"/>
            <p:cNvSpPr/>
            <p:nvPr/>
          </p:nvSpPr>
          <p:spPr>
            <a:xfrm>
              <a:off x="2377550" y="2106875"/>
              <a:ext cx="11000" cy="18450"/>
            </a:xfrm>
            <a:custGeom>
              <a:avLst/>
              <a:gdLst/>
              <a:ahLst/>
              <a:cxnLst/>
              <a:rect l="l" t="t" r="r" b="b"/>
              <a:pathLst>
                <a:path w="440" h="738" extrusionOk="0">
                  <a:moveTo>
                    <a:pt x="283" y="1"/>
                  </a:moveTo>
                  <a:lnTo>
                    <a:pt x="1" y="643"/>
                  </a:lnTo>
                  <a:lnTo>
                    <a:pt x="157" y="738"/>
                  </a:lnTo>
                  <a:lnTo>
                    <a:pt x="439" y="95"/>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8"/>
            <p:cNvSpPr/>
            <p:nvPr/>
          </p:nvSpPr>
          <p:spPr>
            <a:xfrm>
              <a:off x="2390875" y="2088475"/>
              <a:ext cx="12575" cy="12550"/>
            </a:xfrm>
            <a:custGeom>
              <a:avLst/>
              <a:gdLst/>
              <a:ahLst/>
              <a:cxnLst/>
              <a:rect l="l" t="t" r="r" b="b"/>
              <a:pathLst>
                <a:path w="503" h="502" extrusionOk="0">
                  <a:moveTo>
                    <a:pt x="361" y="0"/>
                  </a:moveTo>
                  <a:lnTo>
                    <a:pt x="0" y="408"/>
                  </a:lnTo>
                  <a:lnTo>
                    <a:pt x="157" y="502"/>
                  </a:lnTo>
                  <a:lnTo>
                    <a:pt x="502" y="94"/>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8"/>
            <p:cNvSpPr/>
            <p:nvPr/>
          </p:nvSpPr>
          <p:spPr>
            <a:xfrm>
              <a:off x="2504125" y="2192300"/>
              <a:ext cx="170475" cy="178725"/>
            </a:xfrm>
            <a:custGeom>
              <a:avLst/>
              <a:gdLst/>
              <a:ahLst/>
              <a:cxnLst/>
              <a:rect l="l" t="t" r="r" b="b"/>
              <a:pathLst>
                <a:path w="6819" h="7149" extrusionOk="0">
                  <a:moveTo>
                    <a:pt x="2649" y="1"/>
                  </a:moveTo>
                  <a:cubicBezTo>
                    <a:pt x="2148" y="95"/>
                    <a:pt x="1677" y="299"/>
                    <a:pt x="1286" y="596"/>
                  </a:cubicBezTo>
                  <a:lnTo>
                    <a:pt x="1411" y="816"/>
                  </a:lnTo>
                  <a:cubicBezTo>
                    <a:pt x="1787" y="534"/>
                    <a:pt x="2226" y="346"/>
                    <a:pt x="2681" y="267"/>
                  </a:cubicBezTo>
                  <a:lnTo>
                    <a:pt x="2649" y="1"/>
                  </a:lnTo>
                  <a:close/>
                  <a:moveTo>
                    <a:pt x="4107" y="95"/>
                  </a:moveTo>
                  <a:lnTo>
                    <a:pt x="4060" y="346"/>
                  </a:lnTo>
                  <a:cubicBezTo>
                    <a:pt x="4499" y="487"/>
                    <a:pt x="4922" y="706"/>
                    <a:pt x="5298" y="1020"/>
                  </a:cubicBezTo>
                  <a:lnTo>
                    <a:pt x="5424" y="800"/>
                  </a:lnTo>
                  <a:cubicBezTo>
                    <a:pt x="5032" y="471"/>
                    <a:pt x="4593" y="236"/>
                    <a:pt x="4107" y="95"/>
                  </a:cubicBezTo>
                  <a:close/>
                  <a:moveTo>
                    <a:pt x="314" y="1850"/>
                  </a:moveTo>
                  <a:cubicBezTo>
                    <a:pt x="110" y="2305"/>
                    <a:pt x="0" y="2791"/>
                    <a:pt x="0" y="3308"/>
                  </a:cubicBezTo>
                  <a:cubicBezTo>
                    <a:pt x="0" y="3355"/>
                    <a:pt x="0" y="3418"/>
                    <a:pt x="16" y="3481"/>
                  </a:cubicBezTo>
                  <a:lnTo>
                    <a:pt x="235" y="3465"/>
                  </a:lnTo>
                  <a:cubicBezTo>
                    <a:pt x="235" y="3418"/>
                    <a:pt x="235" y="3355"/>
                    <a:pt x="235" y="3308"/>
                  </a:cubicBezTo>
                  <a:cubicBezTo>
                    <a:pt x="235" y="2838"/>
                    <a:pt x="329" y="2383"/>
                    <a:pt x="518" y="1976"/>
                  </a:cubicBezTo>
                  <a:lnTo>
                    <a:pt x="314" y="1850"/>
                  </a:lnTo>
                  <a:close/>
                  <a:moveTo>
                    <a:pt x="6411" y="2039"/>
                  </a:moveTo>
                  <a:lnTo>
                    <a:pt x="6207" y="2180"/>
                  </a:lnTo>
                  <a:cubicBezTo>
                    <a:pt x="6442" y="2634"/>
                    <a:pt x="6568" y="3136"/>
                    <a:pt x="6599" y="3637"/>
                  </a:cubicBezTo>
                  <a:lnTo>
                    <a:pt x="6599" y="3653"/>
                  </a:lnTo>
                  <a:lnTo>
                    <a:pt x="6819" y="3637"/>
                  </a:lnTo>
                  <a:cubicBezTo>
                    <a:pt x="6803" y="3073"/>
                    <a:pt x="6662" y="2540"/>
                    <a:pt x="6411" y="2039"/>
                  </a:cubicBezTo>
                  <a:close/>
                  <a:moveTo>
                    <a:pt x="627" y="4938"/>
                  </a:moveTo>
                  <a:lnTo>
                    <a:pt x="424" y="5064"/>
                  </a:lnTo>
                  <a:cubicBezTo>
                    <a:pt x="659" y="5534"/>
                    <a:pt x="1003" y="5973"/>
                    <a:pt x="1395" y="6302"/>
                  </a:cubicBezTo>
                  <a:lnTo>
                    <a:pt x="1536" y="6098"/>
                  </a:lnTo>
                  <a:cubicBezTo>
                    <a:pt x="1160" y="5769"/>
                    <a:pt x="847" y="5377"/>
                    <a:pt x="627" y="4938"/>
                  </a:cubicBezTo>
                  <a:close/>
                  <a:moveTo>
                    <a:pt x="6317" y="5158"/>
                  </a:moveTo>
                  <a:cubicBezTo>
                    <a:pt x="6113" y="5612"/>
                    <a:pt x="5800" y="6004"/>
                    <a:pt x="5424" y="6302"/>
                  </a:cubicBezTo>
                  <a:lnTo>
                    <a:pt x="5549" y="6521"/>
                  </a:lnTo>
                  <a:cubicBezTo>
                    <a:pt x="5972" y="6192"/>
                    <a:pt x="6301" y="5769"/>
                    <a:pt x="6521" y="5267"/>
                  </a:cubicBezTo>
                  <a:lnTo>
                    <a:pt x="6317" y="5158"/>
                  </a:lnTo>
                  <a:close/>
                  <a:moveTo>
                    <a:pt x="2775" y="6756"/>
                  </a:moveTo>
                  <a:lnTo>
                    <a:pt x="2712" y="7023"/>
                  </a:lnTo>
                  <a:cubicBezTo>
                    <a:pt x="2994" y="7101"/>
                    <a:pt x="3292" y="7148"/>
                    <a:pt x="3574" y="7148"/>
                  </a:cubicBezTo>
                  <a:lnTo>
                    <a:pt x="3652" y="7148"/>
                  </a:lnTo>
                  <a:cubicBezTo>
                    <a:pt x="3841" y="7148"/>
                    <a:pt x="4013" y="7133"/>
                    <a:pt x="4185" y="7117"/>
                  </a:cubicBezTo>
                  <a:lnTo>
                    <a:pt x="4138" y="6851"/>
                  </a:lnTo>
                  <a:cubicBezTo>
                    <a:pt x="3982" y="6882"/>
                    <a:pt x="3825" y="6898"/>
                    <a:pt x="3652" y="6898"/>
                  </a:cubicBezTo>
                  <a:lnTo>
                    <a:pt x="3574" y="6882"/>
                  </a:lnTo>
                  <a:cubicBezTo>
                    <a:pt x="3308" y="6882"/>
                    <a:pt x="3041" y="6835"/>
                    <a:pt x="2775" y="67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6" name="Google Shape;2156;p8"/>
          <p:cNvGrpSpPr/>
          <p:nvPr/>
        </p:nvGrpSpPr>
        <p:grpSpPr>
          <a:xfrm>
            <a:off x="8014764" y="1787441"/>
            <a:ext cx="832278" cy="755422"/>
            <a:chOff x="7435952" y="276894"/>
            <a:chExt cx="1111483" cy="1008844"/>
          </a:xfrm>
        </p:grpSpPr>
        <p:sp>
          <p:nvSpPr>
            <p:cNvPr id="2157" name="Google Shape;2157;p8"/>
            <p:cNvSpPr/>
            <p:nvPr/>
          </p:nvSpPr>
          <p:spPr>
            <a:xfrm>
              <a:off x="8129850" y="867480"/>
              <a:ext cx="364813" cy="418258"/>
            </a:xfrm>
            <a:custGeom>
              <a:avLst/>
              <a:gdLst/>
              <a:ahLst/>
              <a:cxnLst/>
              <a:rect l="l" t="t" r="r" b="b"/>
              <a:pathLst>
                <a:path w="8669" h="9939" extrusionOk="0">
                  <a:moveTo>
                    <a:pt x="5330" y="1"/>
                  </a:moveTo>
                  <a:lnTo>
                    <a:pt x="1" y="7681"/>
                  </a:lnTo>
                  <a:lnTo>
                    <a:pt x="1615" y="9938"/>
                  </a:lnTo>
                  <a:cubicBezTo>
                    <a:pt x="1615" y="9938"/>
                    <a:pt x="8668" y="8042"/>
                    <a:pt x="8543" y="3480"/>
                  </a:cubicBezTo>
                  <a:cubicBezTo>
                    <a:pt x="7932" y="1537"/>
                    <a:pt x="5330" y="1"/>
                    <a:pt x="53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8"/>
            <p:cNvSpPr/>
            <p:nvPr/>
          </p:nvSpPr>
          <p:spPr>
            <a:xfrm>
              <a:off x="7435952" y="276894"/>
              <a:ext cx="959102" cy="937219"/>
            </a:xfrm>
            <a:custGeom>
              <a:avLst/>
              <a:gdLst/>
              <a:ahLst/>
              <a:cxnLst/>
              <a:rect l="l" t="t" r="r" b="b"/>
              <a:pathLst>
                <a:path w="22791" h="22271" extrusionOk="0">
                  <a:moveTo>
                    <a:pt x="10906" y="0"/>
                  </a:moveTo>
                  <a:cubicBezTo>
                    <a:pt x="6143" y="0"/>
                    <a:pt x="1714" y="3714"/>
                    <a:pt x="1756" y="4991"/>
                  </a:cubicBezTo>
                  <a:cubicBezTo>
                    <a:pt x="1928" y="10053"/>
                    <a:pt x="11192" y="10414"/>
                    <a:pt x="10471" y="13470"/>
                  </a:cubicBezTo>
                  <a:cubicBezTo>
                    <a:pt x="10258" y="13836"/>
                    <a:pt x="9713" y="13960"/>
                    <a:pt x="8984" y="13960"/>
                  </a:cubicBezTo>
                  <a:cubicBezTo>
                    <a:pt x="7470" y="13960"/>
                    <a:pt x="5161" y="13428"/>
                    <a:pt x="3378" y="13428"/>
                  </a:cubicBezTo>
                  <a:cubicBezTo>
                    <a:pt x="2156" y="13428"/>
                    <a:pt x="1180" y="13678"/>
                    <a:pt x="878" y="14521"/>
                  </a:cubicBezTo>
                  <a:cubicBezTo>
                    <a:pt x="0" y="16997"/>
                    <a:pt x="5659" y="19803"/>
                    <a:pt x="8292" y="20916"/>
                  </a:cubicBezTo>
                  <a:cubicBezTo>
                    <a:pt x="10532" y="21855"/>
                    <a:pt x="12785" y="22271"/>
                    <a:pt x="14676" y="22271"/>
                  </a:cubicBezTo>
                  <a:cubicBezTo>
                    <a:pt x="15657" y="22271"/>
                    <a:pt x="16540" y="22159"/>
                    <a:pt x="17273" y="21950"/>
                  </a:cubicBezTo>
                  <a:cubicBezTo>
                    <a:pt x="19139" y="21417"/>
                    <a:pt x="22665" y="18016"/>
                    <a:pt x="22744" y="14113"/>
                  </a:cubicBezTo>
                  <a:cubicBezTo>
                    <a:pt x="22791" y="11746"/>
                    <a:pt x="20800" y="7373"/>
                    <a:pt x="18700" y="4708"/>
                  </a:cubicBezTo>
                  <a:cubicBezTo>
                    <a:pt x="18135" y="3987"/>
                    <a:pt x="16317" y="915"/>
                    <a:pt x="12587" y="163"/>
                  </a:cubicBezTo>
                  <a:cubicBezTo>
                    <a:pt x="12026" y="51"/>
                    <a:pt x="11464" y="0"/>
                    <a:pt x="10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8"/>
            <p:cNvSpPr/>
            <p:nvPr/>
          </p:nvSpPr>
          <p:spPr>
            <a:xfrm>
              <a:off x="7720892" y="679498"/>
              <a:ext cx="123386" cy="237514"/>
            </a:xfrm>
            <a:custGeom>
              <a:avLst/>
              <a:gdLst/>
              <a:ahLst/>
              <a:cxnLst/>
              <a:rect l="l" t="t" r="r" b="b"/>
              <a:pathLst>
                <a:path w="2932" h="5644" extrusionOk="0">
                  <a:moveTo>
                    <a:pt x="674" y="1"/>
                  </a:moveTo>
                  <a:lnTo>
                    <a:pt x="674" y="1"/>
                  </a:lnTo>
                  <a:cubicBezTo>
                    <a:pt x="1098" y="2806"/>
                    <a:pt x="0" y="4624"/>
                    <a:pt x="0" y="4624"/>
                  </a:cubicBezTo>
                  <a:lnTo>
                    <a:pt x="2555" y="5643"/>
                  </a:lnTo>
                  <a:cubicBezTo>
                    <a:pt x="1615" y="3198"/>
                    <a:pt x="2932" y="1239"/>
                    <a:pt x="2932" y="1239"/>
                  </a:cubicBezTo>
                  <a:lnTo>
                    <a:pt x="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0" name="Google Shape;2160;p8"/>
            <p:cNvSpPr/>
            <p:nvPr/>
          </p:nvSpPr>
          <p:spPr>
            <a:xfrm>
              <a:off x="7561273" y="612881"/>
              <a:ext cx="142491" cy="246730"/>
            </a:xfrm>
            <a:custGeom>
              <a:avLst/>
              <a:gdLst/>
              <a:ahLst/>
              <a:cxnLst/>
              <a:rect l="l" t="t" r="r" b="b"/>
              <a:pathLst>
                <a:path w="3386" h="5863" extrusionOk="0">
                  <a:moveTo>
                    <a:pt x="878" y="0"/>
                  </a:moveTo>
                  <a:cubicBezTo>
                    <a:pt x="1019" y="3590"/>
                    <a:pt x="0" y="5722"/>
                    <a:pt x="0" y="5722"/>
                  </a:cubicBezTo>
                  <a:lnTo>
                    <a:pt x="2634" y="5863"/>
                  </a:lnTo>
                  <a:cubicBezTo>
                    <a:pt x="1819" y="3010"/>
                    <a:pt x="3386" y="1474"/>
                    <a:pt x="3386" y="1474"/>
                  </a:cubicBezTo>
                  <a:lnTo>
                    <a:pt x="8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1" name="Google Shape;2161;p8"/>
            <p:cNvSpPr/>
            <p:nvPr/>
          </p:nvSpPr>
          <p:spPr>
            <a:xfrm>
              <a:off x="7466924" y="294274"/>
              <a:ext cx="902417" cy="892864"/>
            </a:xfrm>
            <a:custGeom>
              <a:avLst/>
              <a:gdLst/>
              <a:ahLst/>
              <a:cxnLst/>
              <a:rect l="l" t="t" r="r" b="b"/>
              <a:pathLst>
                <a:path w="21444" h="21217" extrusionOk="0">
                  <a:moveTo>
                    <a:pt x="10024" y="0"/>
                  </a:moveTo>
                  <a:cubicBezTo>
                    <a:pt x="5564" y="0"/>
                    <a:pt x="1715" y="3185"/>
                    <a:pt x="1756" y="4405"/>
                  </a:cubicBezTo>
                  <a:cubicBezTo>
                    <a:pt x="988" y="8042"/>
                    <a:pt x="11020" y="10299"/>
                    <a:pt x="10330" y="13246"/>
                  </a:cubicBezTo>
                  <a:cubicBezTo>
                    <a:pt x="10054" y="13723"/>
                    <a:pt x="9157" y="13860"/>
                    <a:pt x="8019" y="13860"/>
                  </a:cubicBezTo>
                  <a:cubicBezTo>
                    <a:pt x="6510" y="13860"/>
                    <a:pt x="4578" y="13621"/>
                    <a:pt x="3102" y="13621"/>
                  </a:cubicBezTo>
                  <a:cubicBezTo>
                    <a:pt x="1966" y="13621"/>
                    <a:pt x="1101" y="13762"/>
                    <a:pt x="910" y="14264"/>
                  </a:cubicBezTo>
                  <a:cubicBezTo>
                    <a:pt x="1" y="16616"/>
                    <a:pt x="5408" y="18716"/>
                    <a:pt x="7948" y="19782"/>
                  </a:cubicBezTo>
                  <a:cubicBezTo>
                    <a:pt x="10246" y="20738"/>
                    <a:pt x="12413" y="21217"/>
                    <a:pt x="14217" y="21217"/>
                  </a:cubicBezTo>
                  <a:cubicBezTo>
                    <a:pt x="14984" y="21217"/>
                    <a:pt x="15685" y="21130"/>
                    <a:pt x="16302" y="20957"/>
                  </a:cubicBezTo>
                  <a:cubicBezTo>
                    <a:pt x="18120" y="20456"/>
                    <a:pt x="21334" y="17211"/>
                    <a:pt x="21412" y="13449"/>
                  </a:cubicBezTo>
                  <a:cubicBezTo>
                    <a:pt x="21443" y="11161"/>
                    <a:pt x="19703" y="7117"/>
                    <a:pt x="17697" y="4546"/>
                  </a:cubicBezTo>
                  <a:cubicBezTo>
                    <a:pt x="17149" y="3841"/>
                    <a:pt x="15393" y="894"/>
                    <a:pt x="11788" y="173"/>
                  </a:cubicBezTo>
                  <a:cubicBezTo>
                    <a:pt x="11194" y="54"/>
                    <a:pt x="10604" y="0"/>
                    <a:pt x="100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8"/>
            <p:cNvSpPr/>
            <p:nvPr/>
          </p:nvSpPr>
          <p:spPr>
            <a:xfrm>
              <a:off x="7532236" y="902493"/>
              <a:ext cx="645503" cy="269875"/>
            </a:xfrm>
            <a:custGeom>
              <a:avLst/>
              <a:gdLst/>
              <a:ahLst/>
              <a:cxnLst/>
              <a:rect l="l" t="t" r="r" b="b"/>
              <a:pathLst>
                <a:path w="15339" h="6413" extrusionOk="0">
                  <a:moveTo>
                    <a:pt x="2099" y="1"/>
                  </a:moveTo>
                  <a:cubicBezTo>
                    <a:pt x="898" y="1"/>
                    <a:pt x="63" y="124"/>
                    <a:pt x="48" y="532"/>
                  </a:cubicBezTo>
                  <a:cubicBezTo>
                    <a:pt x="1" y="1771"/>
                    <a:pt x="1646" y="2978"/>
                    <a:pt x="6741" y="5172"/>
                  </a:cubicBezTo>
                  <a:cubicBezTo>
                    <a:pt x="8645" y="5982"/>
                    <a:pt x="10909" y="6413"/>
                    <a:pt x="12601" y="6413"/>
                  </a:cubicBezTo>
                  <a:cubicBezTo>
                    <a:pt x="13987" y="6413"/>
                    <a:pt x="14989" y="6124"/>
                    <a:pt x="15095" y="5517"/>
                  </a:cubicBezTo>
                  <a:cubicBezTo>
                    <a:pt x="15338" y="4195"/>
                    <a:pt x="11823" y="176"/>
                    <a:pt x="10209" y="176"/>
                  </a:cubicBezTo>
                  <a:cubicBezTo>
                    <a:pt x="10159" y="176"/>
                    <a:pt x="10110" y="179"/>
                    <a:pt x="10064" y="188"/>
                  </a:cubicBezTo>
                  <a:cubicBezTo>
                    <a:pt x="9657" y="259"/>
                    <a:pt x="9132" y="286"/>
                    <a:pt x="8535" y="286"/>
                  </a:cubicBezTo>
                  <a:cubicBezTo>
                    <a:pt x="6605" y="286"/>
                    <a:pt x="3927" y="1"/>
                    <a:pt x="209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8"/>
            <p:cNvSpPr/>
            <p:nvPr/>
          </p:nvSpPr>
          <p:spPr>
            <a:xfrm>
              <a:off x="7554035" y="407013"/>
              <a:ext cx="606198" cy="522202"/>
            </a:xfrm>
            <a:custGeom>
              <a:avLst/>
              <a:gdLst/>
              <a:ahLst/>
              <a:cxnLst/>
              <a:rect l="l" t="t" r="r" b="b"/>
              <a:pathLst>
                <a:path w="14405" h="12409" extrusionOk="0">
                  <a:moveTo>
                    <a:pt x="3614" y="0"/>
                  </a:moveTo>
                  <a:cubicBezTo>
                    <a:pt x="2476" y="0"/>
                    <a:pt x="0" y="2670"/>
                    <a:pt x="1379" y="3419"/>
                  </a:cubicBezTo>
                  <a:cubicBezTo>
                    <a:pt x="5392" y="5613"/>
                    <a:pt x="11458" y="12228"/>
                    <a:pt x="11944" y="12385"/>
                  </a:cubicBezTo>
                  <a:cubicBezTo>
                    <a:pt x="11993" y="12401"/>
                    <a:pt x="12050" y="12408"/>
                    <a:pt x="12113" y="12408"/>
                  </a:cubicBezTo>
                  <a:cubicBezTo>
                    <a:pt x="12783" y="12408"/>
                    <a:pt x="14115" y="11537"/>
                    <a:pt x="14201" y="10849"/>
                  </a:cubicBezTo>
                  <a:cubicBezTo>
                    <a:pt x="14405" y="9172"/>
                    <a:pt x="5047" y="347"/>
                    <a:pt x="3762" y="18"/>
                  </a:cubicBezTo>
                  <a:cubicBezTo>
                    <a:pt x="3716" y="6"/>
                    <a:pt x="3666" y="0"/>
                    <a:pt x="36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8"/>
            <p:cNvSpPr/>
            <p:nvPr/>
          </p:nvSpPr>
          <p:spPr>
            <a:xfrm>
              <a:off x="7667195" y="350707"/>
              <a:ext cx="583390" cy="501245"/>
            </a:xfrm>
            <a:custGeom>
              <a:avLst/>
              <a:gdLst/>
              <a:ahLst/>
              <a:cxnLst/>
              <a:rect l="l" t="t" r="r" b="b"/>
              <a:pathLst>
                <a:path w="13863" h="11911" extrusionOk="0">
                  <a:moveTo>
                    <a:pt x="4311" y="1"/>
                  </a:moveTo>
                  <a:cubicBezTo>
                    <a:pt x="2794" y="1"/>
                    <a:pt x="0" y="503"/>
                    <a:pt x="1323" y="1826"/>
                  </a:cubicBezTo>
                  <a:cubicBezTo>
                    <a:pt x="3957" y="4459"/>
                    <a:pt x="11386" y="11763"/>
                    <a:pt x="11778" y="11889"/>
                  </a:cubicBezTo>
                  <a:cubicBezTo>
                    <a:pt x="11818" y="11904"/>
                    <a:pt x="11865" y="11911"/>
                    <a:pt x="11916" y="11911"/>
                  </a:cubicBezTo>
                  <a:cubicBezTo>
                    <a:pt x="12462" y="11911"/>
                    <a:pt x="13558" y="11116"/>
                    <a:pt x="13644" y="10557"/>
                  </a:cubicBezTo>
                  <a:cubicBezTo>
                    <a:pt x="13863" y="9177"/>
                    <a:pt x="6120" y="368"/>
                    <a:pt x="5070" y="70"/>
                  </a:cubicBezTo>
                  <a:cubicBezTo>
                    <a:pt x="4917" y="25"/>
                    <a:pt x="4645" y="1"/>
                    <a:pt x="431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8"/>
            <p:cNvSpPr/>
            <p:nvPr/>
          </p:nvSpPr>
          <p:spPr>
            <a:xfrm>
              <a:off x="7878659" y="341281"/>
              <a:ext cx="470230" cy="445107"/>
            </a:xfrm>
            <a:custGeom>
              <a:avLst/>
              <a:gdLst/>
              <a:ahLst/>
              <a:cxnLst/>
              <a:rect l="l" t="t" r="r" b="b"/>
              <a:pathLst>
                <a:path w="11174" h="10577" extrusionOk="0">
                  <a:moveTo>
                    <a:pt x="1017" y="1"/>
                  </a:moveTo>
                  <a:cubicBezTo>
                    <a:pt x="351" y="1"/>
                    <a:pt x="1" y="154"/>
                    <a:pt x="546" y="624"/>
                  </a:cubicBezTo>
                  <a:cubicBezTo>
                    <a:pt x="3164" y="2896"/>
                    <a:pt x="8399" y="10342"/>
                    <a:pt x="8791" y="10483"/>
                  </a:cubicBezTo>
                  <a:cubicBezTo>
                    <a:pt x="8948" y="10540"/>
                    <a:pt x="9232" y="10577"/>
                    <a:pt x="9544" y="10577"/>
                  </a:cubicBezTo>
                  <a:cubicBezTo>
                    <a:pt x="10169" y="10577"/>
                    <a:pt x="10907" y="10430"/>
                    <a:pt x="10970" y="10013"/>
                  </a:cubicBezTo>
                  <a:cubicBezTo>
                    <a:pt x="11173" y="8649"/>
                    <a:pt x="5217" y="780"/>
                    <a:pt x="4167" y="483"/>
                  </a:cubicBezTo>
                  <a:cubicBezTo>
                    <a:pt x="3663" y="333"/>
                    <a:pt x="1998" y="1"/>
                    <a:pt x="10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8"/>
            <p:cNvSpPr/>
            <p:nvPr/>
          </p:nvSpPr>
          <p:spPr>
            <a:xfrm>
              <a:off x="7553151" y="400533"/>
              <a:ext cx="587303" cy="506126"/>
            </a:xfrm>
            <a:custGeom>
              <a:avLst/>
              <a:gdLst/>
              <a:ahLst/>
              <a:cxnLst/>
              <a:rect l="l" t="t" r="r" b="b"/>
              <a:pathLst>
                <a:path w="13956" h="12027" extrusionOk="0">
                  <a:moveTo>
                    <a:pt x="2832" y="0"/>
                  </a:moveTo>
                  <a:cubicBezTo>
                    <a:pt x="1736" y="0"/>
                    <a:pt x="1" y="1406"/>
                    <a:pt x="507" y="2852"/>
                  </a:cubicBezTo>
                  <a:cubicBezTo>
                    <a:pt x="946" y="4075"/>
                    <a:pt x="3986" y="5532"/>
                    <a:pt x="6698" y="7648"/>
                  </a:cubicBezTo>
                  <a:cubicBezTo>
                    <a:pt x="8767" y="9278"/>
                    <a:pt x="11589" y="11990"/>
                    <a:pt x="11965" y="12022"/>
                  </a:cubicBezTo>
                  <a:cubicBezTo>
                    <a:pt x="11996" y="12025"/>
                    <a:pt x="12028" y="12026"/>
                    <a:pt x="12062" y="12026"/>
                  </a:cubicBezTo>
                  <a:cubicBezTo>
                    <a:pt x="12685" y="12026"/>
                    <a:pt x="13677" y="11482"/>
                    <a:pt x="13752" y="10768"/>
                  </a:cubicBezTo>
                  <a:cubicBezTo>
                    <a:pt x="13955" y="9090"/>
                    <a:pt x="4378" y="344"/>
                    <a:pt x="3093" y="31"/>
                  </a:cubicBezTo>
                  <a:cubicBezTo>
                    <a:pt x="3012" y="10"/>
                    <a:pt x="2924" y="0"/>
                    <a:pt x="28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8"/>
            <p:cNvSpPr/>
            <p:nvPr/>
          </p:nvSpPr>
          <p:spPr>
            <a:xfrm>
              <a:off x="7701282" y="337956"/>
              <a:ext cx="540087" cy="484201"/>
            </a:xfrm>
            <a:custGeom>
              <a:avLst/>
              <a:gdLst/>
              <a:ahLst/>
              <a:cxnLst/>
              <a:rect l="l" t="t" r="r" b="b"/>
              <a:pathLst>
                <a:path w="12834" h="11506" extrusionOk="0">
                  <a:moveTo>
                    <a:pt x="2885" y="1"/>
                  </a:moveTo>
                  <a:cubicBezTo>
                    <a:pt x="1554" y="1"/>
                    <a:pt x="0" y="460"/>
                    <a:pt x="482" y="1424"/>
                  </a:cubicBezTo>
                  <a:cubicBezTo>
                    <a:pt x="827" y="2098"/>
                    <a:pt x="3539" y="3681"/>
                    <a:pt x="6062" y="6236"/>
                  </a:cubicBezTo>
                  <a:cubicBezTo>
                    <a:pt x="8586" y="8806"/>
                    <a:pt x="10592" y="11424"/>
                    <a:pt x="10921" y="11487"/>
                  </a:cubicBezTo>
                  <a:cubicBezTo>
                    <a:pt x="10980" y="11500"/>
                    <a:pt x="11041" y="11506"/>
                    <a:pt x="11104" y="11506"/>
                  </a:cubicBezTo>
                  <a:cubicBezTo>
                    <a:pt x="11648" y="11506"/>
                    <a:pt x="12317" y="11040"/>
                    <a:pt x="12457" y="10436"/>
                  </a:cubicBezTo>
                  <a:cubicBezTo>
                    <a:pt x="12834" y="8932"/>
                    <a:pt x="5326" y="734"/>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8"/>
            <p:cNvSpPr/>
            <p:nvPr/>
          </p:nvSpPr>
          <p:spPr>
            <a:xfrm>
              <a:off x="7905761" y="325542"/>
              <a:ext cx="423981" cy="434207"/>
            </a:xfrm>
            <a:custGeom>
              <a:avLst/>
              <a:gdLst/>
              <a:ahLst/>
              <a:cxnLst/>
              <a:rect l="l" t="t" r="r" b="b"/>
              <a:pathLst>
                <a:path w="10075" h="10318" extrusionOk="0">
                  <a:moveTo>
                    <a:pt x="717" y="1"/>
                  </a:moveTo>
                  <a:cubicBezTo>
                    <a:pt x="265" y="1"/>
                    <a:pt x="0" y="143"/>
                    <a:pt x="153" y="527"/>
                  </a:cubicBezTo>
                  <a:cubicBezTo>
                    <a:pt x="372" y="1107"/>
                    <a:pt x="3162" y="3458"/>
                    <a:pt x="5012" y="5747"/>
                  </a:cubicBezTo>
                  <a:cubicBezTo>
                    <a:pt x="6877" y="8035"/>
                    <a:pt x="7880" y="10120"/>
                    <a:pt x="8147" y="10214"/>
                  </a:cubicBezTo>
                  <a:cubicBezTo>
                    <a:pt x="8323" y="10271"/>
                    <a:pt x="8678" y="10317"/>
                    <a:pt x="9030" y="10317"/>
                  </a:cubicBezTo>
                  <a:cubicBezTo>
                    <a:pt x="9556" y="10317"/>
                    <a:pt x="10075" y="10213"/>
                    <a:pt x="9981" y="9885"/>
                  </a:cubicBezTo>
                  <a:cubicBezTo>
                    <a:pt x="8727" y="5574"/>
                    <a:pt x="4667" y="1389"/>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8"/>
            <p:cNvSpPr/>
            <p:nvPr/>
          </p:nvSpPr>
          <p:spPr>
            <a:xfrm>
              <a:off x="7521674" y="894118"/>
              <a:ext cx="636287" cy="269202"/>
            </a:xfrm>
            <a:custGeom>
              <a:avLst/>
              <a:gdLst/>
              <a:ahLst/>
              <a:cxnLst/>
              <a:rect l="l" t="t" r="r" b="b"/>
              <a:pathLst>
                <a:path w="15120" h="6397" extrusionOk="0">
                  <a:moveTo>
                    <a:pt x="1787" y="1"/>
                  </a:moveTo>
                  <a:cubicBezTo>
                    <a:pt x="754" y="1"/>
                    <a:pt x="57" y="121"/>
                    <a:pt x="48" y="496"/>
                  </a:cubicBezTo>
                  <a:cubicBezTo>
                    <a:pt x="1" y="1750"/>
                    <a:pt x="2038" y="3067"/>
                    <a:pt x="6992" y="5183"/>
                  </a:cubicBezTo>
                  <a:cubicBezTo>
                    <a:pt x="8837" y="5968"/>
                    <a:pt x="10981" y="6397"/>
                    <a:pt x="12574" y="6397"/>
                  </a:cubicBezTo>
                  <a:cubicBezTo>
                    <a:pt x="13876" y="6397"/>
                    <a:pt x="14808" y="6110"/>
                    <a:pt x="14907" y="5496"/>
                  </a:cubicBezTo>
                  <a:cubicBezTo>
                    <a:pt x="15119" y="4177"/>
                    <a:pt x="11606" y="247"/>
                    <a:pt x="10043" y="247"/>
                  </a:cubicBezTo>
                  <a:cubicBezTo>
                    <a:pt x="9990" y="247"/>
                    <a:pt x="9939" y="252"/>
                    <a:pt x="9891" y="261"/>
                  </a:cubicBezTo>
                  <a:cubicBezTo>
                    <a:pt x="9505" y="338"/>
                    <a:pt x="9005" y="368"/>
                    <a:pt x="8436" y="368"/>
                  </a:cubicBezTo>
                  <a:cubicBezTo>
                    <a:pt x="6443" y="368"/>
                    <a:pt x="3598" y="1"/>
                    <a:pt x="17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8"/>
            <p:cNvSpPr/>
            <p:nvPr/>
          </p:nvSpPr>
          <p:spPr>
            <a:xfrm>
              <a:off x="8086337" y="787439"/>
              <a:ext cx="325214" cy="322815"/>
            </a:xfrm>
            <a:custGeom>
              <a:avLst/>
              <a:gdLst/>
              <a:ahLst/>
              <a:cxnLst/>
              <a:rect l="l" t="t" r="r" b="b"/>
              <a:pathLst>
                <a:path w="7728" h="7671" extrusionOk="0">
                  <a:moveTo>
                    <a:pt x="5294" y="0"/>
                  </a:moveTo>
                  <a:cubicBezTo>
                    <a:pt x="4546" y="0"/>
                    <a:pt x="604" y="2937"/>
                    <a:pt x="314" y="3533"/>
                  </a:cubicBezTo>
                  <a:cubicBezTo>
                    <a:pt x="0" y="4144"/>
                    <a:pt x="2241" y="7671"/>
                    <a:pt x="2727" y="7671"/>
                  </a:cubicBezTo>
                  <a:cubicBezTo>
                    <a:pt x="5031" y="7671"/>
                    <a:pt x="7727" y="633"/>
                    <a:pt x="5345" y="6"/>
                  </a:cubicBezTo>
                  <a:cubicBezTo>
                    <a:pt x="5330" y="2"/>
                    <a:pt x="5313" y="0"/>
                    <a:pt x="529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8"/>
            <p:cNvSpPr/>
            <p:nvPr/>
          </p:nvSpPr>
          <p:spPr>
            <a:xfrm>
              <a:off x="8102160" y="794719"/>
              <a:ext cx="300174" cy="298407"/>
            </a:xfrm>
            <a:custGeom>
              <a:avLst/>
              <a:gdLst/>
              <a:ahLst/>
              <a:cxnLst/>
              <a:rect l="l" t="t" r="r" b="b"/>
              <a:pathLst>
                <a:path w="7133" h="7091" extrusionOk="0">
                  <a:moveTo>
                    <a:pt x="4892" y="0"/>
                  </a:moveTo>
                  <a:cubicBezTo>
                    <a:pt x="4206" y="0"/>
                    <a:pt x="542" y="2731"/>
                    <a:pt x="282" y="3281"/>
                  </a:cubicBezTo>
                  <a:cubicBezTo>
                    <a:pt x="0" y="3846"/>
                    <a:pt x="2069" y="7090"/>
                    <a:pt x="2508" y="7090"/>
                  </a:cubicBezTo>
                  <a:cubicBezTo>
                    <a:pt x="4640" y="7090"/>
                    <a:pt x="7132" y="601"/>
                    <a:pt x="4938" y="6"/>
                  </a:cubicBezTo>
                  <a:cubicBezTo>
                    <a:pt x="4924" y="2"/>
                    <a:pt x="4909" y="0"/>
                    <a:pt x="4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72" name="Google Shape;2172;p8"/>
            <p:cNvGrpSpPr/>
            <p:nvPr/>
          </p:nvGrpSpPr>
          <p:grpSpPr>
            <a:xfrm>
              <a:off x="7493310" y="287036"/>
              <a:ext cx="881292" cy="908309"/>
              <a:chOff x="7493310" y="287036"/>
              <a:chExt cx="881292" cy="908309"/>
            </a:xfrm>
          </p:grpSpPr>
          <p:sp>
            <p:nvSpPr>
              <p:cNvPr id="2173" name="Google Shape;2173;p8"/>
              <p:cNvSpPr/>
              <p:nvPr/>
            </p:nvSpPr>
            <p:spPr>
              <a:xfrm>
                <a:off x="7582357" y="575259"/>
                <a:ext cx="28406" cy="27774"/>
              </a:xfrm>
              <a:custGeom>
                <a:avLst/>
                <a:gdLst/>
                <a:ahLst/>
                <a:cxnLst/>
                <a:rect l="l" t="t" r="r" b="b"/>
                <a:pathLst>
                  <a:path w="675" h="660" extrusionOk="0">
                    <a:moveTo>
                      <a:pt x="283" y="1"/>
                    </a:moveTo>
                    <a:lnTo>
                      <a:pt x="1" y="283"/>
                    </a:lnTo>
                    <a:lnTo>
                      <a:pt x="393" y="659"/>
                    </a:lnTo>
                    <a:lnTo>
                      <a:pt x="675" y="377"/>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8"/>
              <p:cNvSpPr/>
              <p:nvPr/>
            </p:nvSpPr>
            <p:spPr>
              <a:xfrm>
                <a:off x="7626585" y="610230"/>
                <a:ext cx="29037" cy="27774"/>
              </a:xfrm>
              <a:custGeom>
                <a:avLst/>
                <a:gdLst/>
                <a:ahLst/>
                <a:cxnLst/>
                <a:rect l="l" t="t" r="r" b="b"/>
                <a:pathLst>
                  <a:path w="690" h="660" extrusionOk="0">
                    <a:moveTo>
                      <a:pt x="251" y="1"/>
                    </a:moveTo>
                    <a:lnTo>
                      <a:pt x="0" y="314"/>
                    </a:lnTo>
                    <a:lnTo>
                      <a:pt x="439" y="659"/>
                    </a:lnTo>
                    <a:lnTo>
                      <a:pt x="690" y="346"/>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8"/>
              <p:cNvSpPr/>
              <p:nvPr/>
            </p:nvSpPr>
            <p:spPr>
              <a:xfrm>
                <a:off x="7672750" y="641245"/>
                <a:ext cx="29037" cy="27101"/>
              </a:xfrm>
              <a:custGeom>
                <a:avLst/>
                <a:gdLst/>
                <a:ahLst/>
                <a:cxnLst/>
                <a:rect l="l" t="t" r="r" b="b"/>
                <a:pathLst>
                  <a:path w="690" h="644" extrusionOk="0">
                    <a:moveTo>
                      <a:pt x="251" y="0"/>
                    </a:moveTo>
                    <a:lnTo>
                      <a:pt x="0" y="314"/>
                    </a:lnTo>
                    <a:lnTo>
                      <a:pt x="439" y="643"/>
                    </a:lnTo>
                    <a:lnTo>
                      <a:pt x="690" y="330"/>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8"/>
              <p:cNvSpPr/>
              <p:nvPr/>
            </p:nvSpPr>
            <p:spPr>
              <a:xfrm>
                <a:off x="7712981" y="668304"/>
                <a:ext cx="28406" cy="27059"/>
              </a:xfrm>
              <a:custGeom>
                <a:avLst/>
                <a:gdLst/>
                <a:ahLst/>
                <a:cxnLst/>
                <a:rect l="l" t="t" r="r" b="b"/>
                <a:pathLst>
                  <a:path w="675" h="643" extrusionOk="0">
                    <a:moveTo>
                      <a:pt x="251" y="0"/>
                    </a:moveTo>
                    <a:lnTo>
                      <a:pt x="0" y="314"/>
                    </a:lnTo>
                    <a:lnTo>
                      <a:pt x="439" y="643"/>
                    </a:lnTo>
                    <a:lnTo>
                      <a:pt x="674" y="329"/>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8"/>
              <p:cNvSpPr/>
              <p:nvPr/>
            </p:nvSpPr>
            <p:spPr>
              <a:xfrm>
                <a:off x="7753212" y="691365"/>
                <a:ext cx="28406" cy="27101"/>
              </a:xfrm>
              <a:custGeom>
                <a:avLst/>
                <a:gdLst/>
                <a:ahLst/>
                <a:cxnLst/>
                <a:rect l="l" t="t" r="r" b="b"/>
                <a:pathLst>
                  <a:path w="675" h="644" extrusionOk="0">
                    <a:moveTo>
                      <a:pt x="251" y="1"/>
                    </a:moveTo>
                    <a:lnTo>
                      <a:pt x="1" y="314"/>
                    </a:lnTo>
                    <a:lnTo>
                      <a:pt x="439"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8"/>
              <p:cNvSpPr/>
              <p:nvPr/>
            </p:nvSpPr>
            <p:spPr>
              <a:xfrm>
                <a:off x="7798745" y="719728"/>
                <a:ext cx="28406" cy="27101"/>
              </a:xfrm>
              <a:custGeom>
                <a:avLst/>
                <a:gdLst/>
                <a:ahLst/>
                <a:cxnLst/>
                <a:rect l="l" t="t" r="r" b="b"/>
                <a:pathLst>
                  <a:path w="675" h="644" extrusionOk="0">
                    <a:moveTo>
                      <a:pt x="251" y="1"/>
                    </a:moveTo>
                    <a:lnTo>
                      <a:pt x="0" y="314"/>
                    </a:lnTo>
                    <a:lnTo>
                      <a:pt x="439" y="643"/>
                    </a:lnTo>
                    <a:lnTo>
                      <a:pt x="674"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8"/>
              <p:cNvSpPr/>
              <p:nvPr/>
            </p:nvSpPr>
            <p:spPr>
              <a:xfrm>
                <a:off x="7850170" y="759959"/>
                <a:ext cx="28406" cy="27101"/>
              </a:xfrm>
              <a:custGeom>
                <a:avLst/>
                <a:gdLst/>
                <a:ahLst/>
                <a:cxnLst/>
                <a:rect l="l" t="t" r="r" b="b"/>
                <a:pathLst>
                  <a:path w="675" h="644" extrusionOk="0">
                    <a:moveTo>
                      <a:pt x="251" y="1"/>
                    </a:moveTo>
                    <a:lnTo>
                      <a:pt x="1" y="314"/>
                    </a:lnTo>
                    <a:lnTo>
                      <a:pt x="440"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8"/>
              <p:cNvSpPr/>
              <p:nvPr/>
            </p:nvSpPr>
            <p:spPr>
              <a:xfrm>
                <a:off x="7887791" y="804819"/>
                <a:ext cx="21799" cy="26428"/>
              </a:xfrm>
              <a:custGeom>
                <a:avLst/>
                <a:gdLst/>
                <a:ahLst/>
                <a:cxnLst/>
                <a:rect l="l" t="t" r="r" b="b"/>
                <a:pathLst>
                  <a:path w="518" h="628" extrusionOk="0">
                    <a:moveTo>
                      <a:pt x="392" y="1"/>
                    </a:moveTo>
                    <a:lnTo>
                      <a:pt x="0" y="79"/>
                    </a:lnTo>
                    <a:lnTo>
                      <a:pt x="125" y="628"/>
                    </a:lnTo>
                    <a:lnTo>
                      <a:pt x="517" y="534"/>
                    </a:lnTo>
                    <a:lnTo>
                      <a:pt x="3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8"/>
              <p:cNvSpPr/>
              <p:nvPr/>
            </p:nvSpPr>
            <p:spPr>
              <a:xfrm>
                <a:off x="7867339" y="852330"/>
                <a:ext cx="27732" cy="23777"/>
              </a:xfrm>
              <a:custGeom>
                <a:avLst/>
                <a:gdLst/>
                <a:ahLst/>
                <a:cxnLst/>
                <a:rect l="l" t="t" r="r" b="b"/>
                <a:pathLst>
                  <a:path w="659" h="565" extrusionOk="0">
                    <a:moveTo>
                      <a:pt x="486" y="0"/>
                    </a:moveTo>
                    <a:lnTo>
                      <a:pt x="0" y="251"/>
                    </a:lnTo>
                    <a:lnTo>
                      <a:pt x="173" y="564"/>
                    </a:lnTo>
                    <a:lnTo>
                      <a:pt x="658" y="329"/>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8"/>
              <p:cNvSpPr/>
              <p:nvPr/>
            </p:nvSpPr>
            <p:spPr>
              <a:xfrm>
                <a:off x="7828413" y="871436"/>
                <a:ext cx="24450" cy="15865"/>
              </a:xfrm>
              <a:custGeom>
                <a:avLst/>
                <a:gdLst/>
                <a:ahLst/>
                <a:cxnLst/>
                <a:rect l="l" t="t" r="r" b="b"/>
                <a:pathLst>
                  <a:path w="581" h="377" extrusionOk="0">
                    <a:moveTo>
                      <a:pt x="549" y="1"/>
                    </a:moveTo>
                    <a:lnTo>
                      <a:pt x="0" y="16"/>
                    </a:lnTo>
                    <a:lnTo>
                      <a:pt x="32" y="377"/>
                    </a:lnTo>
                    <a:lnTo>
                      <a:pt x="580"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8"/>
              <p:cNvSpPr/>
              <p:nvPr/>
            </p:nvSpPr>
            <p:spPr>
              <a:xfrm>
                <a:off x="7774968" y="868153"/>
                <a:ext cx="23819" cy="15865"/>
              </a:xfrm>
              <a:custGeom>
                <a:avLst/>
                <a:gdLst/>
                <a:ahLst/>
                <a:cxnLst/>
                <a:rect l="l" t="t" r="r" b="b"/>
                <a:pathLst>
                  <a:path w="566" h="377" extrusionOk="0">
                    <a:moveTo>
                      <a:pt x="549" y="0"/>
                    </a:moveTo>
                    <a:lnTo>
                      <a:pt x="1" y="32"/>
                    </a:lnTo>
                    <a:lnTo>
                      <a:pt x="16" y="377"/>
                    </a:lnTo>
                    <a:lnTo>
                      <a:pt x="565"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8"/>
              <p:cNvSpPr/>
              <p:nvPr/>
            </p:nvSpPr>
            <p:spPr>
              <a:xfrm>
                <a:off x="7717610" y="864871"/>
                <a:ext cx="24450" cy="15865"/>
              </a:xfrm>
              <a:custGeom>
                <a:avLst/>
                <a:gdLst/>
                <a:ahLst/>
                <a:cxnLst/>
                <a:rect l="l" t="t" r="r" b="b"/>
                <a:pathLst>
                  <a:path w="581" h="377" extrusionOk="0">
                    <a:moveTo>
                      <a:pt x="549" y="0"/>
                    </a:moveTo>
                    <a:lnTo>
                      <a:pt x="0" y="16"/>
                    </a:lnTo>
                    <a:lnTo>
                      <a:pt x="31" y="376"/>
                    </a:lnTo>
                    <a:lnTo>
                      <a:pt x="580" y="345"/>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8"/>
              <p:cNvSpPr/>
              <p:nvPr/>
            </p:nvSpPr>
            <p:spPr>
              <a:xfrm>
                <a:off x="7664838" y="861546"/>
                <a:ext cx="23777" cy="15865"/>
              </a:xfrm>
              <a:custGeom>
                <a:avLst/>
                <a:gdLst/>
                <a:ahLst/>
                <a:cxnLst/>
                <a:rect l="l" t="t" r="r" b="b"/>
                <a:pathLst>
                  <a:path w="565" h="377" extrusionOk="0">
                    <a:moveTo>
                      <a:pt x="549" y="1"/>
                    </a:moveTo>
                    <a:lnTo>
                      <a:pt x="0" y="16"/>
                    </a:lnTo>
                    <a:lnTo>
                      <a:pt x="16" y="377"/>
                    </a:lnTo>
                    <a:lnTo>
                      <a:pt x="564"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8"/>
              <p:cNvSpPr/>
              <p:nvPr/>
            </p:nvSpPr>
            <p:spPr>
              <a:xfrm>
                <a:off x="7610720" y="857591"/>
                <a:ext cx="23819" cy="15865"/>
              </a:xfrm>
              <a:custGeom>
                <a:avLst/>
                <a:gdLst/>
                <a:ahLst/>
                <a:cxnLst/>
                <a:rect l="l" t="t" r="r" b="b"/>
                <a:pathLst>
                  <a:path w="566" h="377" extrusionOk="0">
                    <a:moveTo>
                      <a:pt x="549" y="1"/>
                    </a:moveTo>
                    <a:lnTo>
                      <a:pt x="1" y="32"/>
                    </a:lnTo>
                    <a:lnTo>
                      <a:pt x="17"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8"/>
              <p:cNvSpPr/>
              <p:nvPr/>
            </p:nvSpPr>
            <p:spPr>
              <a:xfrm>
                <a:off x="7561273" y="859569"/>
                <a:ext cx="23777" cy="15865"/>
              </a:xfrm>
              <a:custGeom>
                <a:avLst/>
                <a:gdLst/>
                <a:ahLst/>
                <a:cxnLst/>
                <a:rect l="l" t="t" r="r" b="b"/>
                <a:pathLst>
                  <a:path w="565" h="377" extrusionOk="0">
                    <a:moveTo>
                      <a:pt x="549" y="1"/>
                    </a:moveTo>
                    <a:lnTo>
                      <a:pt x="0" y="16"/>
                    </a:lnTo>
                    <a:lnTo>
                      <a:pt x="16"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8"/>
              <p:cNvSpPr/>
              <p:nvPr/>
            </p:nvSpPr>
            <p:spPr>
              <a:xfrm>
                <a:off x="7499917" y="871436"/>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8"/>
              <p:cNvSpPr/>
              <p:nvPr/>
            </p:nvSpPr>
            <p:spPr>
              <a:xfrm>
                <a:off x="7493310" y="920252"/>
                <a:ext cx="21167" cy="26428"/>
              </a:xfrm>
              <a:custGeom>
                <a:avLst/>
                <a:gdLst/>
                <a:ahLst/>
                <a:cxnLst/>
                <a:rect l="l" t="t" r="r" b="b"/>
                <a:pathLst>
                  <a:path w="503" h="628" extrusionOk="0">
                    <a:moveTo>
                      <a:pt x="330" y="1"/>
                    </a:moveTo>
                    <a:lnTo>
                      <a:pt x="1" y="110"/>
                    </a:lnTo>
                    <a:lnTo>
                      <a:pt x="173" y="628"/>
                    </a:lnTo>
                    <a:lnTo>
                      <a:pt x="502" y="518"/>
                    </a:lnTo>
                    <a:lnTo>
                      <a:pt x="3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8"/>
              <p:cNvSpPr/>
              <p:nvPr/>
            </p:nvSpPr>
            <p:spPr>
              <a:xfrm>
                <a:off x="7528954" y="975674"/>
                <a:ext cx="27732" cy="25754"/>
              </a:xfrm>
              <a:custGeom>
                <a:avLst/>
                <a:gdLst/>
                <a:ahLst/>
                <a:cxnLst/>
                <a:rect l="l" t="t" r="r" b="b"/>
                <a:pathLst>
                  <a:path w="659" h="612" extrusionOk="0">
                    <a:moveTo>
                      <a:pt x="204" y="0"/>
                    </a:moveTo>
                    <a:lnTo>
                      <a:pt x="0" y="298"/>
                    </a:lnTo>
                    <a:lnTo>
                      <a:pt x="455" y="612"/>
                    </a:lnTo>
                    <a:lnTo>
                      <a:pt x="659" y="314"/>
                    </a:lnTo>
                    <a:lnTo>
                      <a:pt x="2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8"/>
              <p:cNvSpPr/>
              <p:nvPr/>
            </p:nvSpPr>
            <p:spPr>
              <a:xfrm>
                <a:off x="7582357" y="1016578"/>
                <a:ext cx="27101" cy="25754"/>
              </a:xfrm>
              <a:custGeom>
                <a:avLst/>
                <a:gdLst/>
                <a:ahLst/>
                <a:cxnLst/>
                <a:rect l="l" t="t" r="r" b="b"/>
                <a:pathLst>
                  <a:path w="644" h="612" extrusionOk="0">
                    <a:moveTo>
                      <a:pt x="189" y="0"/>
                    </a:moveTo>
                    <a:lnTo>
                      <a:pt x="1" y="298"/>
                    </a:lnTo>
                    <a:lnTo>
                      <a:pt x="440" y="611"/>
                    </a:lnTo>
                    <a:lnTo>
                      <a:pt x="644" y="314"/>
                    </a:lnTo>
                    <a:lnTo>
                      <a:pt x="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8"/>
              <p:cNvSpPr/>
              <p:nvPr/>
            </p:nvSpPr>
            <p:spPr>
              <a:xfrm>
                <a:off x="7631172" y="1044269"/>
                <a:ext cx="27101" cy="25754"/>
              </a:xfrm>
              <a:custGeom>
                <a:avLst/>
                <a:gdLst/>
                <a:ahLst/>
                <a:cxnLst/>
                <a:rect l="l" t="t" r="r" b="b"/>
                <a:pathLst>
                  <a:path w="644" h="612" extrusionOk="0">
                    <a:moveTo>
                      <a:pt x="205" y="0"/>
                    </a:moveTo>
                    <a:lnTo>
                      <a:pt x="1" y="298"/>
                    </a:lnTo>
                    <a:lnTo>
                      <a:pt x="455" y="612"/>
                    </a:lnTo>
                    <a:lnTo>
                      <a:pt x="643" y="314"/>
                    </a:lnTo>
                    <a:lnTo>
                      <a:pt x="2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8"/>
              <p:cNvSpPr/>
              <p:nvPr/>
            </p:nvSpPr>
            <p:spPr>
              <a:xfrm>
                <a:off x="7689246" y="1074610"/>
                <a:ext cx="26428" cy="21799"/>
              </a:xfrm>
              <a:custGeom>
                <a:avLst/>
                <a:gdLst/>
                <a:ahLst/>
                <a:cxnLst/>
                <a:rect l="l" t="t" r="r" b="b"/>
                <a:pathLst>
                  <a:path w="628" h="518" extrusionOk="0">
                    <a:moveTo>
                      <a:pt x="110" y="0"/>
                    </a:moveTo>
                    <a:lnTo>
                      <a:pt x="0" y="330"/>
                    </a:lnTo>
                    <a:lnTo>
                      <a:pt x="502"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8"/>
              <p:cNvSpPr/>
              <p:nvPr/>
            </p:nvSpPr>
            <p:spPr>
              <a:xfrm>
                <a:off x="7749929" y="1099018"/>
                <a:ext cx="26428" cy="21799"/>
              </a:xfrm>
              <a:custGeom>
                <a:avLst/>
                <a:gdLst/>
                <a:ahLst/>
                <a:cxnLst/>
                <a:rect l="l" t="t" r="r" b="b"/>
                <a:pathLst>
                  <a:path w="628" h="518" extrusionOk="0">
                    <a:moveTo>
                      <a:pt x="110" y="0"/>
                    </a:moveTo>
                    <a:lnTo>
                      <a:pt x="0" y="345"/>
                    </a:lnTo>
                    <a:lnTo>
                      <a:pt x="517"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8"/>
              <p:cNvSpPr/>
              <p:nvPr/>
            </p:nvSpPr>
            <p:spPr>
              <a:xfrm>
                <a:off x="7805310" y="1123426"/>
                <a:ext cx="26428" cy="21799"/>
              </a:xfrm>
              <a:custGeom>
                <a:avLst/>
                <a:gdLst/>
                <a:ahLst/>
                <a:cxnLst/>
                <a:rect l="l" t="t" r="r" b="b"/>
                <a:pathLst>
                  <a:path w="628" h="518" extrusionOk="0">
                    <a:moveTo>
                      <a:pt x="111" y="0"/>
                    </a:moveTo>
                    <a:lnTo>
                      <a:pt x="1" y="330"/>
                    </a:lnTo>
                    <a:lnTo>
                      <a:pt x="518" y="518"/>
                    </a:lnTo>
                    <a:lnTo>
                      <a:pt x="628" y="173"/>
                    </a:lnTo>
                    <a:lnTo>
                      <a:pt x="1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8"/>
              <p:cNvSpPr/>
              <p:nvPr/>
            </p:nvSpPr>
            <p:spPr>
              <a:xfrm>
                <a:off x="7862037" y="1143878"/>
                <a:ext cx="26428" cy="21799"/>
              </a:xfrm>
              <a:custGeom>
                <a:avLst/>
                <a:gdLst/>
                <a:ahLst/>
                <a:cxnLst/>
                <a:rect l="l" t="t" r="r" b="b"/>
                <a:pathLst>
                  <a:path w="628" h="518" extrusionOk="0">
                    <a:moveTo>
                      <a:pt x="110" y="0"/>
                    </a:moveTo>
                    <a:lnTo>
                      <a:pt x="1" y="329"/>
                    </a:lnTo>
                    <a:lnTo>
                      <a:pt x="518" y="518"/>
                    </a:lnTo>
                    <a:lnTo>
                      <a:pt x="628"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8"/>
              <p:cNvSpPr/>
              <p:nvPr/>
            </p:nvSpPr>
            <p:spPr>
              <a:xfrm>
                <a:off x="7925371" y="1162352"/>
                <a:ext cx="25754" cy="20494"/>
              </a:xfrm>
              <a:custGeom>
                <a:avLst/>
                <a:gdLst/>
                <a:ahLst/>
                <a:cxnLst/>
                <a:rect l="l" t="t" r="r" b="b"/>
                <a:pathLst>
                  <a:path w="612" h="487" extrusionOk="0">
                    <a:moveTo>
                      <a:pt x="95" y="0"/>
                    </a:moveTo>
                    <a:lnTo>
                      <a:pt x="1" y="345"/>
                    </a:lnTo>
                    <a:lnTo>
                      <a:pt x="533" y="486"/>
                    </a:lnTo>
                    <a:lnTo>
                      <a:pt x="612" y="141"/>
                    </a:lnTo>
                    <a:lnTo>
                      <a:pt x="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8"/>
              <p:cNvSpPr/>
              <p:nvPr/>
            </p:nvSpPr>
            <p:spPr>
              <a:xfrm>
                <a:off x="7983403" y="1174851"/>
                <a:ext cx="23819" cy="16538"/>
              </a:xfrm>
              <a:custGeom>
                <a:avLst/>
                <a:gdLst/>
                <a:ahLst/>
                <a:cxnLst/>
                <a:rect l="l" t="t" r="r" b="b"/>
                <a:pathLst>
                  <a:path w="566" h="393" extrusionOk="0">
                    <a:moveTo>
                      <a:pt x="17" y="1"/>
                    </a:moveTo>
                    <a:lnTo>
                      <a:pt x="1" y="361"/>
                    </a:lnTo>
                    <a:lnTo>
                      <a:pt x="549" y="393"/>
                    </a:lnTo>
                    <a:lnTo>
                      <a:pt x="565" y="32"/>
                    </a:lnTo>
                    <a:lnTo>
                      <a:pt x="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8"/>
              <p:cNvSpPr/>
              <p:nvPr/>
            </p:nvSpPr>
            <p:spPr>
              <a:xfrm>
                <a:off x="8039499" y="1178806"/>
                <a:ext cx="23777" cy="16538"/>
              </a:xfrm>
              <a:custGeom>
                <a:avLst/>
                <a:gdLst/>
                <a:ahLst/>
                <a:cxnLst/>
                <a:rect l="l" t="t" r="r" b="b"/>
                <a:pathLst>
                  <a:path w="565" h="393" extrusionOk="0">
                    <a:moveTo>
                      <a:pt x="16" y="1"/>
                    </a:moveTo>
                    <a:lnTo>
                      <a:pt x="0" y="362"/>
                    </a:lnTo>
                    <a:lnTo>
                      <a:pt x="549" y="393"/>
                    </a:lnTo>
                    <a:lnTo>
                      <a:pt x="564" y="32"/>
                    </a:lnTo>
                    <a:lnTo>
                      <a:pt x="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8"/>
              <p:cNvSpPr/>
              <p:nvPr/>
            </p:nvSpPr>
            <p:spPr>
              <a:xfrm>
                <a:off x="8099508" y="1174219"/>
                <a:ext cx="25754" cy="19148"/>
              </a:xfrm>
              <a:custGeom>
                <a:avLst/>
                <a:gdLst/>
                <a:ahLst/>
                <a:cxnLst/>
                <a:rect l="l" t="t" r="r" b="b"/>
                <a:pathLst>
                  <a:path w="612" h="455" extrusionOk="0">
                    <a:moveTo>
                      <a:pt x="533" y="0"/>
                    </a:moveTo>
                    <a:lnTo>
                      <a:pt x="1" y="94"/>
                    </a:lnTo>
                    <a:lnTo>
                      <a:pt x="79" y="455"/>
                    </a:lnTo>
                    <a:lnTo>
                      <a:pt x="612" y="361"/>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8"/>
              <p:cNvSpPr/>
              <p:nvPr/>
            </p:nvSpPr>
            <p:spPr>
              <a:xfrm>
                <a:off x="8164147" y="1153767"/>
                <a:ext cx="27732" cy="23103"/>
              </a:xfrm>
              <a:custGeom>
                <a:avLst/>
                <a:gdLst/>
                <a:ahLst/>
                <a:cxnLst/>
                <a:rect l="l" t="t" r="r" b="b"/>
                <a:pathLst>
                  <a:path w="659" h="549" extrusionOk="0">
                    <a:moveTo>
                      <a:pt x="502" y="0"/>
                    </a:moveTo>
                    <a:lnTo>
                      <a:pt x="1" y="220"/>
                    </a:lnTo>
                    <a:lnTo>
                      <a:pt x="157" y="549"/>
                    </a:lnTo>
                    <a:lnTo>
                      <a:pt x="659" y="330"/>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8"/>
              <p:cNvSpPr/>
              <p:nvPr/>
            </p:nvSpPr>
            <p:spPr>
              <a:xfrm>
                <a:off x="8222852" y="1110212"/>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8"/>
              <p:cNvSpPr/>
              <p:nvPr/>
            </p:nvSpPr>
            <p:spPr>
              <a:xfrm>
                <a:off x="8272341" y="1058114"/>
                <a:ext cx="25754" cy="27101"/>
              </a:xfrm>
              <a:custGeom>
                <a:avLst/>
                <a:gdLst/>
                <a:ahLst/>
                <a:cxnLst/>
                <a:rect l="l" t="t" r="r" b="b"/>
                <a:pathLst>
                  <a:path w="612" h="644" extrusionOk="0">
                    <a:moveTo>
                      <a:pt x="298" y="1"/>
                    </a:moveTo>
                    <a:lnTo>
                      <a:pt x="0" y="455"/>
                    </a:lnTo>
                    <a:lnTo>
                      <a:pt x="314" y="643"/>
                    </a:lnTo>
                    <a:lnTo>
                      <a:pt x="611"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8"/>
              <p:cNvSpPr/>
              <p:nvPr/>
            </p:nvSpPr>
            <p:spPr>
              <a:xfrm>
                <a:off x="8309921" y="1006647"/>
                <a:ext cx="25754" cy="27101"/>
              </a:xfrm>
              <a:custGeom>
                <a:avLst/>
                <a:gdLst/>
                <a:ahLst/>
                <a:cxnLst/>
                <a:rect l="l" t="t" r="r" b="b"/>
                <a:pathLst>
                  <a:path w="612" h="644" extrusionOk="0">
                    <a:moveTo>
                      <a:pt x="298" y="1"/>
                    </a:moveTo>
                    <a:lnTo>
                      <a:pt x="1" y="440"/>
                    </a:lnTo>
                    <a:lnTo>
                      <a:pt x="314" y="644"/>
                    </a:lnTo>
                    <a:lnTo>
                      <a:pt x="612"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8"/>
              <p:cNvSpPr/>
              <p:nvPr/>
            </p:nvSpPr>
            <p:spPr>
              <a:xfrm>
                <a:off x="8336980" y="949289"/>
                <a:ext cx="22472" cy="26428"/>
              </a:xfrm>
              <a:custGeom>
                <a:avLst/>
                <a:gdLst/>
                <a:ahLst/>
                <a:cxnLst/>
                <a:rect l="l" t="t" r="r" b="b"/>
                <a:pathLst>
                  <a:path w="534" h="628" extrusionOk="0">
                    <a:moveTo>
                      <a:pt x="188" y="0"/>
                    </a:moveTo>
                    <a:lnTo>
                      <a:pt x="0" y="518"/>
                    </a:lnTo>
                    <a:lnTo>
                      <a:pt x="345" y="627"/>
                    </a:lnTo>
                    <a:lnTo>
                      <a:pt x="533" y="110"/>
                    </a:lnTo>
                    <a:lnTo>
                      <a:pt x="1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8"/>
              <p:cNvSpPr/>
              <p:nvPr/>
            </p:nvSpPr>
            <p:spPr>
              <a:xfrm>
                <a:off x="8351498" y="894539"/>
                <a:ext cx="18474" cy="24450"/>
              </a:xfrm>
              <a:custGeom>
                <a:avLst/>
                <a:gdLst/>
                <a:ahLst/>
                <a:cxnLst/>
                <a:rect l="l" t="t" r="r" b="b"/>
                <a:pathLst>
                  <a:path w="439" h="581" extrusionOk="0">
                    <a:moveTo>
                      <a:pt x="94" y="0"/>
                    </a:moveTo>
                    <a:lnTo>
                      <a:pt x="0" y="533"/>
                    </a:lnTo>
                    <a:lnTo>
                      <a:pt x="361" y="580"/>
                    </a:lnTo>
                    <a:lnTo>
                      <a:pt x="439" y="47"/>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8"/>
              <p:cNvSpPr/>
              <p:nvPr/>
            </p:nvSpPr>
            <p:spPr>
              <a:xfrm>
                <a:off x="8358063" y="833856"/>
                <a:ext cx="16538" cy="24450"/>
              </a:xfrm>
              <a:custGeom>
                <a:avLst/>
                <a:gdLst/>
                <a:ahLst/>
                <a:cxnLst/>
                <a:rect l="l" t="t" r="r" b="b"/>
                <a:pathLst>
                  <a:path w="393" h="581" extrusionOk="0">
                    <a:moveTo>
                      <a:pt x="361" y="0"/>
                    </a:moveTo>
                    <a:lnTo>
                      <a:pt x="1" y="32"/>
                    </a:lnTo>
                    <a:lnTo>
                      <a:pt x="32" y="580"/>
                    </a:lnTo>
                    <a:lnTo>
                      <a:pt x="393" y="549"/>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8"/>
              <p:cNvSpPr/>
              <p:nvPr/>
            </p:nvSpPr>
            <p:spPr>
              <a:xfrm>
                <a:off x="8345565" y="768544"/>
                <a:ext cx="21125" cy="26428"/>
              </a:xfrm>
              <a:custGeom>
                <a:avLst/>
                <a:gdLst/>
                <a:ahLst/>
                <a:cxnLst/>
                <a:rect l="l" t="t" r="r" b="b"/>
                <a:pathLst>
                  <a:path w="502" h="628" extrusionOk="0">
                    <a:moveTo>
                      <a:pt x="345" y="1"/>
                    </a:moveTo>
                    <a:lnTo>
                      <a:pt x="0" y="110"/>
                    </a:lnTo>
                    <a:lnTo>
                      <a:pt x="157" y="628"/>
                    </a:lnTo>
                    <a:lnTo>
                      <a:pt x="502" y="518"/>
                    </a:lnTo>
                    <a:lnTo>
                      <a:pt x="3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8"/>
              <p:cNvSpPr/>
              <p:nvPr/>
            </p:nvSpPr>
            <p:spPr>
              <a:xfrm>
                <a:off x="8327722" y="699276"/>
                <a:ext cx="21167" cy="26428"/>
              </a:xfrm>
              <a:custGeom>
                <a:avLst/>
                <a:gdLst/>
                <a:ahLst/>
                <a:cxnLst/>
                <a:rect l="l" t="t" r="r" b="b"/>
                <a:pathLst>
                  <a:path w="503" h="628" extrusionOk="0">
                    <a:moveTo>
                      <a:pt x="346" y="1"/>
                    </a:moveTo>
                    <a:lnTo>
                      <a:pt x="1" y="95"/>
                    </a:lnTo>
                    <a:lnTo>
                      <a:pt x="158" y="628"/>
                    </a:lnTo>
                    <a:lnTo>
                      <a:pt x="502" y="518"/>
                    </a:lnTo>
                    <a:lnTo>
                      <a:pt x="3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8"/>
              <p:cNvSpPr/>
              <p:nvPr/>
            </p:nvSpPr>
            <p:spPr>
              <a:xfrm>
                <a:off x="8300705" y="636616"/>
                <a:ext cx="23777" cy="27774"/>
              </a:xfrm>
              <a:custGeom>
                <a:avLst/>
                <a:gdLst/>
                <a:ahLst/>
                <a:cxnLst/>
                <a:rect l="l" t="t" r="r" b="b"/>
                <a:pathLst>
                  <a:path w="565" h="660" extrusionOk="0">
                    <a:moveTo>
                      <a:pt x="329" y="1"/>
                    </a:moveTo>
                    <a:lnTo>
                      <a:pt x="0" y="173"/>
                    </a:lnTo>
                    <a:lnTo>
                      <a:pt x="251" y="659"/>
                    </a:lnTo>
                    <a:lnTo>
                      <a:pt x="564" y="487"/>
                    </a:lnTo>
                    <a:lnTo>
                      <a:pt x="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8"/>
              <p:cNvSpPr/>
              <p:nvPr/>
            </p:nvSpPr>
            <p:spPr>
              <a:xfrm>
                <a:off x="8270995" y="581235"/>
                <a:ext cx="23819" cy="27059"/>
              </a:xfrm>
              <a:custGeom>
                <a:avLst/>
                <a:gdLst/>
                <a:ahLst/>
                <a:cxnLst/>
                <a:rect l="l" t="t" r="r" b="b"/>
                <a:pathLst>
                  <a:path w="566" h="643" extrusionOk="0">
                    <a:moveTo>
                      <a:pt x="330" y="0"/>
                    </a:moveTo>
                    <a:lnTo>
                      <a:pt x="1" y="157"/>
                    </a:lnTo>
                    <a:lnTo>
                      <a:pt x="252" y="643"/>
                    </a:lnTo>
                    <a:lnTo>
                      <a:pt x="565" y="486"/>
                    </a:lnTo>
                    <a:lnTo>
                      <a:pt x="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8"/>
              <p:cNvSpPr/>
              <p:nvPr/>
            </p:nvSpPr>
            <p:spPr>
              <a:xfrm>
                <a:off x="8241326" y="531073"/>
                <a:ext cx="23145" cy="27101"/>
              </a:xfrm>
              <a:custGeom>
                <a:avLst/>
                <a:gdLst/>
                <a:ahLst/>
                <a:cxnLst/>
                <a:rect l="l" t="t" r="r" b="b"/>
                <a:pathLst>
                  <a:path w="550" h="644" extrusionOk="0">
                    <a:moveTo>
                      <a:pt x="314" y="1"/>
                    </a:moveTo>
                    <a:lnTo>
                      <a:pt x="1" y="158"/>
                    </a:lnTo>
                    <a:lnTo>
                      <a:pt x="236" y="643"/>
                    </a:lnTo>
                    <a:lnTo>
                      <a:pt x="549" y="471"/>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8"/>
              <p:cNvSpPr/>
              <p:nvPr/>
            </p:nvSpPr>
            <p:spPr>
              <a:xfrm>
                <a:off x="8209680" y="484235"/>
                <a:ext cx="24450" cy="27774"/>
              </a:xfrm>
              <a:custGeom>
                <a:avLst/>
                <a:gdLst/>
                <a:ahLst/>
                <a:cxnLst/>
                <a:rect l="l" t="t" r="r" b="b"/>
                <a:pathLst>
                  <a:path w="581" h="660" extrusionOk="0">
                    <a:moveTo>
                      <a:pt x="298" y="1"/>
                    </a:moveTo>
                    <a:lnTo>
                      <a:pt x="0" y="189"/>
                    </a:lnTo>
                    <a:lnTo>
                      <a:pt x="282" y="659"/>
                    </a:lnTo>
                    <a:lnTo>
                      <a:pt x="580" y="455"/>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8"/>
              <p:cNvSpPr/>
              <p:nvPr/>
            </p:nvSpPr>
            <p:spPr>
              <a:xfrm>
                <a:off x="8174037" y="438744"/>
                <a:ext cx="24450" cy="27732"/>
              </a:xfrm>
              <a:custGeom>
                <a:avLst/>
                <a:gdLst/>
                <a:ahLst/>
                <a:cxnLst/>
                <a:rect l="l" t="t" r="r" b="b"/>
                <a:pathLst>
                  <a:path w="581" h="659" extrusionOk="0">
                    <a:moveTo>
                      <a:pt x="299" y="0"/>
                    </a:moveTo>
                    <a:lnTo>
                      <a:pt x="1" y="204"/>
                    </a:lnTo>
                    <a:lnTo>
                      <a:pt x="283" y="659"/>
                    </a:lnTo>
                    <a:lnTo>
                      <a:pt x="581" y="471"/>
                    </a:lnTo>
                    <a:lnTo>
                      <a:pt x="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8"/>
              <p:cNvSpPr/>
              <p:nvPr/>
            </p:nvSpPr>
            <p:spPr>
              <a:xfrm>
                <a:off x="8138435" y="395188"/>
                <a:ext cx="25081" cy="27774"/>
              </a:xfrm>
              <a:custGeom>
                <a:avLst/>
                <a:gdLst/>
                <a:ahLst/>
                <a:cxnLst/>
                <a:rect l="l" t="t" r="r" b="b"/>
                <a:pathLst>
                  <a:path w="596" h="660" extrusionOk="0">
                    <a:moveTo>
                      <a:pt x="314" y="1"/>
                    </a:moveTo>
                    <a:lnTo>
                      <a:pt x="0" y="189"/>
                    </a:lnTo>
                    <a:lnTo>
                      <a:pt x="282" y="659"/>
                    </a:lnTo>
                    <a:lnTo>
                      <a:pt x="596" y="455"/>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8"/>
              <p:cNvSpPr/>
              <p:nvPr/>
            </p:nvSpPr>
            <p:spPr>
              <a:xfrm>
                <a:off x="8097531" y="356935"/>
                <a:ext cx="27101" cy="26428"/>
              </a:xfrm>
              <a:custGeom>
                <a:avLst/>
                <a:gdLst/>
                <a:ahLst/>
                <a:cxnLst/>
                <a:rect l="l" t="t" r="r" b="b"/>
                <a:pathLst>
                  <a:path w="644" h="628" extrusionOk="0">
                    <a:moveTo>
                      <a:pt x="220" y="1"/>
                    </a:moveTo>
                    <a:lnTo>
                      <a:pt x="1" y="283"/>
                    </a:lnTo>
                    <a:lnTo>
                      <a:pt x="408" y="628"/>
                    </a:lnTo>
                    <a:lnTo>
                      <a:pt x="643" y="346"/>
                    </a:lnTo>
                    <a:lnTo>
                      <a:pt x="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8"/>
              <p:cNvSpPr/>
              <p:nvPr/>
            </p:nvSpPr>
            <p:spPr>
              <a:xfrm>
                <a:off x="8053344" y="326594"/>
                <a:ext cx="27059" cy="27101"/>
              </a:xfrm>
              <a:custGeom>
                <a:avLst/>
                <a:gdLst/>
                <a:ahLst/>
                <a:cxnLst/>
                <a:rect l="l" t="t" r="r" b="b"/>
                <a:pathLst>
                  <a:path w="643" h="644" extrusionOk="0">
                    <a:moveTo>
                      <a:pt x="235" y="1"/>
                    </a:moveTo>
                    <a:lnTo>
                      <a:pt x="0" y="283"/>
                    </a:lnTo>
                    <a:lnTo>
                      <a:pt x="424" y="643"/>
                    </a:lnTo>
                    <a:lnTo>
                      <a:pt x="643" y="361"/>
                    </a:lnTo>
                    <a:lnTo>
                      <a:pt x="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8"/>
              <p:cNvSpPr/>
              <p:nvPr/>
            </p:nvSpPr>
            <p:spPr>
              <a:xfrm>
                <a:off x="7998595" y="304837"/>
                <a:ext cx="26428" cy="23145"/>
              </a:xfrm>
              <a:custGeom>
                <a:avLst/>
                <a:gdLst/>
                <a:ahLst/>
                <a:cxnLst/>
                <a:rect l="l" t="t" r="r" b="b"/>
                <a:pathLst>
                  <a:path w="628" h="550" extrusionOk="0">
                    <a:moveTo>
                      <a:pt x="141" y="1"/>
                    </a:moveTo>
                    <a:lnTo>
                      <a:pt x="0" y="330"/>
                    </a:lnTo>
                    <a:lnTo>
                      <a:pt x="486" y="549"/>
                    </a:lnTo>
                    <a:lnTo>
                      <a:pt x="627" y="220"/>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8"/>
              <p:cNvSpPr/>
              <p:nvPr/>
            </p:nvSpPr>
            <p:spPr>
              <a:xfrm>
                <a:off x="7940563" y="290992"/>
                <a:ext cx="25754" cy="20494"/>
              </a:xfrm>
              <a:custGeom>
                <a:avLst/>
                <a:gdLst/>
                <a:ahLst/>
                <a:cxnLst/>
                <a:rect l="l" t="t" r="r" b="b"/>
                <a:pathLst>
                  <a:path w="612" h="487" extrusionOk="0">
                    <a:moveTo>
                      <a:pt x="94" y="0"/>
                    </a:moveTo>
                    <a:lnTo>
                      <a:pt x="0" y="345"/>
                    </a:lnTo>
                    <a:lnTo>
                      <a:pt x="533" y="486"/>
                    </a:lnTo>
                    <a:lnTo>
                      <a:pt x="611" y="126"/>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8"/>
              <p:cNvSpPr/>
              <p:nvPr/>
            </p:nvSpPr>
            <p:spPr>
              <a:xfrm>
                <a:off x="7868644" y="287036"/>
                <a:ext cx="23145" cy="15192"/>
              </a:xfrm>
              <a:custGeom>
                <a:avLst/>
                <a:gdLst/>
                <a:ahLst/>
                <a:cxnLst/>
                <a:rect l="l" t="t" r="r" b="b"/>
                <a:pathLst>
                  <a:path w="550" h="361" extrusionOk="0">
                    <a:moveTo>
                      <a:pt x="1" y="0"/>
                    </a:moveTo>
                    <a:lnTo>
                      <a:pt x="1" y="361"/>
                    </a:lnTo>
                    <a:lnTo>
                      <a:pt x="549"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8"/>
              <p:cNvSpPr/>
              <p:nvPr/>
            </p:nvSpPr>
            <p:spPr>
              <a:xfrm>
                <a:off x="7802027" y="291665"/>
                <a:ext cx="25754" cy="18474"/>
              </a:xfrm>
              <a:custGeom>
                <a:avLst/>
                <a:gdLst/>
                <a:ahLst/>
                <a:cxnLst/>
                <a:rect l="l" t="t" r="r" b="b"/>
                <a:pathLst>
                  <a:path w="612" h="439" extrusionOk="0">
                    <a:moveTo>
                      <a:pt x="533" y="0"/>
                    </a:moveTo>
                    <a:lnTo>
                      <a:pt x="0" y="94"/>
                    </a:lnTo>
                    <a:lnTo>
                      <a:pt x="79" y="439"/>
                    </a:lnTo>
                    <a:lnTo>
                      <a:pt x="612" y="345"/>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8"/>
              <p:cNvSpPr/>
              <p:nvPr/>
            </p:nvSpPr>
            <p:spPr>
              <a:xfrm>
                <a:off x="7734064" y="305510"/>
                <a:ext cx="27101" cy="21799"/>
              </a:xfrm>
              <a:custGeom>
                <a:avLst/>
                <a:gdLst/>
                <a:ahLst/>
                <a:cxnLst/>
                <a:rect l="l" t="t" r="r" b="b"/>
                <a:pathLst>
                  <a:path w="644" h="518" extrusionOk="0">
                    <a:moveTo>
                      <a:pt x="518" y="0"/>
                    </a:moveTo>
                    <a:lnTo>
                      <a:pt x="1" y="188"/>
                    </a:lnTo>
                    <a:lnTo>
                      <a:pt x="126" y="517"/>
                    </a:lnTo>
                    <a:lnTo>
                      <a:pt x="644" y="329"/>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8"/>
              <p:cNvSpPr/>
              <p:nvPr/>
            </p:nvSpPr>
            <p:spPr>
              <a:xfrm>
                <a:off x="7687268" y="327940"/>
                <a:ext cx="27059" cy="21799"/>
              </a:xfrm>
              <a:custGeom>
                <a:avLst/>
                <a:gdLst/>
                <a:ahLst/>
                <a:cxnLst/>
                <a:rect l="l" t="t" r="r" b="b"/>
                <a:pathLst>
                  <a:path w="643" h="518" extrusionOk="0">
                    <a:moveTo>
                      <a:pt x="502" y="0"/>
                    </a:moveTo>
                    <a:lnTo>
                      <a:pt x="0" y="188"/>
                    </a:lnTo>
                    <a:lnTo>
                      <a:pt x="125" y="517"/>
                    </a:lnTo>
                    <a:lnTo>
                      <a:pt x="643" y="329"/>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8"/>
              <p:cNvSpPr/>
              <p:nvPr/>
            </p:nvSpPr>
            <p:spPr>
              <a:xfrm>
                <a:off x="7646364" y="347719"/>
                <a:ext cx="27059" cy="23103"/>
              </a:xfrm>
              <a:custGeom>
                <a:avLst/>
                <a:gdLst/>
                <a:ahLst/>
                <a:cxnLst/>
                <a:rect l="l" t="t" r="r" b="b"/>
                <a:pathLst>
                  <a:path w="643" h="549" extrusionOk="0">
                    <a:moveTo>
                      <a:pt x="486" y="0"/>
                    </a:moveTo>
                    <a:lnTo>
                      <a:pt x="0" y="235"/>
                    </a:lnTo>
                    <a:lnTo>
                      <a:pt x="157" y="549"/>
                    </a:lnTo>
                    <a:lnTo>
                      <a:pt x="643" y="314"/>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8"/>
              <p:cNvSpPr/>
              <p:nvPr/>
            </p:nvSpPr>
            <p:spPr>
              <a:xfrm>
                <a:off x="7600831" y="376756"/>
                <a:ext cx="27774" cy="24408"/>
              </a:xfrm>
              <a:custGeom>
                <a:avLst/>
                <a:gdLst/>
                <a:ahLst/>
                <a:cxnLst/>
                <a:rect l="l" t="t" r="r" b="b"/>
                <a:pathLst>
                  <a:path w="660" h="580" extrusionOk="0">
                    <a:moveTo>
                      <a:pt x="471" y="0"/>
                    </a:moveTo>
                    <a:lnTo>
                      <a:pt x="1" y="282"/>
                    </a:lnTo>
                    <a:lnTo>
                      <a:pt x="189" y="580"/>
                    </a:lnTo>
                    <a:lnTo>
                      <a:pt x="659" y="298"/>
                    </a:lnTo>
                    <a:lnTo>
                      <a:pt x="4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8"/>
              <p:cNvSpPr/>
              <p:nvPr/>
            </p:nvSpPr>
            <p:spPr>
              <a:xfrm>
                <a:off x="7552015" y="541635"/>
                <a:ext cx="27101" cy="28406"/>
              </a:xfrm>
              <a:custGeom>
                <a:avLst/>
                <a:gdLst/>
                <a:ahLst/>
                <a:cxnLst/>
                <a:rect l="l" t="t" r="r" b="b"/>
                <a:pathLst>
                  <a:path w="644" h="675" extrusionOk="0">
                    <a:moveTo>
                      <a:pt x="314" y="1"/>
                    </a:moveTo>
                    <a:lnTo>
                      <a:pt x="1" y="236"/>
                    </a:lnTo>
                    <a:lnTo>
                      <a:pt x="330" y="675"/>
                    </a:lnTo>
                    <a:lnTo>
                      <a:pt x="643" y="424"/>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8"/>
              <p:cNvSpPr/>
              <p:nvPr/>
            </p:nvSpPr>
            <p:spPr>
              <a:xfrm>
                <a:off x="7532910" y="500100"/>
                <a:ext cx="23103" cy="26428"/>
              </a:xfrm>
              <a:custGeom>
                <a:avLst/>
                <a:gdLst/>
                <a:ahLst/>
                <a:cxnLst/>
                <a:rect l="l" t="t" r="r" b="b"/>
                <a:pathLst>
                  <a:path w="549" h="628" extrusionOk="0">
                    <a:moveTo>
                      <a:pt x="392" y="0"/>
                    </a:moveTo>
                    <a:lnTo>
                      <a:pt x="0" y="110"/>
                    </a:lnTo>
                    <a:lnTo>
                      <a:pt x="157" y="627"/>
                    </a:lnTo>
                    <a:lnTo>
                      <a:pt x="549" y="517"/>
                    </a:lnTo>
                    <a:lnTo>
                      <a:pt x="3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8"/>
              <p:cNvSpPr/>
              <p:nvPr/>
            </p:nvSpPr>
            <p:spPr>
              <a:xfrm>
                <a:off x="7531563" y="455871"/>
                <a:ext cx="25123" cy="27774"/>
              </a:xfrm>
              <a:custGeom>
                <a:avLst/>
                <a:gdLst/>
                <a:ahLst/>
                <a:cxnLst/>
                <a:rect l="l" t="t" r="r" b="b"/>
                <a:pathLst>
                  <a:path w="597" h="660" extrusionOk="0">
                    <a:moveTo>
                      <a:pt x="236" y="1"/>
                    </a:moveTo>
                    <a:lnTo>
                      <a:pt x="1" y="503"/>
                    </a:lnTo>
                    <a:lnTo>
                      <a:pt x="361" y="659"/>
                    </a:lnTo>
                    <a:lnTo>
                      <a:pt x="597" y="173"/>
                    </a:lnTo>
                    <a:lnTo>
                      <a:pt x="2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8"/>
              <p:cNvSpPr/>
              <p:nvPr/>
            </p:nvSpPr>
            <p:spPr>
              <a:xfrm>
                <a:off x="7553362" y="413662"/>
                <a:ext cx="28406" cy="28406"/>
              </a:xfrm>
              <a:custGeom>
                <a:avLst/>
                <a:gdLst/>
                <a:ahLst/>
                <a:cxnLst/>
                <a:rect l="l" t="t" r="r" b="b"/>
                <a:pathLst>
                  <a:path w="675" h="675" extrusionOk="0">
                    <a:moveTo>
                      <a:pt x="376" y="1"/>
                    </a:moveTo>
                    <a:lnTo>
                      <a:pt x="0" y="393"/>
                    </a:lnTo>
                    <a:lnTo>
                      <a:pt x="298" y="675"/>
                    </a:lnTo>
                    <a:lnTo>
                      <a:pt x="674" y="267"/>
                    </a:lnTo>
                    <a:lnTo>
                      <a:pt x="3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0" name="Google Shape;2230;p8"/>
            <p:cNvSpPr/>
            <p:nvPr/>
          </p:nvSpPr>
          <p:spPr>
            <a:xfrm>
              <a:off x="7550711" y="968394"/>
              <a:ext cx="600938" cy="194926"/>
            </a:xfrm>
            <a:custGeom>
              <a:avLst/>
              <a:gdLst/>
              <a:ahLst/>
              <a:cxnLst/>
              <a:rect l="l" t="t" r="r" b="b"/>
              <a:pathLst>
                <a:path w="14280" h="4632" extrusionOk="0">
                  <a:moveTo>
                    <a:pt x="0" y="1"/>
                  </a:moveTo>
                  <a:lnTo>
                    <a:pt x="0" y="1"/>
                  </a:lnTo>
                  <a:cubicBezTo>
                    <a:pt x="941" y="926"/>
                    <a:pt x="2947" y="1992"/>
                    <a:pt x="6302" y="3418"/>
                  </a:cubicBezTo>
                  <a:cubicBezTo>
                    <a:pt x="8147" y="4203"/>
                    <a:pt x="10291" y="4632"/>
                    <a:pt x="11884" y="4632"/>
                  </a:cubicBezTo>
                  <a:cubicBezTo>
                    <a:pt x="13186" y="4632"/>
                    <a:pt x="14118" y="4345"/>
                    <a:pt x="14217" y="3731"/>
                  </a:cubicBezTo>
                  <a:cubicBezTo>
                    <a:pt x="14280" y="3308"/>
                    <a:pt x="13966" y="2619"/>
                    <a:pt x="13465" y="1882"/>
                  </a:cubicBezTo>
                  <a:cubicBezTo>
                    <a:pt x="12511" y="2138"/>
                    <a:pt x="11331" y="2272"/>
                    <a:pt x="10010" y="2272"/>
                  </a:cubicBezTo>
                  <a:cubicBezTo>
                    <a:pt x="8748" y="2272"/>
                    <a:pt x="7357" y="2150"/>
                    <a:pt x="5910" y="1897"/>
                  </a:cubicBezTo>
                  <a:cubicBezTo>
                    <a:pt x="3590" y="1474"/>
                    <a:pt x="1537" y="800"/>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8"/>
            <p:cNvSpPr/>
            <p:nvPr/>
          </p:nvSpPr>
          <p:spPr>
            <a:xfrm>
              <a:off x="7553067" y="399986"/>
              <a:ext cx="392798" cy="259775"/>
            </a:xfrm>
            <a:custGeom>
              <a:avLst/>
              <a:gdLst/>
              <a:ahLst/>
              <a:cxnLst/>
              <a:rect l="l" t="t" r="r" b="b"/>
              <a:pathLst>
                <a:path w="9334" h="6173" extrusionOk="0">
                  <a:moveTo>
                    <a:pt x="2848" y="1"/>
                  </a:moveTo>
                  <a:cubicBezTo>
                    <a:pt x="1753" y="1"/>
                    <a:pt x="0" y="1413"/>
                    <a:pt x="509" y="2865"/>
                  </a:cubicBezTo>
                  <a:cubicBezTo>
                    <a:pt x="838" y="3774"/>
                    <a:pt x="2609" y="4824"/>
                    <a:pt x="4615" y="6172"/>
                  </a:cubicBezTo>
                  <a:cubicBezTo>
                    <a:pt x="6010" y="6016"/>
                    <a:pt x="7515" y="5733"/>
                    <a:pt x="9051" y="5310"/>
                  </a:cubicBezTo>
                  <a:cubicBezTo>
                    <a:pt x="9145" y="5279"/>
                    <a:pt x="9239" y="5263"/>
                    <a:pt x="9333" y="5232"/>
                  </a:cubicBezTo>
                  <a:cubicBezTo>
                    <a:pt x="6716" y="2677"/>
                    <a:pt x="3769" y="200"/>
                    <a:pt x="3095" y="28"/>
                  </a:cubicBezTo>
                  <a:cubicBezTo>
                    <a:pt x="3018" y="10"/>
                    <a:pt x="2935" y="1"/>
                    <a:pt x="2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8"/>
            <p:cNvSpPr/>
            <p:nvPr/>
          </p:nvSpPr>
          <p:spPr>
            <a:xfrm>
              <a:off x="7701282" y="337956"/>
              <a:ext cx="393640" cy="275640"/>
            </a:xfrm>
            <a:custGeom>
              <a:avLst/>
              <a:gdLst/>
              <a:ahLst/>
              <a:cxnLst/>
              <a:rect l="l" t="t" r="r" b="b"/>
              <a:pathLst>
                <a:path w="9354" h="6550" extrusionOk="0">
                  <a:moveTo>
                    <a:pt x="2885" y="1"/>
                  </a:moveTo>
                  <a:cubicBezTo>
                    <a:pt x="1554" y="1"/>
                    <a:pt x="0" y="460"/>
                    <a:pt x="482" y="1424"/>
                  </a:cubicBezTo>
                  <a:cubicBezTo>
                    <a:pt x="827" y="2098"/>
                    <a:pt x="3539" y="3681"/>
                    <a:pt x="6062" y="6236"/>
                  </a:cubicBezTo>
                  <a:cubicBezTo>
                    <a:pt x="6156" y="6330"/>
                    <a:pt x="6266" y="6439"/>
                    <a:pt x="6360" y="6549"/>
                  </a:cubicBezTo>
                  <a:cubicBezTo>
                    <a:pt x="7426" y="6236"/>
                    <a:pt x="8429" y="5875"/>
                    <a:pt x="9354" y="5499"/>
                  </a:cubicBezTo>
                  <a:cubicBezTo>
                    <a:pt x="7269" y="3007"/>
                    <a:pt x="4824" y="499"/>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8"/>
            <p:cNvSpPr/>
            <p:nvPr/>
          </p:nvSpPr>
          <p:spPr>
            <a:xfrm>
              <a:off x="7905761" y="325542"/>
              <a:ext cx="300637" cy="235914"/>
            </a:xfrm>
            <a:custGeom>
              <a:avLst/>
              <a:gdLst/>
              <a:ahLst/>
              <a:cxnLst/>
              <a:rect l="l" t="t" r="r" b="b"/>
              <a:pathLst>
                <a:path w="7144" h="5606" extrusionOk="0">
                  <a:moveTo>
                    <a:pt x="717" y="1"/>
                  </a:moveTo>
                  <a:cubicBezTo>
                    <a:pt x="265" y="1"/>
                    <a:pt x="0" y="143"/>
                    <a:pt x="153" y="527"/>
                  </a:cubicBezTo>
                  <a:cubicBezTo>
                    <a:pt x="372" y="1107"/>
                    <a:pt x="3053" y="3364"/>
                    <a:pt x="4902" y="5606"/>
                  </a:cubicBezTo>
                  <a:cubicBezTo>
                    <a:pt x="5717" y="5261"/>
                    <a:pt x="6470" y="4885"/>
                    <a:pt x="7144" y="4493"/>
                  </a:cubicBezTo>
                  <a:cubicBezTo>
                    <a:pt x="5733" y="2565"/>
                    <a:pt x="4275" y="1170"/>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8"/>
            <p:cNvSpPr/>
            <p:nvPr/>
          </p:nvSpPr>
          <p:spPr>
            <a:xfrm>
              <a:off x="8154931" y="905733"/>
              <a:ext cx="186047" cy="187393"/>
            </a:xfrm>
            <a:custGeom>
              <a:avLst/>
              <a:gdLst/>
              <a:ahLst/>
              <a:cxnLst/>
              <a:rect l="l" t="t" r="r" b="b"/>
              <a:pathLst>
                <a:path w="4421" h="4453" extrusionOk="0">
                  <a:moveTo>
                    <a:pt x="4420" y="1"/>
                  </a:moveTo>
                  <a:cubicBezTo>
                    <a:pt x="3684" y="847"/>
                    <a:pt x="2524" y="1741"/>
                    <a:pt x="1129" y="2446"/>
                  </a:cubicBezTo>
                  <a:cubicBezTo>
                    <a:pt x="753" y="2650"/>
                    <a:pt x="361" y="2807"/>
                    <a:pt x="0" y="2963"/>
                  </a:cubicBezTo>
                  <a:cubicBezTo>
                    <a:pt x="502" y="3763"/>
                    <a:pt x="1050" y="4452"/>
                    <a:pt x="1254" y="4452"/>
                  </a:cubicBezTo>
                  <a:cubicBezTo>
                    <a:pt x="2555" y="4452"/>
                    <a:pt x="3997" y="2023"/>
                    <a:pt x="44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8"/>
            <p:cNvSpPr/>
            <p:nvPr/>
          </p:nvSpPr>
          <p:spPr>
            <a:xfrm>
              <a:off x="7867886" y="911667"/>
              <a:ext cx="167025" cy="56096"/>
            </a:xfrm>
            <a:custGeom>
              <a:avLst/>
              <a:gdLst/>
              <a:ahLst/>
              <a:cxnLst/>
              <a:rect l="l" t="t" r="r" b="b"/>
              <a:pathLst>
                <a:path w="3969" h="1333" extrusionOk="0">
                  <a:moveTo>
                    <a:pt x="1853" y="1"/>
                  </a:moveTo>
                  <a:cubicBezTo>
                    <a:pt x="1367" y="1"/>
                    <a:pt x="435" y="120"/>
                    <a:pt x="254" y="314"/>
                  </a:cubicBezTo>
                  <a:cubicBezTo>
                    <a:pt x="1" y="609"/>
                    <a:pt x="2909" y="1333"/>
                    <a:pt x="3639" y="1333"/>
                  </a:cubicBezTo>
                  <a:cubicBezTo>
                    <a:pt x="3723" y="1333"/>
                    <a:pt x="3778" y="1323"/>
                    <a:pt x="3796" y="1302"/>
                  </a:cubicBezTo>
                  <a:cubicBezTo>
                    <a:pt x="3968" y="1082"/>
                    <a:pt x="2370" y="79"/>
                    <a:pt x="2088" y="17"/>
                  </a:cubicBezTo>
                  <a:cubicBezTo>
                    <a:pt x="2036" y="6"/>
                    <a:pt x="1954" y="1"/>
                    <a:pt x="185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8"/>
            <p:cNvSpPr/>
            <p:nvPr/>
          </p:nvSpPr>
          <p:spPr>
            <a:xfrm>
              <a:off x="7524998" y="903292"/>
              <a:ext cx="275767" cy="58873"/>
            </a:xfrm>
            <a:custGeom>
              <a:avLst/>
              <a:gdLst/>
              <a:ahLst/>
              <a:cxnLst/>
              <a:rect l="l" t="t" r="r" b="b"/>
              <a:pathLst>
                <a:path w="6553" h="1399" extrusionOk="0">
                  <a:moveTo>
                    <a:pt x="1340" y="0"/>
                  </a:moveTo>
                  <a:cubicBezTo>
                    <a:pt x="831" y="0"/>
                    <a:pt x="466" y="22"/>
                    <a:pt x="376" y="75"/>
                  </a:cubicBezTo>
                  <a:cubicBezTo>
                    <a:pt x="0" y="310"/>
                    <a:pt x="894" y="1297"/>
                    <a:pt x="1066" y="1375"/>
                  </a:cubicBezTo>
                  <a:cubicBezTo>
                    <a:pt x="1095" y="1391"/>
                    <a:pt x="1126" y="1399"/>
                    <a:pt x="1160" y="1399"/>
                  </a:cubicBezTo>
                  <a:cubicBezTo>
                    <a:pt x="1462" y="1399"/>
                    <a:pt x="1992" y="835"/>
                    <a:pt x="2978" y="764"/>
                  </a:cubicBezTo>
                  <a:cubicBezTo>
                    <a:pt x="4687" y="654"/>
                    <a:pt x="6552" y="545"/>
                    <a:pt x="6364" y="419"/>
                  </a:cubicBezTo>
                  <a:cubicBezTo>
                    <a:pt x="6101" y="228"/>
                    <a:pt x="2975" y="0"/>
                    <a:pt x="134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8"/>
            <p:cNvSpPr/>
            <p:nvPr/>
          </p:nvSpPr>
          <p:spPr>
            <a:xfrm>
              <a:off x="8118824" y="803262"/>
              <a:ext cx="200397" cy="185710"/>
            </a:xfrm>
            <a:custGeom>
              <a:avLst/>
              <a:gdLst/>
              <a:ahLst/>
              <a:cxnLst/>
              <a:rect l="l" t="t" r="r" b="b"/>
              <a:pathLst>
                <a:path w="4762" h="4413" extrusionOk="0">
                  <a:moveTo>
                    <a:pt x="4533" y="0"/>
                  </a:moveTo>
                  <a:cubicBezTo>
                    <a:pt x="4150" y="0"/>
                    <a:pt x="460" y="2725"/>
                    <a:pt x="231" y="3000"/>
                  </a:cubicBezTo>
                  <a:cubicBezTo>
                    <a:pt x="1" y="3277"/>
                    <a:pt x="313" y="4412"/>
                    <a:pt x="650" y="4412"/>
                  </a:cubicBezTo>
                  <a:cubicBezTo>
                    <a:pt x="657" y="4412"/>
                    <a:pt x="663" y="4412"/>
                    <a:pt x="670" y="4411"/>
                  </a:cubicBezTo>
                  <a:cubicBezTo>
                    <a:pt x="1125" y="4348"/>
                    <a:pt x="1501" y="3188"/>
                    <a:pt x="1673" y="2890"/>
                  </a:cubicBezTo>
                  <a:cubicBezTo>
                    <a:pt x="1830" y="2608"/>
                    <a:pt x="4761" y="163"/>
                    <a:pt x="4557" y="6"/>
                  </a:cubicBezTo>
                  <a:cubicBezTo>
                    <a:pt x="4552" y="2"/>
                    <a:pt x="4544" y="0"/>
                    <a:pt x="4533"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8"/>
            <p:cNvSpPr/>
            <p:nvPr/>
          </p:nvSpPr>
          <p:spPr>
            <a:xfrm>
              <a:off x="7563882" y="406803"/>
              <a:ext cx="149814" cy="136095"/>
            </a:xfrm>
            <a:custGeom>
              <a:avLst/>
              <a:gdLst/>
              <a:ahLst/>
              <a:cxnLst/>
              <a:rect l="l" t="t" r="r" b="b"/>
              <a:pathLst>
                <a:path w="3560" h="3234" extrusionOk="0">
                  <a:moveTo>
                    <a:pt x="2522" y="1"/>
                  </a:moveTo>
                  <a:cubicBezTo>
                    <a:pt x="2146" y="1"/>
                    <a:pt x="1678" y="153"/>
                    <a:pt x="1145" y="634"/>
                  </a:cubicBezTo>
                  <a:cubicBezTo>
                    <a:pt x="1" y="1653"/>
                    <a:pt x="283" y="2750"/>
                    <a:pt x="800" y="3205"/>
                  </a:cubicBezTo>
                  <a:cubicBezTo>
                    <a:pt x="821" y="3224"/>
                    <a:pt x="839" y="3233"/>
                    <a:pt x="854" y="3233"/>
                  </a:cubicBezTo>
                  <a:cubicBezTo>
                    <a:pt x="1035" y="3233"/>
                    <a:pt x="889" y="1939"/>
                    <a:pt x="1757" y="1245"/>
                  </a:cubicBezTo>
                  <a:cubicBezTo>
                    <a:pt x="2587" y="587"/>
                    <a:pt x="3559" y="509"/>
                    <a:pt x="3481" y="415"/>
                  </a:cubicBezTo>
                  <a:cubicBezTo>
                    <a:pt x="3398" y="304"/>
                    <a:pt x="3052" y="1"/>
                    <a:pt x="252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8"/>
            <p:cNvSpPr/>
            <p:nvPr/>
          </p:nvSpPr>
          <p:spPr>
            <a:xfrm>
              <a:off x="7722197" y="344437"/>
              <a:ext cx="178598" cy="61483"/>
            </a:xfrm>
            <a:custGeom>
              <a:avLst/>
              <a:gdLst/>
              <a:ahLst/>
              <a:cxnLst/>
              <a:rect l="l" t="t" r="r" b="b"/>
              <a:pathLst>
                <a:path w="4244" h="1461" extrusionOk="0">
                  <a:moveTo>
                    <a:pt x="2365" y="0"/>
                  </a:moveTo>
                  <a:cubicBezTo>
                    <a:pt x="2106" y="0"/>
                    <a:pt x="1816" y="24"/>
                    <a:pt x="1490" y="78"/>
                  </a:cubicBezTo>
                  <a:cubicBezTo>
                    <a:pt x="1" y="329"/>
                    <a:pt x="16" y="972"/>
                    <a:pt x="346" y="1379"/>
                  </a:cubicBezTo>
                  <a:cubicBezTo>
                    <a:pt x="393" y="1436"/>
                    <a:pt x="452" y="1460"/>
                    <a:pt x="525" y="1460"/>
                  </a:cubicBezTo>
                  <a:cubicBezTo>
                    <a:pt x="819" y="1460"/>
                    <a:pt x="1346" y="1069"/>
                    <a:pt x="2274" y="768"/>
                  </a:cubicBezTo>
                  <a:cubicBezTo>
                    <a:pt x="2606" y="663"/>
                    <a:pt x="2947" y="630"/>
                    <a:pt x="3249" y="630"/>
                  </a:cubicBezTo>
                  <a:cubicBezTo>
                    <a:pt x="3746" y="630"/>
                    <a:pt x="4139" y="718"/>
                    <a:pt x="4222" y="718"/>
                  </a:cubicBezTo>
                  <a:cubicBezTo>
                    <a:pt x="4239" y="718"/>
                    <a:pt x="4243" y="714"/>
                    <a:pt x="4233" y="705"/>
                  </a:cubicBezTo>
                  <a:cubicBezTo>
                    <a:pt x="3839" y="324"/>
                    <a:pt x="3310" y="0"/>
                    <a:pt x="236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8"/>
            <p:cNvSpPr/>
            <p:nvPr/>
          </p:nvSpPr>
          <p:spPr>
            <a:xfrm>
              <a:off x="7919858" y="334842"/>
              <a:ext cx="169130" cy="58958"/>
            </a:xfrm>
            <a:custGeom>
              <a:avLst/>
              <a:gdLst/>
              <a:ahLst/>
              <a:cxnLst/>
              <a:rect l="l" t="t" r="r" b="b"/>
              <a:pathLst>
                <a:path w="4019" h="1401" extrusionOk="0">
                  <a:moveTo>
                    <a:pt x="673" y="1"/>
                  </a:moveTo>
                  <a:cubicBezTo>
                    <a:pt x="1" y="1"/>
                    <a:pt x="106" y="290"/>
                    <a:pt x="382" y="730"/>
                  </a:cubicBezTo>
                  <a:cubicBezTo>
                    <a:pt x="538" y="973"/>
                    <a:pt x="845" y="1029"/>
                    <a:pt x="1246" y="1029"/>
                  </a:cubicBezTo>
                  <a:cubicBezTo>
                    <a:pt x="1491" y="1029"/>
                    <a:pt x="1772" y="1008"/>
                    <a:pt x="2075" y="996"/>
                  </a:cubicBezTo>
                  <a:cubicBezTo>
                    <a:pt x="2081" y="996"/>
                    <a:pt x="2086" y="996"/>
                    <a:pt x="2092" y="996"/>
                  </a:cubicBezTo>
                  <a:cubicBezTo>
                    <a:pt x="2460" y="996"/>
                    <a:pt x="3736" y="1400"/>
                    <a:pt x="3972" y="1400"/>
                  </a:cubicBezTo>
                  <a:cubicBezTo>
                    <a:pt x="4006" y="1400"/>
                    <a:pt x="4019" y="1392"/>
                    <a:pt x="4003" y="1372"/>
                  </a:cubicBezTo>
                  <a:cubicBezTo>
                    <a:pt x="3345" y="526"/>
                    <a:pt x="1934" y="134"/>
                    <a:pt x="1323" y="56"/>
                  </a:cubicBezTo>
                  <a:cubicBezTo>
                    <a:pt x="1053" y="18"/>
                    <a:pt x="839" y="1"/>
                    <a:pt x="67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8"/>
            <p:cNvSpPr/>
            <p:nvPr/>
          </p:nvSpPr>
          <p:spPr>
            <a:xfrm>
              <a:off x="8172732" y="958673"/>
              <a:ext cx="374703" cy="307286"/>
            </a:xfrm>
            <a:custGeom>
              <a:avLst/>
              <a:gdLst/>
              <a:ahLst/>
              <a:cxnLst/>
              <a:rect l="l" t="t" r="r" b="b"/>
              <a:pathLst>
                <a:path w="8904" h="7302" extrusionOk="0">
                  <a:moveTo>
                    <a:pt x="5820" y="1"/>
                  </a:moveTo>
                  <a:cubicBezTo>
                    <a:pt x="4732" y="1"/>
                    <a:pt x="3558" y="4123"/>
                    <a:pt x="0" y="6078"/>
                  </a:cubicBezTo>
                  <a:lnTo>
                    <a:pt x="1019" y="7301"/>
                  </a:lnTo>
                  <a:cubicBezTo>
                    <a:pt x="1019" y="7301"/>
                    <a:pt x="8903" y="4589"/>
                    <a:pt x="6490" y="561"/>
                  </a:cubicBezTo>
                  <a:cubicBezTo>
                    <a:pt x="6257" y="170"/>
                    <a:pt x="6040" y="1"/>
                    <a:pt x="58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8"/>
            <p:cNvSpPr/>
            <p:nvPr/>
          </p:nvSpPr>
          <p:spPr>
            <a:xfrm>
              <a:off x="8400945" y="1002565"/>
              <a:ext cx="52814" cy="45870"/>
            </a:xfrm>
            <a:custGeom>
              <a:avLst/>
              <a:gdLst/>
              <a:ahLst/>
              <a:cxnLst/>
              <a:rect l="l" t="t" r="r" b="b"/>
              <a:pathLst>
                <a:path w="1255" h="1090" extrusionOk="0">
                  <a:moveTo>
                    <a:pt x="638" y="1"/>
                  </a:moveTo>
                  <a:cubicBezTo>
                    <a:pt x="589" y="1"/>
                    <a:pt x="538" y="7"/>
                    <a:pt x="487" y="20"/>
                  </a:cubicBezTo>
                  <a:cubicBezTo>
                    <a:pt x="189" y="114"/>
                    <a:pt x="1" y="411"/>
                    <a:pt x="79" y="694"/>
                  </a:cubicBezTo>
                  <a:cubicBezTo>
                    <a:pt x="144" y="940"/>
                    <a:pt x="370" y="1090"/>
                    <a:pt x="614" y="1090"/>
                  </a:cubicBezTo>
                  <a:cubicBezTo>
                    <a:pt x="665" y="1090"/>
                    <a:pt x="717" y="1083"/>
                    <a:pt x="769" y="1070"/>
                  </a:cubicBezTo>
                  <a:cubicBezTo>
                    <a:pt x="1082" y="991"/>
                    <a:pt x="1255" y="694"/>
                    <a:pt x="1176" y="396"/>
                  </a:cubicBezTo>
                  <a:cubicBezTo>
                    <a:pt x="1111" y="160"/>
                    <a:pt x="892" y="1"/>
                    <a:pt x="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3" name="Google Shape;2243;p8"/>
          <p:cNvGrpSpPr/>
          <p:nvPr/>
        </p:nvGrpSpPr>
        <p:grpSpPr>
          <a:xfrm rot="1801529">
            <a:off x="7734023" y="3412445"/>
            <a:ext cx="1255916" cy="1398817"/>
            <a:chOff x="1416325" y="1320700"/>
            <a:chExt cx="836250" cy="931400"/>
          </a:xfrm>
        </p:grpSpPr>
        <p:sp>
          <p:nvSpPr>
            <p:cNvPr id="2244" name="Google Shape;2244;p8"/>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8"/>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8"/>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8"/>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8"/>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8"/>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8"/>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8"/>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8"/>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8"/>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8"/>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8"/>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8"/>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8"/>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8"/>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8"/>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8"/>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8"/>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8"/>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8"/>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8"/>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8"/>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8"/>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8"/>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8"/>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8"/>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8"/>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8"/>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8"/>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8"/>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8"/>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8"/>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8"/>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8"/>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8"/>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8"/>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8"/>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8"/>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8"/>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8"/>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8"/>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8"/>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8"/>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8"/>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8"/>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8"/>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8"/>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8"/>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8"/>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8"/>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8"/>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8"/>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8"/>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8"/>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8"/>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8"/>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8"/>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8"/>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8"/>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8"/>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8"/>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8"/>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8"/>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8"/>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8"/>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8"/>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8"/>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8"/>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8"/>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8"/>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8"/>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8"/>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8"/>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8"/>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8"/>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8"/>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8"/>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8"/>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8"/>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8"/>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8"/>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8"/>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8"/>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8"/>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8"/>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8"/>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8"/>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8"/>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8"/>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8"/>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8"/>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8"/>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8"/>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8"/>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8"/>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9" name="Google Shape;2339;p8"/>
          <p:cNvGrpSpPr/>
          <p:nvPr/>
        </p:nvGrpSpPr>
        <p:grpSpPr>
          <a:xfrm rot="-995748">
            <a:off x="141884" y="3422125"/>
            <a:ext cx="1454438" cy="1491357"/>
            <a:chOff x="3993975" y="1524025"/>
            <a:chExt cx="781000" cy="800825"/>
          </a:xfrm>
        </p:grpSpPr>
        <p:sp>
          <p:nvSpPr>
            <p:cNvPr id="2340" name="Google Shape;2340;p8"/>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8"/>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8"/>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8"/>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8"/>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8"/>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8"/>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8"/>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8"/>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8"/>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8"/>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8"/>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8"/>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8"/>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8"/>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8"/>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8"/>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8"/>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8"/>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8"/>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8"/>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8"/>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8"/>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8"/>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8"/>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8"/>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8"/>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8"/>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8"/>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8"/>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8"/>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8"/>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8"/>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8"/>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8"/>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8"/>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8"/>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8"/>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8"/>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9" name="Google Shape;2379;p8"/>
          <p:cNvGrpSpPr/>
          <p:nvPr/>
        </p:nvGrpSpPr>
        <p:grpSpPr>
          <a:xfrm>
            <a:off x="2992133" y="4308046"/>
            <a:ext cx="538970" cy="475799"/>
            <a:chOff x="3503083" y="4268071"/>
            <a:chExt cx="538970" cy="475799"/>
          </a:xfrm>
        </p:grpSpPr>
        <p:sp>
          <p:nvSpPr>
            <p:cNvPr id="2380" name="Google Shape;2380;p8"/>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81" name="Google Shape;2381;p8"/>
            <p:cNvGrpSpPr/>
            <p:nvPr/>
          </p:nvGrpSpPr>
          <p:grpSpPr>
            <a:xfrm>
              <a:off x="3550326" y="4310672"/>
              <a:ext cx="393741" cy="373040"/>
              <a:chOff x="3550326" y="4310672"/>
              <a:chExt cx="393741" cy="373040"/>
            </a:xfrm>
          </p:grpSpPr>
          <p:sp>
            <p:nvSpPr>
              <p:cNvPr id="2382" name="Google Shape;2382;p8"/>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8"/>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8"/>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8"/>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8"/>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8"/>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8"/>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8"/>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8"/>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8"/>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8"/>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8"/>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8"/>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8"/>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8"/>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8"/>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8"/>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8"/>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8"/>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8"/>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8"/>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8"/>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8"/>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8"/>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8"/>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8"/>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8"/>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8"/>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8"/>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8"/>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8"/>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8"/>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8"/>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8"/>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8"/>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8"/>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8"/>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8"/>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8"/>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8"/>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8"/>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8"/>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8"/>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8"/>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8"/>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8"/>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8"/>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8"/>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8"/>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8"/>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8"/>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8"/>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8"/>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8"/>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8"/>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8"/>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8"/>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8"/>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8"/>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8"/>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8"/>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8"/>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8"/>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45" name="Google Shape;2445;p8"/>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8"/>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8"/>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8" name="Google Shape;2448;p8"/>
          <p:cNvGrpSpPr/>
          <p:nvPr/>
        </p:nvGrpSpPr>
        <p:grpSpPr>
          <a:xfrm rot="10800000">
            <a:off x="4800345" y="142533"/>
            <a:ext cx="727015" cy="708981"/>
            <a:chOff x="225997" y="123301"/>
            <a:chExt cx="631802" cy="616130"/>
          </a:xfrm>
        </p:grpSpPr>
        <p:grpSp>
          <p:nvGrpSpPr>
            <p:cNvPr id="2449" name="Google Shape;2449;p8"/>
            <p:cNvGrpSpPr/>
            <p:nvPr/>
          </p:nvGrpSpPr>
          <p:grpSpPr>
            <a:xfrm rot="9089783">
              <a:off x="302065" y="211047"/>
              <a:ext cx="479665" cy="440638"/>
              <a:chOff x="-960976" y="1975682"/>
              <a:chExt cx="1155492" cy="1061477"/>
            </a:xfrm>
          </p:grpSpPr>
          <p:sp>
            <p:nvSpPr>
              <p:cNvPr id="2450" name="Google Shape;2450;p8"/>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8"/>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8"/>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8"/>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8"/>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8"/>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8"/>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8"/>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8"/>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8"/>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8"/>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8"/>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8"/>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8"/>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8"/>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8"/>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8"/>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8"/>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8"/>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8"/>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8"/>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8"/>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8"/>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8"/>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8"/>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8"/>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8"/>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8"/>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8"/>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8"/>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8"/>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8"/>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8"/>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8"/>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8"/>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8"/>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8"/>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8"/>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8"/>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8"/>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8"/>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8"/>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8"/>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3" name="Google Shape;2493;p8"/>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4" name="Google Shape;2494;p8"/>
            <p:cNvGrpSpPr/>
            <p:nvPr/>
          </p:nvGrpSpPr>
          <p:grpSpPr>
            <a:xfrm>
              <a:off x="357526" y="269347"/>
              <a:ext cx="326648" cy="309474"/>
              <a:chOff x="3550326" y="4310672"/>
              <a:chExt cx="393741" cy="373040"/>
            </a:xfrm>
          </p:grpSpPr>
          <p:sp>
            <p:nvSpPr>
              <p:cNvPr id="2495" name="Google Shape;2495;p8"/>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8"/>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8"/>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8"/>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8"/>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8"/>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8"/>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8"/>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8"/>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8"/>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8"/>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8"/>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8"/>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8"/>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8"/>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8"/>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8"/>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8"/>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8"/>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8"/>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8"/>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8"/>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8"/>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8"/>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8"/>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8"/>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8"/>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8"/>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8"/>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8"/>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8"/>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8"/>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8"/>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8"/>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8"/>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8"/>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8"/>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8"/>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8"/>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8"/>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8"/>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8"/>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8"/>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8"/>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8"/>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8"/>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8"/>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8"/>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8"/>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8"/>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8"/>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8"/>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8"/>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8"/>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8"/>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8"/>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8"/>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8"/>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8"/>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8"/>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8"/>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8"/>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8"/>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58" name="Google Shape;2558;p8"/>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8"/>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8"/>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61" name="Google Shape;2561;p8"/>
          <p:cNvSpPr txBox="1">
            <a:spLocks noGrp="1"/>
          </p:cNvSpPr>
          <p:nvPr>
            <p:ph type="title"/>
          </p:nvPr>
        </p:nvSpPr>
        <p:spPr>
          <a:xfrm>
            <a:off x="1971300" y="1098575"/>
            <a:ext cx="52014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000"/>
        <p:cNvGrpSpPr/>
        <p:nvPr/>
      </p:nvGrpSpPr>
      <p:grpSpPr>
        <a:xfrm>
          <a:off x="0" y="0"/>
          <a:ext cx="0" cy="0"/>
          <a:chOff x="0" y="0"/>
          <a:chExt cx="0" cy="0"/>
        </a:xfrm>
      </p:grpSpPr>
      <p:sp>
        <p:nvSpPr>
          <p:cNvPr id="3001" name="Google Shape;3001;p11"/>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11"/>
          <p:cNvSpPr/>
          <p:nvPr/>
        </p:nvSpPr>
        <p:spPr>
          <a:xfrm>
            <a:off x="1559700" y="922175"/>
            <a:ext cx="6024600" cy="2882100"/>
          </a:xfrm>
          <a:prstGeom prst="roundRect">
            <a:avLst>
              <a:gd name="adj" fmla="val 5945"/>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11"/>
          <p:cNvSpPr/>
          <p:nvPr/>
        </p:nvSpPr>
        <p:spPr>
          <a:xfrm>
            <a:off x="-40800" y="4433175"/>
            <a:ext cx="9228600" cy="75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4" name="Google Shape;3004;p11"/>
          <p:cNvGrpSpPr/>
          <p:nvPr/>
        </p:nvGrpSpPr>
        <p:grpSpPr>
          <a:xfrm rot="-1097607" flipH="1">
            <a:off x="6751895" y="3601834"/>
            <a:ext cx="1091197" cy="478913"/>
            <a:chOff x="2183975" y="2067550"/>
            <a:chExt cx="819400" cy="359650"/>
          </a:xfrm>
        </p:grpSpPr>
        <p:sp>
          <p:nvSpPr>
            <p:cNvPr id="3005" name="Google Shape;3005;p11"/>
            <p:cNvSpPr/>
            <p:nvPr/>
          </p:nvSpPr>
          <p:spPr>
            <a:xfrm>
              <a:off x="2183975" y="2389025"/>
              <a:ext cx="76425" cy="38175"/>
            </a:xfrm>
            <a:custGeom>
              <a:avLst/>
              <a:gdLst/>
              <a:ahLst/>
              <a:cxnLst/>
              <a:rect l="l" t="t" r="r" b="b"/>
              <a:pathLst>
                <a:path w="3057" h="1527" extrusionOk="0">
                  <a:moveTo>
                    <a:pt x="2163" y="0"/>
                  </a:moveTo>
                  <a:cubicBezTo>
                    <a:pt x="1160" y="79"/>
                    <a:pt x="0" y="141"/>
                    <a:pt x="94" y="800"/>
                  </a:cubicBezTo>
                  <a:cubicBezTo>
                    <a:pt x="166" y="1384"/>
                    <a:pt x="937" y="1527"/>
                    <a:pt x="1674" y="1527"/>
                  </a:cubicBezTo>
                  <a:cubicBezTo>
                    <a:pt x="2381" y="1527"/>
                    <a:pt x="3057" y="1395"/>
                    <a:pt x="3057" y="1395"/>
                  </a:cubicBezTo>
                  <a:lnTo>
                    <a:pt x="21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11"/>
            <p:cNvSpPr/>
            <p:nvPr/>
          </p:nvSpPr>
          <p:spPr>
            <a:xfrm>
              <a:off x="2392450" y="2067550"/>
              <a:ext cx="45075" cy="28150"/>
            </a:xfrm>
            <a:custGeom>
              <a:avLst/>
              <a:gdLst/>
              <a:ahLst/>
              <a:cxnLst/>
              <a:rect l="l" t="t" r="r" b="b"/>
              <a:pathLst>
                <a:path w="1803" h="1126" extrusionOk="0">
                  <a:moveTo>
                    <a:pt x="993" y="0"/>
                  </a:moveTo>
                  <a:cubicBezTo>
                    <a:pt x="950" y="0"/>
                    <a:pt x="907" y="2"/>
                    <a:pt x="862" y="6"/>
                  </a:cubicBezTo>
                  <a:cubicBezTo>
                    <a:pt x="376" y="53"/>
                    <a:pt x="0" y="336"/>
                    <a:pt x="16" y="633"/>
                  </a:cubicBezTo>
                  <a:cubicBezTo>
                    <a:pt x="44" y="918"/>
                    <a:pt x="384" y="1126"/>
                    <a:pt x="810" y="1126"/>
                  </a:cubicBezTo>
                  <a:cubicBezTo>
                    <a:pt x="853" y="1126"/>
                    <a:pt x="896" y="1124"/>
                    <a:pt x="941" y="1119"/>
                  </a:cubicBezTo>
                  <a:cubicBezTo>
                    <a:pt x="1427" y="1072"/>
                    <a:pt x="1803" y="790"/>
                    <a:pt x="1787" y="477"/>
                  </a:cubicBezTo>
                  <a:cubicBezTo>
                    <a:pt x="1773" y="206"/>
                    <a:pt x="1422" y="0"/>
                    <a:pt x="9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11"/>
            <p:cNvSpPr/>
            <p:nvPr/>
          </p:nvSpPr>
          <p:spPr>
            <a:xfrm>
              <a:off x="2214550" y="2079000"/>
              <a:ext cx="516875" cy="342950"/>
            </a:xfrm>
            <a:custGeom>
              <a:avLst/>
              <a:gdLst/>
              <a:ahLst/>
              <a:cxnLst/>
              <a:rect l="l" t="t" r="r" b="b"/>
              <a:pathLst>
                <a:path w="20675" h="13718" extrusionOk="0">
                  <a:moveTo>
                    <a:pt x="9826" y="1"/>
                  </a:moveTo>
                  <a:cubicBezTo>
                    <a:pt x="7386" y="1"/>
                    <a:pt x="4905" y="399"/>
                    <a:pt x="3151" y="1523"/>
                  </a:cubicBezTo>
                  <a:cubicBezTo>
                    <a:pt x="0" y="3530"/>
                    <a:pt x="1270" y="13608"/>
                    <a:pt x="1270" y="13608"/>
                  </a:cubicBezTo>
                  <a:lnTo>
                    <a:pt x="20674" y="13718"/>
                  </a:lnTo>
                  <a:cubicBezTo>
                    <a:pt x="20674" y="13718"/>
                    <a:pt x="20659" y="2088"/>
                    <a:pt x="16082" y="818"/>
                  </a:cubicBezTo>
                  <a:cubicBezTo>
                    <a:pt x="14496" y="372"/>
                    <a:pt x="12180" y="1"/>
                    <a:pt x="98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11"/>
            <p:cNvSpPr/>
            <p:nvPr/>
          </p:nvSpPr>
          <p:spPr>
            <a:xfrm>
              <a:off x="2470825" y="2079050"/>
              <a:ext cx="260600" cy="342900"/>
            </a:xfrm>
            <a:custGeom>
              <a:avLst/>
              <a:gdLst/>
              <a:ahLst/>
              <a:cxnLst/>
              <a:rect l="l" t="t" r="r" b="b"/>
              <a:pathLst>
                <a:path w="10424" h="13716" extrusionOk="0">
                  <a:moveTo>
                    <a:pt x="0" y="1"/>
                  </a:moveTo>
                  <a:lnTo>
                    <a:pt x="0" y="1"/>
                  </a:lnTo>
                  <a:cubicBezTo>
                    <a:pt x="4828" y="1756"/>
                    <a:pt x="8370" y="7211"/>
                    <a:pt x="8480" y="13716"/>
                  </a:cubicBezTo>
                  <a:lnTo>
                    <a:pt x="10423" y="13716"/>
                  </a:lnTo>
                  <a:cubicBezTo>
                    <a:pt x="10423" y="13716"/>
                    <a:pt x="10408" y="2086"/>
                    <a:pt x="5831" y="816"/>
                  </a:cubicBezTo>
                  <a:cubicBezTo>
                    <a:pt x="4342" y="393"/>
                    <a:pt x="2194" y="48"/>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11"/>
            <p:cNvSpPr/>
            <p:nvPr/>
          </p:nvSpPr>
          <p:spPr>
            <a:xfrm>
              <a:off x="2214550" y="2082600"/>
              <a:ext cx="186525" cy="339350"/>
            </a:xfrm>
            <a:custGeom>
              <a:avLst/>
              <a:gdLst/>
              <a:ahLst/>
              <a:cxnLst/>
              <a:rect l="l" t="t" r="r" b="b"/>
              <a:pathLst>
                <a:path w="7461" h="13574" extrusionOk="0">
                  <a:moveTo>
                    <a:pt x="7461" y="0"/>
                  </a:moveTo>
                  <a:lnTo>
                    <a:pt x="7461" y="0"/>
                  </a:lnTo>
                  <a:cubicBezTo>
                    <a:pt x="5847" y="188"/>
                    <a:pt x="4342" y="611"/>
                    <a:pt x="3151" y="1379"/>
                  </a:cubicBezTo>
                  <a:cubicBezTo>
                    <a:pt x="0" y="3386"/>
                    <a:pt x="862" y="13574"/>
                    <a:pt x="862" y="13574"/>
                  </a:cubicBezTo>
                  <a:lnTo>
                    <a:pt x="7006" y="13574"/>
                  </a:lnTo>
                  <a:cubicBezTo>
                    <a:pt x="6489" y="12320"/>
                    <a:pt x="3746" y="2100"/>
                    <a:pt x="7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11"/>
            <p:cNvSpPr/>
            <p:nvPr/>
          </p:nvSpPr>
          <p:spPr>
            <a:xfrm>
              <a:off x="2218450" y="2136675"/>
              <a:ext cx="85075" cy="285275"/>
            </a:xfrm>
            <a:custGeom>
              <a:avLst/>
              <a:gdLst/>
              <a:ahLst/>
              <a:cxnLst/>
              <a:rect l="l" t="t" r="r" b="b"/>
              <a:pathLst>
                <a:path w="3403" h="11411" extrusionOk="0">
                  <a:moveTo>
                    <a:pt x="2195" y="0"/>
                  </a:moveTo>
                  <a:lnTo>
                    <a:pt x="2195" y="0"/>
                  </a:lnTo>
                  <a:cubicBezTo>
                    <a:pt x="1" y="3088"/>
                    <a:pt x="706" y="11411"/>
                    <a:pt x="706" y="11411"/>
                  </a:cubicBezTo>
                  <a:lnTo>
                    <a:pt x="3402" y="11411"/>
                  </a:lnTo>
                  <a:cubicBezTo>
                    <a:pt x="2399" y="9373"/>
                    <a:pt x="1803" y="6771"/>
                    <a:pt x="1803" y="3903"/>
                  </a:cubicBezTo>
                  <a:cubicBezTo>
                    <a:pt x="1803" y="2539"/>
                    <a:pt x="1944" y="1223"/>
                    <a:pt x="219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11"/>
            <p:cNvSpPr/>
            <p:nvPr/>
          </p:nvSpPr>
          <p:spPr>
            <a:xfrm>
              <a:off x="2234125" y="2405350"/>
              <a:ext cx="769250" cy="21700"/>
            </a:xfrm>
            <a:custGeom>
              <a:avLst/>
              <a:gdLst/>
              <a:ahLst/>
              <a:cxnLst/>
              <a:rect l="l" t="t" r="r" b="b"/>
              <a:pathLst>
                <a:path w="30770" h="868" extrusionOk="0">
                  <a:moveTo>
                    <a:pt x="28366" y="1"/>
                  </a:moveTo>
                  <a:cubicBezTo>
                    <a:pt x="25060" y="1"/>
                    <a:pt x="17454" y="460"/>
                    <a:pt x="1" y="460"/>
                  </a:cubicBezTo>
                  <a:lnTo>
                    <a:pt x="79" y="868"/>
                  </a:lnTo>
                  <a:lnTo>
                    <a:pt x="30472" y="868"/>
                  </a:lnTo>
                  <a:cubicBezTo>
                    <a:pt x="30597" y="868"/>
                    <a:pt x="30707" y="774"/>
                    <a:pt x="30738" y="633"/>
                  </a:cubicBezTo>
                  <a:cubicBezTo>
                    <a:pt x="30769" y="492"/>
                    <a:pt x="30722" y="335"/>
                    <a:pt x="30613" y="272"/>
                  </a:cubicBezTo>
                  <a:cubicBezTo>
                    <a:pt x="30307" y="73"/>
                    <a:pt x="29672" y="1"/>
                    <a:pt x="283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11"/>
            <p:cNvSpPr/>
            <p:nvPr/>
          </p:nvSpPr>
          <p:spPr>
            <a:xfrm>
              <a:off x="2458675" y="2405300"/>
              <a:ext cx="544700" cy="21750"/>
            </a:xfrm>
            <a:custGeom>
              <a:avLst/>
              <a:gdLst/>
              <a:ahLst/>
              <a:cxnLst/>
              <a:rect l="l" t="t" r="r" b="b"/>
              <a:pathLst>
                <a:path w="21788" h="870" extrusionOk="0">
                  <a:moveTo>
                    <a:pt x="19365" y="1"/>
                  </a:moveTo>
                  <a:cubicBezTo>
                    <a:pt x="16687" y="1"/>
                    <a:pt x="11205" y="300"/>
                    <a:pt x="0" y="415"/>
                  </a:cubicBezTo>
                  <a:cubicBezTo>
                    <a:pt x="173" y="572"/>
                    <a:pt x="329" y="713"/>
                    <a:pt x="455" y="870"/>
                  </a:cubicBezTo>
                  <a:lnTo>
                    <a:pt x="21490" y="870"/>
                  </a:lnTo>
                  <a:cubicBezTo>
                    <a:pt x="21615" y="870"/>
                    <a:pt x="21725" y="776"/>
                    <a:pt x="21756" y="635"/>
                  </a:cubicBezTo>
                  <a:cubicBezTo>
                    <a:pt x="21787" y="494"/>
                    <a:pt x="21740" y="337"/>
                    <a:pt x="21631" y="274"/>
                  </a:cubicBezTo>
                  <a:cubicBezTo>
                    <a:pt x="21321" y="73"/>
                    <a:pt x="20681" y="1"/>
                    <a:pt x="193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11"/>
            <p:cNvSpPr/>
            <p:nvPr/>
          </p:nvSpPr>
          <p:spPr>
            <a:xfrm>
              <a:off x="2510000" y="2158925"/>
              <a:ext cx="154200" cy="210375"/>
            </a:xfrm>
            <a:custGeom>
              <a:avLst/>
              <a:gdLst/>
              <a:ahLst/>
              <a:cxnLst/>
              <a:rect l="l" t="t" r="r" b="b"/>
              <a:pathLst>
                <a:path w="6168" h="8415" extrusionOk="0">
                  <a:moveTo>
                    <a:pt x="452" y="1"/>
                  </a:moveTo>
                  <a:cubicBezTo>
                    <a:pt x="194" y="1"/>
                    <a:pt x="0" y="229"/>
                    <a:pt x="0" y="568"/>
                  </a:cubicBezTo>
                  <a:cubicBezTo>
                    <a:pt x="0" y="1195"/>
                    <a:pt x="2602" y="3765"/>
                    <a:pt x="5925" y="8358"/>
                  </a:cubicBezTo>
                  <a:cubicBezTo>
                    <a:pt x="5949" y="8398"/>
                    <a:pt x="5979" y="8415"/>
                    <a:pt x="6007" y="8415"/>
                  </a:cubicBezTo>
                  <a:cubicBezTo>
                    <a:pt x="6090" y="8415"/>
                    <a:pt x="6168" y="8275"/>
                    <a:pt x="6098" y="8170"/>
                  </a:cubicBezTo>
                  <a:cubicBezTo>
                    <a:pt x="2775" y="3562"/>
                    <a:pt x="1004" y="66"/>
                    <a:pt x="502" y="4"/>
                  </a:cubicBezTo>
                  <a:cubicBezTo>
                    <a:pt x="485" y="2"/>
                    <a:pt x="469" y="1"/>
                    <a:pt x="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11"/>
            <p:cNvSpPr/>
            <p:nvPr/>
          </p:nvSpPr>
          <p:spPr>
            <a:xfrm>
              <a:off x="2634600" y="2331025"/>
              <a:ext cx="30200" cy="40400"/>
            </a:xfrm>
            <a:custGeom>
              <a:avLst/>
              <a:gdLst/>
              <a:ahLst/>
              <a:cxnLst/>
              <a:rect l="l" t="t" r="r" b="b"/>
              <a:pathLst>
                <a:path w="1208" h="1616" extrusionOk="0">
                  <a:moveTo>
                    <a:pt x="220" y="1"/>
                  </a:moveTo>
                  <a:lnTo>
                    <a:pt x="1" y="251"/>
                  </a:lnTo>
                  <a:lnTo>
                    <a:pt x="988" y="1615"/>
                  </a:lnTo>
                  <a:lnTo>
                    <a:pt x="1208" y="1364"/>
                  </a:lnTo>
                  <a:lnTo>
                    <a:pt x="220"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11"/>
            <p:cNvSpPr/>
            <p:nvPr/>
          </p:nvSpPr>
          <p:spPr>
            <a:xfrm>
              <a:off x="2656950" y="2363225"/>
              <a:ext cx="11000" cy="10850"/>
            </a:xfrm>
            <a:custGeom>
              <a:avLst/>
              <a:gdLst/>
              <a:ahLst/>
              <a:cxnLst/>
              <a:rect l="l" t="t" r="r" b="b"/>
              <a:pathLst>
                <a:path w="440" h="434" extrusionOk="0">
                  <a:moveTo>
                    <a:pt x="332" y="1"/>
                  </a:moveTo>
                  <a:cubicBezTo>
                    <a:pt x="278" y="1"/>
                    <a:pt x="206" y="43"/>
                    <a:pt x="141" y="108"/>
                  </a:cubicBezTo>
                  <a:cubicBezTo>
                    <a:pt x="47" y="217"/>
                    <a:pt x="0" y="358"/>
                    <a:pt x="47" y="405"/>
                  </a:cubicBezTo>
                  <a:cubicBezTo>
                    <a:pt x="57" y="425"/>
                    <a:pt x="75" y="434"/>
                    <a:pt x="97" y="434"/>
                  </a:cubicBezTo>
                  <a:cubicBezTo>
                    <a:pt x="146" y="434"/>
                    <a:pt x="218" y="392"/>
                    <a:pt x="282" y="327"/>
                  </a:cubicBezTo>
                  <a:cubicBezTo>
                    <a:pt x="392" y="217"/>
                    <a:pt x="439" y="76"/>
                    <a:pt x="392" y="29"/>
                  </a:cubicBezTo>
                  <a:cubicBezTo>
                    <a:pt x="377" y="10"/>
                    <a:pt x="356" y="1"/>
                    <a:pt x="33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11"/>
            <p:cNvSpPr/>
            <p:nvPr/>
          </p:nvSpPr>
          <p:spPr>
            <a:xfrm>
              <a:off x="2533325" y="2163250"/>
              <a:ext cx="145200" cy="211525"/>
            </a:xfrm>
            <a:custGeom>
              <a:avLst/>
              <a:gdLst/>
              <a:ahLst/>
              <a:cxnLst/>
              <a:rect l="l" t="t" r="r" b="b"/>
              <a:pathLst>
                <a:path w="5808" h="8461" extrusionOk="0">
                  <a:moveTo>
                    <a:pt x="5293" y="0"/>
                  </a:moveTo>
                  <a:cubicBezTo>
                    <a:pt x="5277" y="0"/>
                    <a:pt x="5260" y="1"/>
                    <a:pt x="5243" y="3"/>
                  </a:cubicBezTo>
                  <a:cubicBezTo>
                    <a:pt x="4742" y="66"/>
                    <a:pt x="3158" y="3592"/>
                    <a:pt x="71" y="8216"/>
                  </a:cubicBezTo>
                  <a:cubicBezTo>
                    <a:pt x="1" y="8321"/>
                    <a:pt x="78" y="8461"/>
                    <a:pt x="168" y="8461"/>
                  </a:cubicBezTo>
                  <a:cubicBezTo>
                    <a:pt x="198" y="8461"/>
                    <a:pt x="231" y="8444"/>
                    <a:pt x="259" y="8404"/>
                  </a:cubicBezTo>
                  <a:cubicBezTo>
                    <a:pt x="3331" y="3780"/>
                    <a:pt x="5807" y="1194"/>
                    <a:pt x="5776" y="552"/>
                  </a:cubicBezTo>
                  <a:cubicBezTo>
                    <a:pt x="5761" y="227"/>
                    <a:pt x="5553" y="0"/>
                    <a:pt x="5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11"/>
            <p:cNvSpPr/>
            <p:nvPr/>
          </p:nvSpPr>
          <p:spPr>
            <a:xfrm>
              <a:off x="2529600" y="2368325"/>
              <a:ext cx="11000" cy="10850"/>
            </a:xfrm>
            <a:custGeom>
              <a:avLst/>
              <a:gdLst/>
              <a:ahLst/>
              <a:cxnLst/>
              <a:rect l="l" t="t" r="r" b="b"/>
              <a:pathLst>
                <a:path w="440" h="434" extrusionOk="0">
                  <a:moveTo>
                    <a:pt x="83" y="1"/>
                  </a:moveTo>
                  <a:cubicBezTo>
                    <a:pt x="59" y="1"/>
                    <a:pt x="41" y="10"/>
                    <a:pt x="32" y="29"/>
                  </a:cubicBezTo>
                  <a:cubicBezTo>
                    <a:pt x="0" y="76"/>
                    <a:pt x="47" y="217"/>
                    <a:pt x="141" y="327"/>
                  </a:cubicBezTo>
                  <a:cubicBezTo>
                    <a:pt x="217" y="391"/>
                    <a:pt x="292" y="434"/>
                    <a:pt x="342" y="434"/>
                  </a:cubicBezTo>
                  <a:cubicBezTo>
                    <a:pt x="365" y="434"/>
                    <a:pt x="382" y="425"/>
                    <a:pt x="392" y="405"/>
                  </a:cubicBezTo>
                  <a:cubicBezTo>
                    <a:pt x="439" y="358"/>
                    <a:pt x="392" y="217"/>
                    <a:pt x="282" y="123"/>
                  </a:cubicBezTo>
                  <a:cubicBezTo>
                    <a:pt x="217" y="47"/>
                    <a:pt x="137" y="1"/>
                    <a:pt x="83" y="1"/>
                  </a:cubicBezTo>
                  <a:close/>
                </a:path>
              </a:pathLst>
            </a:custGeom>
            <a:solidFill>
              <a:srgbClr val="8696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11"/>
            <p:cNvSpPr/>
            <p:nvPr/>
          </p:nvSpPr>
          <p:spPr>
            <a:xfrm>
              <a:off x="2533325" y="2281650"/>
              <a:ext cx="65650" cy="93125"/>
            </a:xfrm>
            <a:custGeom>
              <a:avLst/>
              <a:gdLst/>
              <a:ahLst/>
              <a:cxnLst/>
              <a:rect l="l" t="t" r="r" b="b"/>
              <a:pathLst>
                <a:path w="2626" h="3725" extrusionOk="0">
                  <a:moveTo>
                    <a:pt x="2265" y="1"/>
                  </a:moveTo>
                  <a:cubicBezTo>
                    <a:pt x="1638" y="1051"/>
                    <a:pt x="901" y="2226"/>
                    <a:pt x="71" y="3480"/>
                  </a:cubicBezTo>
                  <a:cubicBezTo>
                    <a:pt x="1" y="3585"/>
                    <a:pt x="78" y="3725"/>
                    <a:pt x="161" y="3725"/>
                  </a:cubicBezTo>
                  <a:cubicBezTo>
                    <a:pt x="190" y="3725"/>
                    <a:pt x="219" y="3708"/>
                    <a:pt x="243" y="3668"/>
                  </a:cubicBezTo>
                  <a:cubicBezTo>
                    <a:pt x="1105" y="2399"/>
                    <a:pt x="1904" y="1286"/>
                    <a:pt x="2626" y="314"/>
                  </a:cubicBezTo>
                  <a:cubicBezTo>
                    <a:pt x="2531" y="298"/>
                    <a:pt x="2437" y="251"/>
                    <a:pt x="2375" y="189"/>
                  </a:cubicBezTo>
                  <a:cubicBezTo>
                    <a:pt x="2328" y="126"/>
                    <a:pt x="2296" y="63"/>
                    <a:pt x="22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11"/>
            <p:cNvSpPr/>
            <p:nvPr/>
          </p:nvSpPr>
          <p:spPr>
            <a:xfrm>
              <a:off x="2517825" y="2244825"/>
              <a:ext cx="50575" cy="68975"/>
            </a:xfrm>
            <a:custGeom>
              <a:avLst/>
              <a:gdLst/>
              <a:ahLst/>
              <a:cxnLst/>
              <a:rect l="l" t="t" r="r" b="b"/>
              <a:pathLst>
                <a:path w="2023" h="2759" extrusionOk="0">
                  <a:moveTo>
                    <a:pt x="769" y="0"/>
                  </a:moveTo>
                  <a:cubicBezTo>
                    <a:pt x="769" y="0"/>
                    <a:pt x="1" y="1286"/>
                    <a:pt x="1004" y="2759"/>
                  </a:cubicBezTo>
                  <a:lnTo>
                    <a:pt x="2023" y="1223"/>
                  </a:lnTo>
                  <a:lnTo>
                    <a:pt x="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11"/>
            <p:cNvSpPr/>
            <p:nvPr/>
          </p:nvSpPr>
          <p:spPr>
            <a:xfrm>
              <a:off x="2620500" y="2252275"/>
              <a:ext cx="47050" cy="58800"/>
            </a:xfrm>
            <a:custGeom>
              <a:avLst/>
              <a:gdLst/>
              <a:ahLst/>
              <a:cxnLst/>
              <a:rect l="l" t="t" r="r" b="b"/>
              <a:pathLst>
                <a:path w="1882" h="2352" extrusionOk="0">
                  <a:moveTo>
                    <a:pt x="1113" y="0"/>
                  </a:moveTo>
                  <a:lnTo>
                    <a:pt x="1" y="1113"/>
                  </a:lnTo>
                  <a:lnTo>
                    <a:pt x="988" y="2351"/>
                  </a:lnTo>
                  <a:cubicBezTo>
                    <a:pt x="1881" y="1050"/>
                    <a:pt x="111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11"/>
            <p:cNvSpPr/>
            <p:nvPr/>
          </p:nvSpPr>
          <p:spPr>
            <a:xfrm>
              <a:off x="2367750"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11"/>
            <p:cNvSpPr/>
            <p:nvPr/>
          </p:nvSpPr>
          <p:spPr>
            <a:xfrm>
              <a:off x="2359925"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11"/>
            <p:cNvSpPr/>
            <p:nvPr/>
          </p:nvSpPr>
          <p:spPr>
            <a:xfrm>
              <a:off x="2350900"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11"/>
            <p:cNvSpPr/>
            <p:nvPr/>
          </p:nvSpPr>
          <p:spPr>
            <a:xfrm>
              <a:off x="2344625"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11"/>
            <p:cNvSpPr/>
            <p:nvPr/>
          </p:nvSpPr>
          <p:spPr>
            <a:xfrm>
              <a:off x="2342675"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11"/>
            <p:cNvSpPr/>
            <p:nvPr/>
          </p:nvSpPr>
          <p:spPr>
            <a:xfrm>
              <a:off x="2341500" y="2206800"/>
              <a:ext cx="5125" cy="20800"/>
            </a:xfrm>
            <a:custGeom>
              <a:avLst/>
              <a:gdLst/>
              <a:ahLst/>
              <a:cxnLst/>
              <a:rect l="l" t="t" r="r" b="b"/>
              <a:pathLst>
                <a:path w="205" h="832" extrusionOk="0">
                  <a:moveTo>
                    <a:pt x="189" y="1"/>
                  </a:moveTo>
                  <a:lnTo>
                    <a:pt x="0" y="16"/>
                  </a:lnTo>
                  <a:lnTo>
                    <a:pt x="32" y="832"/>
                  </a:lnTo>
                  <a:lnTo>
                    <a:pt x="204" y="832"/>
                  </a:lnTo>
                  <a:lnTo>
                    <a:pt x="1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11"/>
            <p:cNvSpPr/>
            <p:nvPr/>
          </p:nvSpPr>
          <p:spPr>
            <a:xfrm>
              <a:off x="2342275"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11"/>
            <p:cNvSpPr/>
            <p:nvPr/>
          </p:nvSpPr>
          <p:spPr>
            <a:xfrm>
              <a:off x="2348150" y="2138225"/>
              <a:ext cx="7475" cy="18450"/>
            </a:xfrm>
            <a:custGeom>
              <a:avLst/>
              <a:gdLst/>
              <a:ahLst/>
              <a:cxnLst/>
              <a:rect l="l" t="t" r="r" b="b"/>
              <a:pathLst>
                <a:path w="299" h="738" extrusionOk="0">
                  <a:moveTo>
                    <a:pt x="142" y="1"/>
                  </a:moveTo>
                  <a:lnTo>
                    <a:pt x="1" y="690"/>
                  </a:lnTo>
                  <a:lnTo>
                    <a:pt x="173" y="737"/>
                  </a:lnTo>
                  <a:lnTo>
                    <a:pt x="299" y="32"/>
                  </a:lnTo>
                  <a:lnTo>
                    <a:pt x="1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11"/>
            <p:cNvSpPr/>
            <p:nvPr/>
          </p:nvSpPr>
          <p:spPr>
            <a:xfrm>
              <a:off x="2357175" y="2106875"/>
              <a:ext cx="11000" cy="18450"/>
            </a:xfrm>
            <a:custGeom>
              <a:avLst/>
              <a:gdLst/>
              <a:ahLst/>
              <a:cxnLst/>
              <a:rect l="l" t="t" r="r" b="b"/>
              <a:pathLst>
                <a:path w="440" h="738" extrusionOk="0">
                  <a:moveTo>
                    <a:pt x="283" y="1"/>
                  </a:moveTo>
                  <a:lnTo>
                    <a:pt x="0" y="643"/>
                  </a:lnTo>
                  <a:lnTo>
                    <a:pt x="157" y="738"/>
                  </a:lnTo>
                  <a:lnTo>
                    <a:pt x="439" y="95"/>
                  </a:lnTo>
                  <a:lnTo>
                    <a:pt x="2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11"/>
            <p:cNvSpPr/>
            <p:nvPr/>
          </p:nvSpPr>
          <p:spPr>
            <a:xfrm>
              <a:off x="2370500" y="2088475"/>
              <a:ext cx="12550" cy="12550"/>
            </a:xfrm>
            <a:custGeom>
              <a:avLst/>
              <a:gdLst/>
              <a:ahLst/>
              <a:cxnLst/>
              <a:rect l="l" t="t" r="r" b="b"/>
              <a:pathLst>
                <a:path w="502" h="502" extrusionOk="0">
                  <a:moveTo>
                    <a:pt x="361" y="0"/>
                  </a:moveTo>
                  <a:lnTo>
                    <a:pt x="0" y="408"/>
                  </a:lnTo>
                  <a:lnTo>
                    <a:pt x="157" y="502"/>
                  </a:lnTo>
                  <a:lnTo>
                    <a:pt x="502" y="94"/>
                  </a:lnTo>
                  <a:lnTo>
                    <a:pt x="3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11"/>
            <p:cNvSpPr/>
            <p:nvPr/>
          </p:nvSpPr>
          <p:spPr>
            <a:xfrm>
              <a:off x="2388125"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11"/>
            <p:cNvSpPr/>
            <p:nvPr/>
          </p:nvSpPr>
          <p:spPr>
            <a:xfrm>
              <a:off x="2380300"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11"/>
            <p:cNvSpPr/>
            <p:nvPr/>
          </p:nvSpPr>
          <p:spPr>
            <a:xfrm>
              <a:off x="2371275"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11"/>
            <p:cNvSpPr/>
            <p:nvPr/>
          </p:nvSpPr>
          <p:spPr>
            <a:xfrm>
              <a:off x="2365000"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11"/>
            <p:cNvSpPr/>
            <p:nvPr/>
          </p:nvSpPr>
          <p:spPr>
            <a:xfrm>
              <a:off x="2363050"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11"/>
            <p:cNvSpPr/>
            <p:nvPr/>
          </p:nvSpPr>
          <p:spPr>
            <a:xfrm>
              <a:off x="2361875" y="2206800"/>
              <a:ext cx="5125" cy="20800"/>
            </a:xfrm>
            <a:custGeom>
              <a:avLst/>
              <a:gdLst/>
              <a:ahLst/>
              <a:cxnLst/>
              <a:rect l="l" t="t" r="r" b="b"/>
              <a:pathLst>
                <a:path w="205" h="832" extrusionOk="0">
                  <a:moveTo>
                    <a:pt x="173" y="1"/>
                  </a:moveTo>
                  <a:lnTo>
                    <a:pt x="1" y="16"/>
                  </a:lnTo>
                  <a:lnTo>
                    <a:pt x="32" y="832"/>
                  </a:lnTo>
                  <a:lnTo>
                    <a:pt x="204" y="832"/>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11"/>
            <p:cNvSpPr/>
            <p:nvPr/>
          </p:nvSpPr>
          <p:spPr>
            <a:xfrm>
              <a:off x="2362650"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11"/>
            <p:cNvSpPr/>
            <p:nvPr/>
          </p:nvSpPr>
          <p:spPr>
            <a:xfrm>
              <a:off x="2368550" y="2138225"/>
              <a:ext cx="7450" cy="18450"/>
            </a:xfrm>
            <a:custGeom>
              <a:avLst/>
              <a:gdLst/>
              <a:ahLst/>
              <a:cxnLst/>
              <a:rect l="l" t="t" r="r" b="b"/>
              <a:pathLst>
                <a:path w="298" h="738" extrusionOk="0">
                  <a:moveTo>
                    <a:pt x="141" y="1"/>
                  </a:moveTo>
                  <a:lnTo>
                    <a:pt x="0" y="690"/>
                  </a:lnTo>
                  <a:lnTo>
                    <a:pt x="172" y="737"/>
                  </a:lnTo>
                  <a:lnTo>
                    <a:pt x="298" y="32"/>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11"/>
            <p:cNvSpPr/>
            <p:nvPr/>
          </p:nvSpPr>
          <p:spPr>
            <a:xfrm>
              <a:off x="2377550" y="2106875"/>
              <a:ext cx="11000" cy="18450"/>
            </a:xfrm>
            <a:custGeom>
              <a:avLst/>
              <a:gdLst/>
              <a:ahLst/>
              <a:cxnLst/>
              <a:rect l="l" t="t" r="r" b="b"/>
              <a:pathLst>
                <a:path w="440" h="738" extrusionOk="0">
                  <a:moveTo>
                    <a:pt x="283" y="1"/>
                  </a:moveTo>
                  <a:lnTo>
                    <a:pt x="1" y="643"/>
                  </a:lnTo>
                  <a:lnTo>
                    <a:pt x="157" y="738"/>
                  </a:lnTo>
                  <a:lnTo>
                    <a:pt x="439" y="95"/>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11"/>
            <p:cNvSpPr/>
            <p:nvPr/>
          </p:nvSpPr>
          <p:spPr>
            <a:xfrm>
              <a:off x="2390875" y="2088475"/>
              <a:ext cx="12575" cy="12550"/>
            </a:xfrm>
            <a:custGeom>
              <a:avLst/>
              <a:gdLst/>
              <a:ahLst/>
              <a:cxnLst/>
              <a:rect l="l" t="t" r="r" b="b"/>
              <a:pathLst>
                <a:path w="503" h="502" extrusionOk="0">
                  <a:moveTo>
                    <a:pt x="361" y="0"/>
                  </a:moveTo>
                  <a:lnTo>
                    <a:pt x="0" y="408"/>
                  </a:lnTo>
                  <a:lnTo>
                    <a:pt x="157" y="502"/>
                  </a:lnTo>
                  <a:lnTo>
                    <a:pt x="502" y="94"/>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11"/>
            <p:cNvSpPr/>
            <p:nvPr/>
          </p:nvSpPr>
          <p:spPr>
            <a:xfrm>
              <a:off x="2504125" y="2192300"/>
              <a:ext cx="170475" cy="178725"/>
            </a:xfrm>
            <a:custGeom>
              <a:avLst/>
              <a:gdLst/>
              <a:ahLst/>
              <a:cxnLst/>
              <a:rect l="l" t="t" r="r" b="b"/>
              <a:pathLst>
                <a:path w="6819" h="7149" extrusionOk="0">
                  <a:moveTo>
                    <a:pt x="2649" y="1"/>
                  </a:moveTo>
                  <a:cubicBezTo>
                    <a:pt x="2148" y="95"/>
                    <a:pt x="1677" y="299"/>
                    <a:pt x="1286" y="596"/>
                  </a:cubicBezTo>
                  <a:lnTo>
                    <a:pt x="1411" y="816"/>
                  </a:lnTo>
                  <a:cubicBezTo>
                    <a:pt x="1787" y="534"/>
                    <a:pt x="2226" y="346"/>
                    <a:pt x="2681" y="267"/>
                  </a:cubicBezTo>
                  <a:lnTo>
                    <a:pt x="2649" y="1"/>
                  </a:lnTo>
                  <a:close/>
                  <a:moveTo>
                    <a:pt x="4107" y="95"/>
                  </a:moveTo>
                  <a:lnTo>
                    <a:pt x="4060" y="346"/>
                  </a:lnTo>
                  <a:cubicBezTo>
                    <a:pt x="4499" y="487"/>
                    <a:pt x="4922" y="706"/>
                    <a:pt x="5298" y="1020"/>
                  </a:cubicBezTo>
                  <a:lnTo>
                    <a:pt x="5424" y="800"/>
                  </a:lnTo>
                  <a:cubicBezTo>
                    <a:pt x="5032" y="471"/>
                    <a:pt x="4593" y="236"/>
                    <a:pt x="4107" y="95"/>
                  </a:cubicBezTo>
                  <a:close/>
                  <a:moveTo>
                    <a:pt x="314" y="1850"/>
                  </a:moveTo>
                  <a:cubicBezTo>
                    <a:pt x="110" y="2305"/>
                    <a:pt x="0" y="2791"/>
                    <a:pt x="0" y="3308"/>
                  </a:cubicBezTo>
                  <a:cubicBezTo>
                    <a:pt x="0" y="3355"/>
                    <a:pt x="0" y="3418"/>
                    <a:pt x="16" y="3481"/>
                  </a:cubicBezTo>
                  <a:lnTo>
                    <a:pt x="235" y="3465"/>
                  </a:lnTo>
                  <a:cubicBezTo>
                    <a:pt x="235" y="3418"/>
                    <a:pt x="235" y="3355"/>
                    <a:pt x="235" y="3308"/>
                  </a:cubicBezTo>
                  <a:cubicBezTo>
                    <a:pt x="235" y="2838"/>
                    <a:pt x="329" y="2383"/>
                    <a:pt x="518" y="1976"/>
                  </a:cubicBezTo>
                  <a:lnTo>
                    <a:pt x="314" y="1850"/>
                  </a:lnTo>
                  <a:close/>
                  <a:moveTo>
                    <a:pt x="6411" y="2039"/>
                  </a:moveTo>
                  <a:lnTo>
                    <a:pt x="6207" y="2180"/>
                  </a:lnTo>
                  <a:cubicBezTo>
                    <a:pt x="6442" y="2634"/>
                    <a:pt x="6568" y="3136"/>
                    <a:pt x="6599" y="3637"/>
                  </a:cubicBezTo>
                  <a:lnTo>
                    <a:pt x="6599" y="3653"/>
                  </a:lnTo>
                  <a:lnTo>
                    <a:pt x="6819" y="3637"/>
                  </a:lnTo>
                  <a:cubicBezTo>
                    <a:pt x="6803" y="3073"/>
                    <a:pt x="6662" y="2540"/>
                    <a:pt x="6411" y="2039"/>
                  </a:cubicBezTo>
                  <a:close/>
                  <a:moveTo>
                    <a:pt x="627" y="4938"/>
                  </a:moveTo>
                  <a:lnTo>
                    <a:pt x="424" y="5064"/>
                  </a:lnTo>
                  <a:cubicBezTo>
                    <a:pt x="659" y="5534"/>
                    <a:pt x="1003" y="5973"/>
                    <a:pt x="1395" y="6302"/>
                  </a:cubicBezTo>
                  <a:lnTo>
                    <a:pt x="1536" y="6098"/>
                  </a:lnTo>
                  <a:cubicBezTo>
                    <a:pt x="1160" y="5769"/>
                    <a:pt x="847" y="5377"/>
                    <a:pt x="627" y="4938"/>
                  </a:cubicBezTo>
                  <a:close/>
                  <a:moveTo>
                    <a:pt x="6317" y="5158"/>
                  </a:moveTo>
                  <a:cubicBezTo>
                    <a:pt x="6113" y="5612"/>
                    <a:pt x="5800" y="6004"/>
                    <a:pt x="5424" y="6302"/>
                  </a:cubicBezTo>
                  <a:lnTo>
                    <a:pt x="5549" y="6521"/>
                  </a:lnTo>
                  <a:cubicBezTo>
                    <a:pt x="5972" y="6192"/>
                    <a:pt x="6301" y="5769"/>
                    <a:pt x="6521" y="5267"/>
                  </a:cubicBezTo>
                  <a:lnTo>
                    <a:pt x="6317" y="5158"/>
                  </a:lnTo>
                  <a:close/>
                  <a:moveTo>
                    <a:pt x="2775" y="6756"/>
                  </a:moveTo>
                  <a:lnTo>
                    <a:pt x="2712" y="7023"/>
                  </a:lnTo>
                  <a:cubicBezTo>
                    <a:pt x="2994" y="7101"/>
                    <a:pt x="3292" y="7148"/>
                    <a:pt x="3574" y="7148"/>
                  </a:cubicBezTo>
                  <a:lnTo>
                    <a:pt x="3652" y="7148"/>
                  </a:lnTo>
                  <a:cubicBezTo>
                    <a:pt x="3841" y="7148"/>
                    <a:pt x="4013" y="7133"/>
                    <a:pt x="4185" y="7117"/>
                  </a:cubicBezTo>
                  <a:lnTo>
                    <a:pt x="4138" y="6851"/>
                  </a:lnTo>
                  <a:cubicBezTo>
                    <a:pt x="3982" y="6882"/>
                    <a:pt x="3825" y="6898"/>
                    <a:pt x="3652" y="6898"/>
                  </a:cubicBezTo>
                  <a:lnTo>
                    <a:pt x="3574" y="6882"/>
                  </a:lnTo>
                  <a:cubicBezTo>
                    <a:pt x="3308" y="6882"/>
                    <a:pt x="3041" y="6835"/>
                    <a:pt x="2775" y="67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42" name="Google Shape;3042;p11"/>
          <p:cNvGrpSpPr/>
          <p:nvPr/>
        </p:nvGrpSpPr>
        <p:grpSpPr>
          <a:xfrm rot="3967123" flipH="1">
            <a:off x="4293682" y="-668676"/>
            <a:ext cx="1496650" cy="1808486"/>
            <a:chOff x="6068875" y="758513"/>
            <a:chExt cx="554100" cy="669550"/>
          </a:xfrm>
        </p:grpSpPr>
        <p:sp>
          <p:nvSpPr>
            <p:cNvPr id="3043" name="Google Shape;3043;p11"/>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11"/>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11"/>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11"/>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11"/>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11"/>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11"/>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11"/>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11"/>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11"/>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11"/>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11"/>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11"/>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11"/>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57" name="Google Shape;3057;p11"/>
          <p:cNvGrpSpPr/>
          <p:nvPr/>
        </p:nvGrpSpPr>
        <p:grpSpPr>
          <a:xfrm flipH="1">
            <a:off x="-93608" y="1985503"/>
            <a:ext cx="832278" cy="755422"/>
            <a:chOff x="7435952" y="276894"/>
            <a:chExt cx="1111483" cy="1008844"/>
          </a:xfrm>
        </p:grpSpPr>
        <p:sp>
          <p:nvSpPr>
            <p:cNvPr id="3058" name="Google Shape;3058;p11"/>
            <p:cNvSpPr/>
            <p:nvPr/>
          </p:nvSpPr>
          <p:spPr>
            <a:xfrm>
              <a:off x="8129850" y="867480"/>
              <a:ext cx="364813" cy="418258"/>
            </a:xfrm>
            <a:custGeom>
              <a:avLst/>
              <a:gdLst/>
              <a:ahLst/>
              <a:cxnLst/>
              <a:rect l="l" t="t" r="r" b="b"/>
              <a:pathLst>
                <a:path w="8669" h="9939" extrusionOk="0">
                  <a:moveTo>
                    <a:pt x="5330" y="1"/>
                  </a:moveTo>
                  <a:lnTo>
                    <a:pt x="1" y="7681"/>
                  </a:lnTo>
                  <a:lnTo>
                    <a:pt x="1615" y="9938"/>
                  </a:lnTo>
                  <a:cubicBezTo>
                    <a:pt x="1615" y="9938"/>
                    <a:pt x="8668" y="8042"/>
                    <a:pt x="8543" y="3480"/>
                  </a:cubicBezTo>
                  <a:cubicBezTo>
                    <a:pt x="7932" y="1537"/>
                    <a:pt x="5330" y="1"/>
                    <a:pt x="53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11"/>
            <p:cNvSpPr/>
            <p:nvPr/>
          </p:nvSpPr>
          <p:spPr>
            <a:xfrm>
              <a:off x="7435952" y="276894"/>
              <a:ext cx="959102" cy="937219"/>
            </a:xfrm>
            <a:custGeom>
              <a:avLst/>
              <a:gdLst/>
              <a:ahLst/>
              <a:cxnLst/>
              <a:rect l="l" t="t" r="r" b="b"/>
              <a:pathLst>
                <a:path w="22791" h="22271" extrusionOk="0">
                  <a:moveTo>
                    <a:pt x="10906" y="0"/>
                  </a:moveTo>
                  <a:cubicBezTo>
                    <a:pt x="6143" y="0"/>
                    <a:pt x="1714" y="3714"/>
                    <a:pt x="1756" y="4991"/>
                  </a:cubicBezTo>
                  <a:cubicBezTo>
                    <a:pt x="1928" y="10053"/>
                    <a:pt x="11192" y="10414"/>
                    <a:pt x="10471" y="13470"/>
                  </a:cubicBezTo>
                  <a:cubicBezTo>
                    <a:pt x="10258" y="13836"/>
                    <a:pt x="9713" y="13960"/>
                    <a:pt x="8984" y="13960"/>
                  </a:cubicBezTo>
                  <a:cubicBezTo>
                    <a:pt x="7470" y="13960"/>
                    <a:pt x="5161" y="13428"/>
                    <a:pt x="3378" y="13428"/>
                  </a:cubicBezTo>
                  <a:cubicBezTo>
                    <a:pt x="2156" y="13428"/>
                    <a:pt x="1180" y="13678"/>
                    <a:pt x="878" y="14521"/>
                  </a:cubicBezTo>
                  <a:cubicBezTo>
                    <a:pt x="0" y="16997"/>
                    <a:pt x="5659" y="19803"/>
                    <a:pt x="8292" y="20916"/>
                  </a:cubicBezTo>
                  <a:cubicBezTo>
                    <a:pt x="10532" y="21855"/>
                    <a:pt x="12785" y="22271"/>
                    <a:pt x="14676" y="22271"/>
                  </a:cubicBezTo>
                  <a:cubicBezTo>
                    <a:pt x="15657" y="22271"/>
                    <a:pt x="16540" y="22159"/>
                    <a:pt x="17273" y="21950"/>
                  </a:cubicBezTo>
                  <a:cubicBezTo>
                    <a:pt x="19139" y="21417"/>
                    <a:pt x="22665" y="18016"/>
                    <a:pt x="22744" y="14113"/>
                  </a:cubicBezTo>
                  <a:cubicBezTo>
                    <a:pt x="22791" y="11746"/>
                    <a:pt x="20800" y="7373"/>
                    <a:pt x="18700" y="4708"/>
                  </a:cubicBezTo>
                  <a:cubicBezTo>
                    <a:pt x="18135" y="3987"/>
                    <a:pt x="16317" y="915"/>
                    <a:pt x="12587" y="163"/>
                  </a:cubicBezTo>
                  <a:cubicBezTo>
                    <a:pt x="12026" y="51"/>
                    <a:pt x="11464" y="0"/>
                    <a:pt x="10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11"/>
            <p:cNvSpPr/>
            <p:nvPr/>
          </p:nvSpPr>
          <p:spPr>
            <a:xfrm>
              <a:off x="7720892" y="679498"/>
              <a:ext cx="123386" cy="237514"/>
            </a:xfrm>
            <a:custGeom>
              <a:avLst/>
              <a:gdLst/>
              <a:ahLst/>
              <a:cxnLst/>
              <a:rect l="l" t="t" r="r" b="b"/>
              <a:pathLst>
                <a:path w="2932" h="5644" extrusionOk="0">
                  <a:moveTo>
                    <a:pt x="674" y="1"/>
                  </a:moveTo>
                  <a:lnTo>
                    <a:pt x="674" y="1"/>
                  </a:lnTo>
                  <a:cubicBezTo>
                    <a:pt x="1098" y="2806"/>
                    <a:pt x="0" y="4624"/>
                    <a:pt x="0" y="4624"/>
                  </a:cubicBezTo>
                  <a:lnTo>
                    <a:pt x="2555" y="5643"/>
                  </a:lnTo>
                  <a:cubicBezTo>
                    <a:pt x="1615" y="3198"/>
                    <a:pt x="2932" y="1239"/>
                    <a:pt x="2932" y="1239"/>
                  </a:cubicBezTo>
                  <a:lnTo>
                    <a:pt x="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11"/>
            <p:cNvSpPr/>
            <p:nvPr/>
          </p:nvSpPr>
          <p:spPr>
            <a:xfrm>
              <a:off x="7561273" y="612881"/>
              <a:ext cx="142491" cy="246730"/>
            </a:xfrm>
            <a:custGeom>
              <a:avLst/>
              <a:gdLst/>
              <a:ahLst/>
              <a:cxnLst/>
              <a:rect l="l" t="t" r="r" b="b"/>
              <a:pathLst>
                <a:path w="3386" h="5863" extrusionOk="0">
                  <a:moveTo>
                    <a:pt x="878" y="0"/>
                  </a:moveTo>
                  <a:cubicBezTo>
                    <a:pt x="1019" y="3590"/>
                    <a:pt x="0" y="5722"/>
                    <a:pt x="0" y="5722"/>
                  </a:cubicBezTo>
                  <a:lnTo>
                    <a:pt x="2634" y="5863"/>
                  </a:lnTo>
                  <a:cubicBezTo>
                    <a:pt x="1819" y="3010"/>
                    <a:pt x="3386" y="1474"/>
                    <a:pt x="3386" y="1474"/>
                  </a:cubicBezTo>
                  <a:lnTo>
                    <a:pt x="8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11"/>
            <p:cNvSpPr/>
            <p:nvPr/>
          </p:nvSpPr>
          <p:spPr>
            <a:xfrm>
              <a:off x="7466924" y="294274"/>
              <a:ext cx="902417" cy="892864"/>
            </a:xfrm>
            <a:custGeom>
              <a:avLst/>
              <a:gdLst/>
              <a:ahLst/>
              <a:cxnLst/>
              <a:rect l="l" t="t" r="r" b="b"/>
              <a:pathLst>
                <a:path w="21444" h="21217" extrusionOk="0">
                  <a:moveTo>
                    <a:pt x="10024" y="0"/>
                  </a:moveTo>
                  <a:cubicBezTo>
                    <a:pt x="5564" y="0"/>
                    <a:pt x="1715" y="3185"/>
                    <a:pt x="1756" y="4405"/>
                  </a:cubicBezTo>
                  <a:cubicBezTo>
                    <a:pt x="988" y="8042"/>
                    <a:pt x="11020" y="10299"/>
                    <a:pt x="10330" y="13246"/>
                  </a:cubicBezTo>
                  <a:cubicBezTo>
                    <a:pt x="10054" y="13723"/>
                    <a:pt x="9157" y="13860"/>
                    <a:pt x="8019" y="13860"/>
                  </a:cubicBezTo>
                  <a:cubicBezTo>
                    <a:pt x="6510" y="13860"/>
                    <a:pt x="4578" y="13621"/>
                    <a:pt x="3102" y="13621"/>
                  </a:cubicBezTo>
                  <a:cubicBezTo>
                    <a:pt x="1966" y="13621"/>
                    <a:pt x="1101" y="13762"/>
                    <a:pt x="910" y="14264"/>
                  </a:cubicBezTo>
                  <a:cubicBezTo>
                    <a:pt x="1" y="16616"/>
                    <a:pt x="5408" y="18716"/>
                    <a:pt x="7948" y="19782"/>
                  </a:cubicBezTo>
                  <a:cubicBezTo>
                    <a:pt x="10246" y="20738"/>
                    <a:pt x="12413" y="21217"/>
                    <a:pt x="14217" y="21217"/>
                  </a:cubicBezTo>
                  <a:cubicBezTo>
                    <a:pt x="14984" y="21217"/>
                    <a:pt x="15685" y="21130"/>
                    <a:pt x="16302" y="20957"/>
                  </a:cubicBezTo>
                  <a:cubicBezTo>
                    <a:pt x="18120" y="20456"/>
                    <a:pt x="21334" y="17211"/>
                    <a:pt x="21412" y="13449"/>
                  </a:cubicBezTo>
                  <a:cubicBezTo>
                    <a:pt x="21443" y="11161"/>
                    <a:pt x="19703" y="7117"/>
                    <a:pt x="17697" y="4546"/>
                  </a:cubicBezTo>
                  <a:cubicBezTo>
                    <a:pt x="17149" y="3841"/>
                    <a:pt x="15393" y="894"/>
                    <a:pt x="11788" y="173"/>
                  </a:cubicBezTo>
                  <a:cubicBezTo>
                    <a:pt x="11194" y="54"/>
                    <a:pt x="10604" y="0"/>
                    <a:pt x="100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11"/>
            <p:cNvSpPr/>
            <p:nvPr/>
          </p:nvSpPr>
          <p:spPr>
            <a:xfrm>
              <a:off x="7532236" y="902493"/>
              <a:ext cx="645503" cy="269875"/>
            </a:xfrm>
            <a:custGeom>
              <a:avLst/>
              <a:gdLst/>
              <a:ahLst/>
              <a:cxnLst/>
              <a:rect l="l" t="t" r="r" b="b"/>
              <a:pathLst>
                <a:path w="15339" h="6413" extrusionOk="0">
                  <a:moveTo>
                    <a:pt x="2099" y="1"/>
                  </a:moveTo>
                  <a:cubicBezTo>
                    <a:pt x="898" y="1"/>
                    <a:pt x="63" y="124"/>
                    <a:pt x="48" y="532"/>
                  </a:cubicBezTo>
                  <a:cubicBezTo>
                    <a:pt x="1" y="1771"/>
                    <a:pt x="1646" y="2978"/>
                    <a:pt x="6741" y="5172"/>
                  </a:cubicBezTo>
                  <a:cubicBezTo>
                    <a:pt x="8645" y="5982"/>
                    <a:pt x="10909" y="6413"/>
                    <a:pt x="12601" y="6413"/>
                  </a:cubicBezTo>
                  <a:cubicBezTo>
                    <a:pt x="13987" y="6413"/>
                    <a:pt x="14989" y="6124"/>
                    <a:pt x="15095" y="5517"/>
                  </a:cubicBezTo>
                  <a:cubicBezTo>
                    <a:pt x="15338" y="4195"/>
                    <a:pt x="11823" y="176"/>
                    <a:pt x="10209" y="176"/>
                  </a:cubicBezTo>
                  <a:cubicBezTo>
                    <a:pt x="10159" y="176"/>
                    <a:pt x="10110" y="179"/>
                    <a:pt x="10064" y="188"/>
                  </a:cubicBezTo>
                  <a:cubicBezTo>
                    <a:pt x="9657" y="259"/>
                    <a:pt x="9132" y="286"/>
                    <a:pt x="8535" y="286"/>
                  </a:cubicBezTo>
                  <a:cubicBezTo>
                    <a:pt x="6605" y="286"/>
                    <a:pt x="3927" y="1"/>
                    <a:pt x="209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11"/>
            <p:cNvSpPr/>
            <p:nvPr/>
          </p:nvSpPr>
          <p:spPr>
            <a:xfrm>
              <a:off x="7554035" y="407013"/>
              <a:ext cx="606198" cy="522202"/>
            </a:xfrm>
            <a:custGeom>
              <a:avLst/>
              <a:gdLst/>
              <a:ahLst/>
              <a:cxnLst/>
              <a:rect l="l" t="t" r="r" b="b"/>
              <a:pathLst>
                <a:path w="14405" h="12409" extrusionOk="0">
                  <a:moveTo>
                    <a:pt x="3614" y="0"/>
                  </a:moveTo>
                  <a:cubicBezTo>
                    <a:pt x="2476" y="0"/>
                    <a:pt x="0" y="2670"/>
                    <a:pt x="1379" y="3419"/>
                  </a:cubicBezTo>
                  <a:cubicBezTo>
                    <a:pt x="5392" y="5613"/>
                    <a:pt x="11458" y="12228"/>
                    <a:pt x="11944" y="12385"/>
                  </a:cubicBezTo>
                  <a:cubicBezTo>
                    <a:pt x="11993" y="12401"/>
                    <a:pt x="12050" y="12408"/>
                    <a:pt x="12113" y="12408"/>
                  </a:cubicBezTo>
                  <a:cubicBezTo>
                    <a:pt x="12783" y="12408"/>
                    <a:pt x="14115" y="11537"/>
                    <a:pt x="14201" y="10849"/>
                  </a:cubicBezTo>
                  <a:cubicBezTo>
                    <a:pt x="14405" y="9172"/>
                    <a:pt x="5047" y="347"/>
                    <a:pt x="3762" y="18"/>
                  </a:cubicBezTo>
                  <a:cubicBezTo>
                    <a:pt x="3716" y="6"/>
                    <a:pt x="3666" y="0"/>
                    <a:pt x="36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11"/>
            <p:cNvSpPr/>
            <p:nvPr/>
          </p:nvSpPr>
          <p:spPr>
            <a:xfrm>
              <a:off x="7667195" y="350707"/>
              <a:ext cx="583390" cy="501245"/>
            </a:xfrm>
            <a:custGeom>
              <a:avLst/>
              <a:gdLst/>
              <a:ahLst/>
              <a:cxnLst/>
              <a:rect l="l" t="t" r="r" b="b"/>
              <a:pathLst>
                <a:path w="13863" h="11911" extrusionOk="0">
                  <a:moveTo>
                    <a:pt x="4311" y="1"/>
                  </a:moveTo>
                  <a:cubicBezTo>
                    <a:pt x="2794" y="1"/>
                    <a:pt x="0" y="503"/>
                    <a:pt x="1323" y="1826"/>
                  </a:cubicBezTo>
                  <a:cubicBezTo>
                    <a:pt x="3957" y="4459"/>
                    <a:pt x="11386" y="11763"/>
                    <a:pt x="11778" y="11889"/>
                  </a:cubicBezTo>
                  <a:cubicBezTo>
                    <a:pt x="11818" y="11904"/>
                    <a:pt x="11865" y="11911"/>
                    <a:pt x="11916" y="11911"/>
                  </a:cubicBezTo>
                  <a:cubicBezTo>
                    <a:pt x="12462" y="11911"/>
                    <a:pt x="13558" y="11116"/>
                    <a:pt x="13644" y="10557"/>
                  </a:cubicBezTo>
                  <a:cubicBezTo>
                    <a:pt x="13863" y="9177"/>
                    <a:pt x="6120" y="368"/>
                    <a:pt x="5070" y="70"/>
                  </a:cubicBezTo>
                  <a:cubicBezTo>
                    <a:pt x="4917" y="25"/>
                    <a:pt x="4645" y="1"/>
                    <a:pt x="431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1"/>
            <p:cNvSpPr/>
            <p:nvPr/>
          </p:nvSpPr>
          <p:spPr>
            <a:xfrm>
              <a:off x="7878659" y="341281"/>
              <a:ext cx="470230" cy="445107"/>
            </a:xfrm>
            <a:custGeom>
              <a:avLst/>
              <a:gdLst/>
              <a:ahLst/>
              <a:cxnLst/>
              <a:rect l="l" t="t" r="r" b="b"/>
              <a:pathLst>
                <a:path w="11174" h="10577" extrusionOk="0">
                  <a:moveTo>
                    <a:pt x="1017" y="1"/>
                  </a:moveTo>
                  <a:cubicBezTo>
                    <a:pt x="351" y="1"/>
                    <a:pt x="1" y="154"/>
                    <a:pt x="546" y="624"/>
                  </a:cubicBezTo>
                  <a:cubicBezTo>
                    <a:pt x="3164" y="2896"/>
                    <a:pt x="8399" y="10342"/>
                    <a:pt x="8791" y="10483"/>
                  </a:cubicBezTo>
                  <a:cubicBezTo>
                    <a:pt x="8948" y="10540"/>
                    <a:pt x="9232" y="10577"/>
                    <a:pt x="9544" y="10577"/>
                  </a:cubicBezTo>
                  <a:cubicBezTo>
                    <a:pt x="10169" y="10577"/>
                    <a:pt x="10907" y="10430"/>
                    <a:pt x="10970" y="10013"/>
                  </a:cubicBezTo>
                  <a:cubicBezTo>
                    <a:pt x="11173" y="8649"/>
                    <a:pt x="5217" y="780"/>
                    <a:pt x="4167" y="483"/>
                  </a:cubicBezTo>
                  <a:cubicBezTo>
                    <a:pt x="3663" y="333"/>
                    <a:pt x="1998" y="1"/>
                    <a:pt x="10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1"/>
            <p:cNvSpPr/>
            <p:nvPr/>
          </p:nvSpPr>
          <p:spPr>
            <a:xfrm>
              <a:off x="7553151" y="400533"/>
              <a:ext cx="587303" cy="506126"/>
            </a:xfrm>
            <a:custGeom>
              <a:avLst/>
              <a:gdLst/>
              <a:ahLst/>
              <a:cxnLst/>
              <a:rect l="l" t="t" r="r" b="b"/>
              <a:pathLst>
                <a:path w="13956" h="12027" extrusionOk="0">
                  <a:moveTo>
                    <a:pt x="2832" y="0"/>
                  </a:moveTo>
                  <a:cubicBezTo>
                    <a:pt x="1736" y="0"/>
                    <a:pt x="1" y="1406"/>
                    <a:pt x="507" y="2852"/>
                  </a:cubicBezTo>
                  <a:cubicBezTo>
                    <a:pt x="946" y="4075"/>
                    <a:pt x="3986" y="5532"/>
                    <a:pt x="6698" y="7648"/>
                  </a:cubicBezTo>
                  <a:cubicBezTo>
                    <a:pt x="8767" y="9278"/>
                    <a:pt x="11589" y="11990"/>
                    <a:pt x="11965" y="12022"/>
                  </a:cubicBezTo>
                  <a:cubicBezTo>
                    <a:pt x="11996" y="12025"/>
                    <a:pt x="12028" y="12026"/>
                    <a:pt x="12062" y="12026"/>
                  </a:cubicBezTo>
                  <a:cubicBezTo>
                    <a:pt x="12685" y="12026"/>
                    <a:pt x="13677" y="11482"/>
                    <a:pt x="13752" y="10768"/>
                  </a:cubicBezTo>
                  <a:cubicBezTo>
                    <a:pt x="13955" y="9090"/>
                    <a:pt x="4378" y="344"/>
                    <a:pt x="3093" y="31"/>
                  </a:cubicBezTo>
                  <a:cubicBezTo>
                    <a:pt x="3012" y="10"/>
                    <a:pt x="2924" y="0"/>
                    <a:pt x="28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1"/>
            <p:cNvSpPr/>
            <p:nvPr/>
          </p:nvSpPr>
          <p:spPr>
            <a:xfrm>
              <a:off x="7701282" y="337956"/>
              <a:ext cx="540087" cy="484201"/>
            </a:xfrm>
            <a:custGeom>
              <a:avLst/>
              <a:gdLst/>
              <a:ahLst/>
              <a:cxnLst/>
              <a:rect l="l" t="t" r="r" b="b"/>
              <a:pathLst>
                <a:path w="12834" h="11506" extrusionOk="0">
                  <a:moveTo>
                    <a:pt x="2885" y="1"/>
                  </a:moveTo>
                  <a:cubicBezTo>
                    <a:pt x="1554" y="1"/>
                    <a:pt x="0" y="460"/>
                    <a:pt x="482" y="1424"/>
                  </a:cubicBezTo>
                  <a:cubicBezTo>
                    <a:pt x="827" y="2098"/>
                    <a:pt x="3539" y="3681"/>
                    <a:pt x="6062" y="6236"/>
                  </a:cubicBezTo>
                  <a:cubicBezTo>
                    <a:pt x="8586" y="8806"/>
                    <a:pt x="10592" y="11424"/>
                    <a:pt x="10921" y="11487"/>
                  </a:cubicBezTo>
                  <a:cubicBezTo>
                    <a:pt x="10980" y="11500"/>
                    <a:pt x="11041" y="11506"/>
                    <a:pt x="11104" y="11506"/>
                  </a:cubicBezTo>
                  <a:cubicBezTo>
                    <a:pt x="11648" y="11506"/>
                    <a:pt x="12317" y="11040"/>
                    <a:pt x="12457" y="10436"/>
                  </a:cubicBezTo>
                  <a:cubicBezTo>
                    <a:pt x="12834" y="8932"/>
                    <a:pt x="5326" y="734"/>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1"/>
            <p:cNvSpPr/>
            <p:nvPr/>
          </p:nvSpPr>
          <p:spPr>
            <a:xfrm>
              <a:off x="7905761" y="325542"/>
              <a:ext cx="423981" cy="434207"/>
            </a:xfrm>
            <a:custGeom>
              <a:avLst/>
              <a:gdLst/>
              <a:ahLst/>
              <a:cxnLst/>
              <a:rect l="l" t="t" r="r" b="b"/>
              <a:pathLst>
                <a:path w="10075" h="10318" extrusionOk="0">
                  <a:moveTo>
                    <a:pt x="717" y="1"/>
                  </a:moveTo>
                  <a:cubicBezTo>
                    <a:pt x="265" y="1"/>
                    <a:pt x="0" y="143"/>
                    <a:pt x="153" y="527"/>
                  </a:cubicBezTo>
                  <a:cubicBezTo>
                    <a:pt x="372" y="1107"/>
                    <a:pt x="3162" y="3458"/>
                    <a:pt x="5012" y="5747"/>
                  </a:cubicBezTo>
                  <a:cubicBezTo>
                    <a:pt x="6877" y="8035"/>
                    <a:pt x="7880" y="10120"/>
                    <a:pt x="8147" y="10214"/>
                  </a:cubicBezTo>
                  <a:cubicBezTo>
                    <a:pt x="8323" y="10271"/>
                    <a:pt x="8678" y="10317"/>
                    <a:pt x="9030" y="10317"/>
                  </a:cubicBezTo>
                  <a:cubicBezTo>
                    <a:pt x="9556" y="10317"/>
                    <a:pt x="10075" y="10213"/>
                    <a:pt x="9981" y="9885"/>
                  </a:cubicBezTo>
                  <a:cubicBezTo>
                    <a:pt x="8727" y="5574"/>
                    <a:pt x="4667" y="1389"/>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1"/>
            <p:cNvSpPr/>
            <p:nvPr/>
          </p:nvSpPr>
          <p:spPr>
            <a:xfrm>
              <a:off x="7521674" y="894118"/>
              <a:ext cx="636287" cy="269202"/>
            </a:xfrm>
            <a:custGeom>
              <a:avLst/>
              <a:gdLst/>
              <a:ahLst/>
              <a:cxnLst/>
              <a:rect l="l" t="t" r="r" b="b"/>
              <a:pathLst>
                <a:path w="15120" h="6397" extrusionOk="0">
                  <a:moveTo>
                    <a:pt x="1787" y="1"/>
                  </a:moveTo>
                  <a:cubicBezTo>
                    <a:pt x="754" y="1"/>
                    <a:pt x="57" y="121"/>
                    <a:pt x="48" y="496"/>
                  </a:cubicBezTo>
                  <a:cubicBezTo>
                    <a:pt x="1" y="1750"/>
                    <a:pt x="2038" y="3067"/>
                    <a:pt x="6992" y="5183"/>
                  </a:cubicBezTo>
                  <a:cubicBezTo>
                    <a:pt x="8837" y="5968"/>
                    <a:pt x="10981" y="6397"/>
                    <a:pt x="12574" y="6397"/>
                  </a:cubicBezTo>
                  <a:cubicBezTo>
                    <a:pt x="13876" y="6397"/>
                    <a:pt x="14808" y="6110"/>
                    <a:pt x="14907" y="5496"/>
                  </a:cubicBezTo>
                  <a:cubicBezTo>
                    <a:pt x="15119" y="4177"/>
                    <a:pt x="11606" y="247"/>
                    <a:pt x="10043" y="247"/>
                  </a:cubicBezTo>
                  <a:cubicBezTo>
                    <a:pt x="9990" y="247"/>
                    <a:pt x="9939" y="252"/>
                    <a:pt x="9891" y="261"/>
                  </a:cubicBezTo>
                  <a:cubicBezTo>
                    <a:pt x="9505" y="338"/>
                    <a:pt x="9005" y="368"/>
                    <a:pt x="8436" y="368"/>
                  </a:cubicBezTo>
                  <a:cubicBezTo>
                    <a:pt x="6443" y="368"/>
                    <a:pt x="3598" y="1"/>
                    <a:pt x="17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1"/>
            <p:cNvSpPr/>
            <p:nvPr/>
          </p:nvSpPr>
          <p:spPr>
            <a:xfrm>
              <a:off x="8086337" y="787439"/>
              <a:ext cx="325214" cy="322815"/>
            </a:xfrm>
            <a:custGeom>
              <a:avLst/>
              <a:gdLst/>
              <a:ahLst/>
              <a:cxnLst/>
              <a:rect l="l" t="t" r="r" b="b"/>
              <a:pathLst>
                <a:path w="7728" h="7671" extrusionOk="0">
                  <a:moveTo>
                    <a:pt x="5294" y="0"/>
                  </a:moveTo>
                  <a:cubicBezTo>
                    <a:pt x="4546" y="0"/>
                    <a:pt x="604" y="2937"/>
                    <a:pt x="314" y="3533"/>
                  </a:cubicBezTo>
                  <a:cubicBezTo>
                    <a:pt x="0" y="4144"/>
                    <a:pt x="2241" y="7671"/>
                    <a:pt x="2727" y="7671"/>
                  </a:cubicBezTo>
                  <a:cubicBezTo>
                    <a:pt x="5031" y="7671"/>
                    <a:pt x="7727" y="633"/>
                    <a:pt x="5345" y="6"/>
                  </a:cubicBezTo>
                  <a:cubicBezTo>
                    <a:pt x="5330" y="2"/>
                    <a:pt x="5313" y="0"/>
                    <a:pt x="529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1"/>
            <p:cNvSpPr/>
            <p:nvPr/>
          </p:nvSpPr>
          <p:spPr>
            <a:xfrm>
              <a:off x="8102160" y="794719"/>
              <a:ext cx="300174" cy="298407"/>
            </a:xfrm>
            <a:custGeom>
              <a:avLst/>
              <a:gdLst/>
              <a:ahLst/>
              <a:cxnLst/>
              <a:rect l="l" t="t" r="r" b="b"/>
              <a:pathLst>
                <a:path w="7133" h="7091" extrusionOk="0">
                  <a:moveTo>
                    <a:pt x="4892" y="0"/>
                  </a:moveTo>
                  <a:cubicBezTo>
                    <a:pt x="4206" y="0"/>
                    <a:pt x="542" y="2731"/>
                    <a:pt x="282" y="3281"/>
                  </a:cubicBezTo>
                  <a:cubicBezTo>
                    <a:pt x="0" y="3846"/>
                    <a:pt x="2069" y="7090"/>
                    <a:pt x="2508" y="7090"/>
                  </a:cubicBezTo>
                  <a:cubicBezTo>
                    <a:pt x="4640" y="7090"/>
                    <a:pt x="7132" y="601"/>
                    <a:pt x="4938" y="6"/>
                  </a:cubicBezTo>
                  <a:cubicBezTo>
                    <a:pt x="4924" y="2"/>
                    <a:pt x="4909" y="0"/>
                    <a:pt x="4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3" name="Google Shape;3073;p11"/>
            <p:cNvGrpSpPr/>
            <p:nvPr/>
          </p:nvGrpSpPr>
          <p:grpSpPr>
            <a:xfrm>
              <a:off x="7493310" y="287036"/>
              <a:ext cx="881292" cy="908309"/>
              <a:chOff x="7493310" y="287036"/>
              <a:chExt cx="881292" cy="908309"/>
            </a:xfrm>
          </p:grpSpPr>
          <p:sp>
            <p:nvSpPr>
              <p:cNvPr id="3074" name="Google Shape;3074;p11"/>
              <p:cNvSpPr/>
              <p:nvPr/>
            </p:nvSpPr>
            <p:spPr>
              <a:xfrm>
                <a:off x="7582357" y="575259"/>
                <a:ext cx="28406" cy="27774"/>
              </a:xfrm>
              <a:custGeom>
                <a:avLst/>
                <a:gdLst/>
                <a:ahLst/>
                <a:cxnLst/>
                <a:rect l="l" t="t" r="r" b="b"/>
                <a:pathLst>
                  <a:path w="675" h="660" extrusionOk="0">
                    <a:moveTo>
                      <a:pt x="283" y="1"/>
                    </a:moveTo>
                    <a:lnTo>
                      <a:pt x="1" y="283"/>
                    </a:lnTo>
                    <a:lnTo>
                      <a:pt x="393" y="659"/>
                    </a:lnTo>
                    <a:lnTo>
                      <a:pt x="675" y="377"/>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1"/>
              <p:cNvSpPr/>
              <p:nvPr/>
            </p:nvSpPr>
            <p:spPr>
              <a:xfrm>
                <a:off x="7626585" y="610230"/>
                <a:ext cx="29037" cy="27774"/>
              </a:xfrm>
              <a:custGeom>
                <a:avLst/>
                <a:gdLst/>
                <a:ahLst/>
                <a:cxnLst/>
                <a:rect l="l" t="t" r="r" b="b"/>
                <a:pathLst>
                  <a:path w="690" h="660" extrusionOk="0">
                    <a:moveTo>
                      <a:pt x="251" y="1"/>
                    </a:moveTo>
                    <a:lnTo>
                      <a:pt x="0" y="314"/>
                    </a:lnTo>
                    <a:lnTo>
                      <a:pt x="439" y="659"/>
                    </a:lnTo>
                    <a:lnTo>
                      <a:pt x="690" y="346"/>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1"/>
              <p:cNvSpPr/>
              <p:nvPr/>
            </p:nvSpPr>
            <p:spPr>
              <a:xfrm>
                <a:off x="7672750" y="641245"/>
                <a:ext cx="29037" cy="27101"/>
              </a:xfrm>
              <a:custGeom>
                <a:avLst/>
                <a:gdLst/>
                <a:ahLst/>
                <a:cxnLst/>
                <a:rect l="l" t="t" r="r" b="b"/>
                <a:pathLst>
                  <a:path w="690" h="644" extrusionOk="0">
                    <a:moveTo>
                      <a:pt x="251" y="0"/>
                    </a:moveTo>
                    <a:lnTo>
                      <a:pt x="0" y="314"/>
                    </a:lnTo>
                    <a:lnTo>
                      <a:pt x="439" y="643"/>
                    </a:lnTo>
                    <a:lnTo>
                      <a:pt x="690" y="330"/>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11"/>
              <p:cNvSpPr/>
              <p:nvPr/>
            </p:nvSpPr>
            <p:spPr>
              <a:xfrm>
                <a:off x="7712981" y="668304"/>
                <a:ext cx="28406" cy="27059"/>
              </a:xfrm>
              <a:custGeom>
                <a:avLst/>
                <a:gdLst/>
                <a:ahLst/>
                <a:cxnLst/>
                <a:rect l="l" t="t" r="r" b="b"/>
                <a:pathLst>
                  <a:path w="675" h="643" extrusionOk="0">
                    <a:moveTo>
                      <a:pt x="251" y="0"/>
                    </a:moveTo>
                    <a:lnTo>
                      <a:pt x="0" y="314"/>
                    </a:lnTo>
                    <a:lnTo>
                      <a:pt x="439" y="643"/>
                    </a:lnTo>
                    <a:lnTo>
                      <a:pt x="674" y="329"/>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11"/>
              <p:cNvSpPr/>
              <p:nvPr/>
            </p:nvSpPr>
            <p:spPr>
              <a:xfrm>
                <a:off x="7753212" y="691365"/>
                <a:ext cx="28406" cy="27101"/>
              </a:xfrm>
              <a:custGeom>
                <a:avLst/>
                <a:gdLst/>
                <a:ahLst/>
                <a:cxnLst/>
                <a:rect l="l" t="t" r="r" b="b"/>
                <a:pathLst>
                  <a:path w="675" h="644" extrusionOk="0">
                    <a:moveTo>
                      <a:pt x="251" y="1"/>
                    </a:moveTo>
                    <a:lnTo>
                      <a:pt x="1" y="314"/>
                    </a:lnTo>
                    <a:lnTo>
                      <a:pt x="439"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1"/>
              <p:cNvSpPr/>
              <p:nvPr/>
            </p:nvSpPr>
            <p:spPr>
              <a:xfrm>
                <a:off x="7798745" y="719728"/>
                <a:ext cx="28406" cy="27101"/>
              </a:xfrm>
              <a:custGeom>
                <a:avLst/>
                <a:gdLst/>
                <a:ahLst/>
                <a:cxnLst/>
                <a:rect l="l" t="t" r="r" b="b"/>
                <a:pathLst>
                  <a:path w="675" h="644" extrusionOk="0">
                    <a:moveTo>
                      <a:pt x="251" y="1"/>
                    </a:moveTo>
                    <a:lnTo>
                      <a:pt x="0" y="314"/>
                    </a:lnTo>
                    <a:lnTo>
                      <a:pt x="439" y="643"/>
                    </a:lnTo>
                    <a:lnTo>
                      <a:pt x="674"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1"/>
              <p:cNvSpPr/>
              <p:nvPr/>
            </p:nvSpPr>
            <p:spPr>
              <a:xfrm>
                <a:off x="7850170" y="759959"/>
                <a:ext cx="28406" cy="27101"/>
              </a:xfrm>
              <a:custGeom>
                <a:avLst/>
                <a:gdLst/>
                <a:ahLst/>
                <a:cxnLst/>
                <a:rect l="l" t="t" r="r" b="b"/>
                <a:pathLst>
                  <a:path w="675" h="644" extrusionOk="0">
                    <a:moveTo>
                      <a:pt x="251" y="1"/>
                    </a:moveTo>
                    <a:lnTo>
                      <a:pt x="1" y="314"/>
                    </a:lnTo>
                    <a:lnTo>
                      <a:pt x="440"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1"/>
              <p:cNvSpPr/>
              <p:nvPr/>
            </p:nvSpPr>
            <p:spPr>
              <a:xfrm>
                <a:off x="7887791" y="804819"/>
                <a:ext cx="21799" cy="26428"/>
              </a:xfrm>
              <a:custGeom>
                <a:avLst/>
                <a:gdLst/>
                <a:ahLst/>
                <a:cxnLst/>
                <a:rect l="l" t="t" r="r" b="b"/>
                <a:pathLst>
                  <a:path w="518" h="628" extrusionOk="0">
                    <a:moveTo>
                      <a:pt x="392" y="1"/>
                    </a:moveTo>
                    <a:lnTo>
                      <a:pt x="0" y="79"/>
                    </a:lnTo>
                    <a:lnTo>
                      <a:pt x="125" y="628"/>
                    </a:lnTo>
                    <a:lnTo>
                      <a:pt x="517" y="534"/>
                    </a:lnTo>
                    <a:lnTo>
                      <a:pt x="3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1"/>
              <p:cNvSpPr/>
              <p:nvPr/>
            </p:nvSpPr>
            <p:spPr>
              <a:xfrm>
                <a:off x="7867339" y="852330"/>
                <a:ext cx="27732" cy="23777"/>
              </a:xfrm>
              <a:custGeom>
                <a:avLst/>
                <a:gdLst/>
                <a:ahLst/>
                <a:cxnLst/>
                <a:rect l="l" t="t" r="r" b="b"/>
                <a:pathLst>
                  <a:path w="659" h="565" extrusionOk="0">
                    <a:moveTo>
                      <a:pt x="486" y="0"/>
                    </a:moveTo>
                    <a:lnTo>
                      <a:pt x="0" y="251"/>
                    </a:lnTo>
                    <a:lnTo>
                      <a:pt x="173" y="564"/>
                    </a:lnTo>
                    <a:lnTo>
                      <a:pt x="658" y="329"/>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1"/>
              <p:cNvSpPr/>
              <p:nvPr/>
            </p:nvSpPr>
            <p:spPr>
              <a:xfrm>
                <a:off x="7828413" y="871436"/>
                <a:ext cx="24450" cy="15865"/>
              </a:xfrm>
              <a:custGeom>
                <a:avLst/>
                <a:gdLst/>
                <a:ahLst/>
                <a:cxnLst/>
                <a:rect l="l" t="t" r="r" b="b"/>
                <a:pathLst>
                  <a:path w="581" h="377" extrusionOk="0">
                    <a:moveTo>
                      <a:pt x="549" y="1"/>
                    </a:moveTo>
                    <a:lnTo>
                      <a:pt x="0" y="16"/>
                    </a:lnTo>
                    <a:lnTo>
                      <a:pt x="32" y="377"/>
                    </a:lnTo>
                    <a:lnTo>
                      <a:pt x="580"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1"/>
              <p:cNvSpPr/>
              <p:nvPr/>
            </p:nvSpPr>
            <p:spPr>
              <a:xfrm>
                <a:off x="7774968" y="868153"/>
                <a:ext cx="23819" cy="15865"/>
              </a:xfrm>
              <a:custGeom>
                <a:avLst/>
                <a:gdLst/>
                <a:ahLst/>
                <a:cxnLst/>
                <a:rect l="l" t="t" r="r" b="b"/>
                <a:pathLst>
                  <a:path w="566" h="377" extrusionOk="0">
                    <a:moveTo>
                      <a:pt x="549" y="0"/>
                    </a:moveTo>
                    <a:lnTo>
                      <a:pt x="1" y="32"/>
                    </a:lnTo>
                    <a:lnTo>
                      <a:pt x="16" y="377"/>
                    </a:lnTo>
                    <a:lnTo>
                      <a:pt x="565"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1"/>
              <p:cNvSpPr/>
              <p:nvPr/>
            </p:nvSpPr>
            <p:spPr>
              <a:xfrm>
                <a:off x="7717610" y="864871"/>
                <a:ext cx="24450" cy="15865"/>
              </a:xfrm>
              <a:custGeom>
                <a:avLst/>
                <a:gdLst/>
                <a:ahLst/>
                <a:cxnLst/>
                <a:rect l="l" t="t" r="r" b="b"/>
                <a:pathLst>
                  <a:path w="581" h="377" extrusionOk="0">
                    <a:moveTo>
                      <a:pt x="549" y="0"/>
                    </a:moveTo>
                    <a:lnTo>
                      <a:pt x="0" y="16"/>
                    </a:lnTo>
                    <a:lnTo>
                      <a:pt x="31" y="376"/>
                    </a:lnTo>
                    <a:lnTo>
                      <a:pt x="580" y="345"/>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1"/>
              <p:cNvSpPr/>
              <p:nvPr/>
            </p:nvSpPr>
            <p:spPr>
              <a:xfrm>
                <a:off x="7664838" y="861546"/>
                <a:ext cx="23777" cy="15865"/>
              </a:xfrm>
              <a:custGeom>
                <a:avLst/>
                <a:gdLst/>
                <a:ahLst/>
                <a:cxnLst/>
                <a:rect l="l" t="t" r="r" b="b"/>
                <a:pathLst>
                  <a:path w="565" h="377" extrusionOk="0">
                    <a:moveTo>
                      <a:pt x="549" y="1"/>
                    </a:moveTo>
                    <a:lnTo>
                      <a:pt x="0" y="16"/>
                    </a:lnTo>
                    <a:lnTo>
                      <a:pt x="16" y="377"/>
                    </a:lnTo>
                    <a:lnTo>
                      <a:pt x="564"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1"/>
              <p:cNvSpPr/>
              <p:nvPr/>
            </p:nvSpPr>
            <p:spPr>
              <a:xfrm>
                <a:off x="7610720" y="857591"/>
                <a:ext cx="23819" cy="15865"/>
              </a:xfrm>
              <a:custGeom>
                <a:avLst/>
                <a:gdLst/>
                <a:ahLst/>
                <a:cxnLst/>
                <a:rect l="l" t="t" r="r" b="b"/>
                <a:pathLst>
                  <a:path w="566" h="377" extrusionOk="0">
                    <a:moveTo>
                      <a:pt x="549" y="1"/>
                    </a:moveTo>
                    <a:lnTo>
                      <a:pt x="1" y="32"/>
                    </a:lnTo>
                    <a:lnTo>
                      <a:pt x="17"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1"/>
              <p:cNvSpPr/>
              <p:nvPr/>
            </p:nvSpPr>
            <p:spPr>
              <a:xfrm>
                <a:off x="7561273" y="859569"/>
                <a:ext cx="23777" cy="15865"/>
              </a:xfrm>
              <a:custGeom>
                <a:avLst/>
                <a:gdLst/>
                <a:ahLst/>
                <a:cxnLst/>
                <a:rect l="l" t="t" r="r" b="b"/>
                <a:pathLst>
                  <a:path w="565" h="377" extrusionOk="0">
                    <a:moveTo>
                      <a:pt x="549" y="1"/>
                    </a:moveTo>
                    <a:lnTo>
                      <a:pt x="0" y="16"/>
                    </a:lnTo>
                    <a:lnTo>
                      <a:pt x="16"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1"/>
              <p:cNvSpPr/>
              <p:nvPr/>
            </p:nvSpPr>
            <p:spPr>
              <a:xfrm>
                <a:off x="7499917" y="871436"/>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1"/>
              <p:cNvSpPr/>
              <p:nvPr/>
            </p:nvSpPr>
            <p:spPr>
              <a:xfrm>
                <a:off x="7493310" y="920252"/>
                <a:ext cx="21167" cy="26428"/>
              </a:xfrm>
              <a:custGeom>
                <a:avLst/>
                <a:gdLst/>
                <a:ahLst/>
                <a:cxnLst/>
                <a:rect l="l" t="t" r="r" b="b"/>
                <a:pathLst>
                  <a:path w="503" h="628" extrusionOk="0">
                    <a:moveTo>
                      <a:pt x="330" y="1"/>
                    </a:moveTo>
                    <a:lnTo>
                      <a:pt x="1" y="110"/>
                    </a:lnTo>
                    <a:lnTo>
                      <a:pt x="173" y="628"/>
                    </a:lnTo>
                    <a:lnTo>
                      <a:pt x="502" y="518"/>
                    </a:lnTo>
                    <a:lnTo>
                      <a:pt x="3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1"/>
              <p:cNvSpPr/>
              <p:nvPr/>
            </p:nvSpPr>
            <p:spPr>
              <a:xfrm>
                <a:off x="7528954" y="975674"/>
                <a:ext cx="27732" cy="25754"/>
              </a:xfrm>
              <a:custGeom>
                <a:avLst/>
                <a:gdLst/>
                <a:ahLst/>
                <a:cxnLst/>
                <a:rect l="l" t="t" r="r" b="b"/>
                <a:pathLst>
                  <a:path w="659" h="612" extrusionOk="0">
                    <a:moveTo>
                      <a:pt x="204" y="0"/>
                    </a:moveTo>
                    <a:lnTo>
                      <a:pt x="0" y="298"/>
                    </a:lnTo>
                    <a:lnTo>
                      <a:pt x="455" y="612"/>
                    </a:lnTo>
                    <a:lnTo>
                      <a:pt x="659" y="314"/>
                    </a:lnTo>
                    <a:lnTo>
                      <a:pt x="2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1"/>
              <p:cNvSpPr/>
              <p:nvPr/>
            </p:nvSpPr>
            <p:spPr>
              <a:xfrm>
                <a:off x="7582357" y="1016578"/>
                <a:ext cx="27101" cy="25754"/>
              </a:xfrm>
              <a:custGeom>
                <a:avLst/>
                <a:gdLst/>
                <a:ahLst/>
                <a:cxnLst/>
                <a:rect l="l" t="t" r="r" b="b"/>
                <a:pathLst>
                  <a:path w="644" h="612" extrusionOk="0">
                    <a:moveTo>
                      <a:pt x="189" y="0"/>
                    </a:moveTo>
                    <a:lnTo>
                      <a:pt x="1" y="298"/>
                    </a:lnTo>
                    <a:lnTo>
                      <a:pt x="440" y="611"/>
                    </a:lnTo>
                    <a:lnTo>
                      <a:pt x="644" y="314"/>
                    </a:lnTo>
                    <a:lnTo>
                      <a:pt x="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1"/>
              <p:cNvSpPr/>
              <p:nvPr/>
            </p:nvSpPr>
            <p:spPr>
              <a:xfrm>
                <a:off x="7631172" y="1044269"/>
                <a:ext cx="27101" cy="25754"/>
              </a:xfrm>
              <a:custGeom>
                <a:avLst/>
                <a:gdLst/>
                <a:ahLst/>
                <a:cxnLst/>
                <a:rect l="l" t="t" r="r" b="b"/>
                <a:pathLst>
                  <a:path w="644" h="612" extrusionOk="0">
                    <a:moveTo>
                      <a:pt x="205" y="0"/>
                    </a:moveTo>
                    <a:lnTo>
                      <a:pt x="1" y="298"/>
                    </a:lnTo>
                    <a:lnTo>
                      <a:pt x="455" y="612"/>
                    </a:lnTo>
                    <a:lnTo>
                      <a:pt x="643" y="314"/>
                    </a:lnTo>
                    <a:lnTo>
                      <a:pt x="2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1"/>
              <p:cNvSpPr/>
              <p:nvPr/>
            </p:nvSpPr>
            <p:spPr>
              <a:xfrm>
                <a:off x="7689246" y="1074610"/>
                <a:ext cx="26428" cy="21799"/>
              </a:xfrm>
              <a:custGeom>
                <a:avLst/>
                <a:gdLst/>
                <a:ahLst/>
                <a:cxnLst/>
                <a:rect l="l" t="t" r="r" b="b"/>
                <a:pathLst>
                  <a:path w="628" h="518" extrusionOk="0">
                    <a:moveTo>
                      <a:pt x="110" y="0"/>
                    </a:moveTo>
                    <a:lnTo>
                      <a:pt x="0" y="330"/>
                    </a:lnTo>
                    <a:lnTo>
                      <a:pt x="502"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1"/>
              <p:cNvSpPr/>
              <p:nvPr/>
            </p:nvSpPr>
            <p:spPr>
              <a:xfrm>
                <a:off x="7749929" y="1099018"/>
                <a:ext cx="26428" cy="21799"/>
              </a:xfrm>
              <a:custGeom>
                <a:avLst/>
                <a:gdLst/>
                <a:ahLst/>
                <a:cxnLst/>
                <a:rect l="l" t="t" r="r" b="b"/>
                <a:pathLst>
                  <a:path w="628" h="518" extrusionOk="0">
                    <a:moveTo>
                      <a:pt x="110" y="0"/>
                    </a:moveTo>
                    <a:lnTo>
                      <a:pt x="0" y="345"/>
                    </a:lnTo>
                    <a:lnTo>
                      <a:pt x="517"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1"/>
              <p:cNvSpPr/>
              <p:nvPr/>
            </p:nvSpPr>
            <p:spPr>
              <a:xfrm>
                <a:off x="7805310" y="1123426"/>
                <a:ext cx="26428" cy="21799"/>
              </a:xfrm>
              <a:custGeom>
                <a:avLst/>
                <a:gdLst/>
                <a:ahLst/>
                <a:cxnLst/>
                <a:rect l="l" t="t" r="r" b="b"/>
                <a:pathLst>
                  <a:path w="628" h="518" extrusionOk="0">
                    <a:moveTo>
                      <a:pt x="111" y="0"/>
                    </a:moveTo>
                    <a:lnTo>
                      <a:pt x="1" y="330"/>
                    </a:lnTo>
                    <a:lnTo>
                      <a:pt x="518" y="518"/>
                    </a:lnTo>
                    <a:lnTo>
                      <a:pt x="628" y="173"/>
                    </a:lnTo>
                    <a:lnTo>
                      <a:pt x="1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1"/>
              <p:cNvSpPr/>
              <p:nvPr/>
            </p:nvSpPr>
            <p:spPr>
              <a:xfrm>
                <a:off x="7862037" y="1143878"/>
                <a:ext cx="26428" cy="21799"/>
              </a:xfrm>
              <a:custGeom>
                <a:avLst/>
                <a:gdLst/>
                <a:ahLst/>
                <a:cxnLst/>
                <a:rect l="l" t="t" r="r" b="b"/>
                <a:pathLst>
                  <a:path w="628" h="518" extrusionOk="0">
                    <a:moveTo>
                      <a:pt x="110" y="0"/>
                    </a:moveTo>
                    <a:lnTo>
                      <a:pt x="1" y="329"/>
                    </a:lnTo>
                    <a:lnTo>
                      <a:pt x="518" y="518"/>
                    </a:lnTo>
                    <a:lnTo>
                      <a:pt x="628"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1"/>
              <p:cNvSpPr/>
              <p:nvPr/>
            </p:nvSpPr>
            <p:spPr>
              <a:xfrm>
                <a:off x="7925371" y="1162352"/>
                <a:ext cx="25754" cy="20494"/>
              </a:xfrm>
              <a:custGeom>
                <a:avLst/>
                <a:gdLst/>
                <a:ahLst/>
                <a:cxnLst/>
                <a:rect l="l" t="t" r="r" b="b"/>
                <a:pathLst>
                  <a:path w="612" h="487" extrusionOk="0">
                    <a:moveTo>
                      <a:pt x="95" y="0"/>
                    </a:moveTo>
                    <a:lnTo>
                      <a:pt x="1" y="345"/>
                    </a:lnTo>
                    <a:lnTo>
                      <a:pt x="533" y="486"/>
                    </a:lnTo>
                    <a:lnTo>
                      <a:pt x="612" y="141"/>
                    </a:lnTo>
                    <a:lnTo>
                      <a:pt x="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1"/>
              <p:cNvSpPr/>
              <p:nvPr/>
            </p:nvSpPr>
            <p:spPr>
              <a:xfrm>
                <a:off x="7983403" y="1174851"/>
                <a:ext cx="23819" cy="16538"/>
              </a:xfrm>
              <a:custGeom>
                <a:avLst/>
                <a:gdLst/>
                <a:ahLst/>
                <a:cxnLst/>
                <a:rect l="l" t="t" r="r" b="b"/>
                <a:pathLst>
                  <a:path w="566" h="393" extrusionOk="0">
                    <a:moveTo>
                      <a:pt x="17" y="1"/>
                    </a:moveTo>
                    <a:lnTo>
                      <a:pt x="1" y="361"/>
                    </a:lnTo>
                    <a:lnTo>
                      <a:pt x="549" y="393"/>
                    </a:lnTo>
                    <a:lnTo>
                      <a:pt x="565" y="32"/>
                    </a:lnTo>
                    <a:lnTo>
                      <a:pt x="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1"/>
              <p:cNvSpPr/>
              <p:nvPr/>
            </p:nvSpPr>
            <p:spPr>
              <a:xfrm>
                <a:off x="8039499" y="1178806"/>
                <a:ext cx="23777" cy="16538"/>
              </a:xfrm>
              <a:custGeom>
                <a:avLst/>
                <a:gdLst/>
                <a:ahLst/>
                <a:cxnLst/>
                <a:rect l="l" t="t" r="r" b="b"/>
                <a:pathLst>
                  <a:path w="565" h="393" extrusionOk="0">
                    <a:moveTo>
                      <a:pt x="16" y="1"/>
                    </a:moveTo>
                    <a:lnTo>
                      <a:pt x="0" y="362"/>
                    </a:lnTo>
                    <a:lnTo>
                      <a:pt x="549" y="393"/>
                    </a:lnTo>
                    <a:lnTo>
                      <a:pt x="564" y="32"/>
                    </a:lnTo>
                    <a:lnTo>
                      <a:pt x="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1"/>
              <p:cNvSpPr/>
              <p:nvPr/>
            </p:nvSpPr>
            <p:spPr>
              <a:xfrm>
                <a:off x="8099508" y="1174219"/>
                <a:ext cx="25754" cy="19148"/>
              </a:xfrm>
              <a:custGeom>
                <a:avLst/>
                <a:gdLst/>
                <a:ahLst/>
                <a:cxnLst/>
                <a:rect l="l" t="t" r="r" b="b"/>
                <a:pathLst>
                  <a:path w="612" h="455" extrusionOk="0">
                    <a:moveTo>
                      <a:pt x="533" y="0"/>
                    </a:moveTo>
                    <a:lnTo>
                      <a:pt x="1" y="94"/>
                    </a:lnTo>
                    <a:lnTo>
                      <a:pt x="79" y="455"/>
                    </a:lnTo>
                    <a:lnTo>
                      <a:pt x="612" y="361"/>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1"/>
              <p:cNvSpPr/>
              <p:nvPr/>
            </p:nvSpPr>
            <p:spPr>
              <a:xfrm>
                <a:off x="8164147" y="1153767"/>
                <a:ext cx="27732" cy="23103"/>
              </a:xfrm>
              <a:custGeom>
                <a:avLst/>
                <a:gdLst/>
                <a:ahLst/>
                <a:cxnLst/>
                <a:rect l="l" t="t" r="r" b="b"/>
                <a:pathLst>
                  <a:path w="659" h="549" extrusionOk="0">
                    <a:moveTo>
                      <a:pt x="502" y="0"/>
                    </a:moveTo>
                    <a:lnTo>
                      <a:pt x="1" y="220"/>
                    </a:lnTo>
                    <a:lnTo>
                      <a:pt x="157" y="549"/>
                    </a:lnTo>
                    <a:lnTo>
                      <a:pt x="659" y="330"/>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1"/>
              <p:cNvSpPr/>
              <p:nvPr/>
            </p:nvSpPr>
            <p:spPr>
              <a:xfrm>
                <a:off x="8222852" y="1110212"/>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1"/>
              <p:cNvSpPr/>
              <p:nvPr/>
            </p:nvSpPr>
            <p:spPr>
              <a:xfrm>
                <a:off x="8272341" y="1058114"/>
                <a:ext cx="25754" cy="27101"/>
              </a:xfrm>
              <a:custGeom>
                <a:avLst/>
                <a:gdLst/>
                <a:ahLst/>
                <a:cxnLst/>
                <a:rect l="l" t="t" r="r" b="b"/>
                <a:pathLst>
                  <a:path w="612" h="644" extrusionOk="0">
                    <a:moveTo>
                      <a:pt x="298" y="1"/>
                    </a:moveTo>
                    <a:lnTo>
                      <a:pt x="0" y="455"/>
                    </a:lnTo>
                    <a:lnTo>
                      <a:pt x="314" y="643"/>
                    </a:lnTo>
                    <a:lnTo>
                      <a:pt x="611"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1"/>
              <p:cNvSpPr/>
              <p:nvPr/>
            </p:nvSpPr>
            <p:spPr>
              <a:xfrm>
                <a:off x="8309921" y="1006647"/>
                <a:ext cx="25754" cy="27101"/>
              </a:xfrm>
              <a:custGeom>
                <a:avLst/>
                <a:gdLst/>
                <a:ahLst/>
                <a:cxnLst/>
                <a:rect l="l" t="t" r="r" b="b"/>
                <a:pathLst>
                  <a:path w="612" h="644" extrusionOk="0">
                    <a:moveTo>
                      <a:pt x="298" y="1"/>
                    </a:moveTo>
                    <a:lnTo>
                      <a:pt x="1" y="440"/>
                    </a:lnTo>
                    <a:lnTo>
                      <a:pt x="314" y="644"/>
                    </a:lnTo>
                    <a:lnTo>
                      <a:pt x="612"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1"/>
              <p:cNvSpPr/>
              <p:nvPr/>
            </p:nvSpPr>
            <p:spPr>
              <a:xfrm>
                <a:off x="8336980" y="949289"/>
                <a:ext cx="22472" cy="26428"/>
              </a:xfrm>
              <a:custGeom>
                <a:avLst/>
                <a:gdLst/>
                <a:ahLst/>
                <a:cxnLst/>
                <a:rect l="l" t="t" r="r" b="b"/>
                <a:pathLst>
                  <a:path w="534" h="628" extrusionOk="0">
                    <a:moveTo>
                      <a:pt x="188" y="0"/>
                    </a:moveTo>
                    <a:lnTo>
                      <a:pt x="0" y="518"/>
                    </a:lnTo>
                    <a:lnTo>
                      <a:pt x="345" y="627"/>
                    </a:lnTo>
                    <a:lnTo>
                      <a:pt x="533" y="110"/>
                    </a:lnTo>
                    <a:lnTo>
                      <a:pt x="1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1"/>
              <p:cNvSpPr/>
              <p:nvPr/>
            </p:nvSpPr>
            <p:spPr>
              <a:xfrm>
                <a:off x="8351498" y="894539"/>
                <a:ext cx="18474" cy="24450"/>
              </a:xfrm>
              <a:custGeom>
                <a:avLst/>
                <a:gdLst/>
                <a:ahLst/>
                <a:cxnLst/>
                <a:rect l="l" t="t" r="r" b="b"/>
                <a:pathLst>
                  <a:path w="439" h="581" extrusionOk="0">
                    <a:moveTo>
                      <a:pt x="94" y="0"/>
                    </a:moveTo>
                    <a:lnTo>
                      <a:pt x="0" y="533"/>
                    </a:lnTo>
                    <a:lnTo>
                      <a:pt x="361" y="580"/>
                    </a:lnTo>
                    <a:lnTo>
                      <a:pt x="439" y="47"/>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1"/>
              <p:cNvSpPr/>
              <p:nvPr/>
            </p:nvSpPr>
            <p:spPr>
              <a:xfrm>
                <a:off x="8358063" y="833856"/>
                <a:ext cx="16538" cy="24450"/>
              </a:xfrm>
              <a:custGeom>
                <a:avLst/>
                <a:gdLst/>
                <a:ahLst/>
                <a:cxnLst/>
                <a:rect l="l" t="t" r="r" b="b"/>
                <a:pathLst>
                  <a:path w="393" h="581" extrusionOk="0">
                    <a:moveTo>
                      <a:pt x="361" y="0"/>
                    </a:moveTo>
                    <a:lnTo>
                      <a:pt x="1" y="32"/>
                    </a:lnTo>
                    <a:lnTo>
                      <a:pt x="32" y="580"/>
                    </a:lnTo>
                    <a:lnTo>
                      <a:pt x="393" y="549"/>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1"/>
              <p:cNvSpPr/>
              <p:nvPr/>
            </p:nvSpPr>
            <p:spPr>
              <a:xfrm>
                <a:off x="8345565" y="768544"/>
                <a:ext cx="21125" cy="26428"/>
              </a:xfrm>
              <a:custGeom>
                <a:avLst/>
                <a:gdLst/>
                <a:ahLst/>
                <a:cxnLst/>
                <a:rect l="l" t="t" r="r" b="b"/>
                <a:pathLst>
                  <a:path w="502" h="628" extrusionOk="0">
                    <a:moveTo>
                      <a:pt x="345" y="1"/>
                    </a:moveTo>
                    <a:lnTo>
                      <a:pt x="0" y="110"/>
                    </a:lnTo>
                    <a:lnTo>
                      <a:pt x="157" y="628"/>
                    </a:lnTo>
                    <a:lnTo>
                      <a:pt x="502" y="518"/>
                    </a:lnTo>
                    <a:lnTo>
                      <a:pt x="3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1"/>
              <p:cNvSpPr/>
              <p:nvPr/>
            </p:nvSpPr>
            <p:spPr>
              <a:xfrm>
                <a:off x="8327722" y="699276"/>
                <a:ext cx="21167" cy="26428"/>
              </a:xfrm>
              <a:custGeom>
                <a:avLst/>
                <a:gdLst/>
                <a:ahLst/>
                <a:cxnLst/>
                <a:rect l="l" t="t" r="r" b="b"/>
                <a:pathLst>
                  <a:path w="503" h="628" extrusionOk="0">
                    <a:moveTo>
                      <a:pt x="346" y="1"/>
                    </a:moveTo>
                    <a:lnTo>
                      <a:pt x="1" y="95"/>
                    </a:lnTo>
                    <a:lnTo>
                      <a:pt x="158" y="628"/>
                    </a:lnTo>
                    <a:lnTo>
                      <a:pt x="502" y="518"/>
                    </a:lnTo>
                    <a:lnTo>
                      <a:pt x="3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1"/>
              <p:cNvSpPr/>
              <p:nvPr/>
            </p:nvSpPr>
            <p:spPr>
              <a:xfrm>
                <a:off x="8300705" y="636616"/>
                <a:ext cx="23777" cy="27774"/>
              </a:xfrm>
              <a:custGeom>
                <a:avLst/>
                <a:gdLst/>
                <a:ahLst/>
                <a:cxnLst/>
                <a:rect l="l" t="t" r="r" b="b"/>
                <a:pathLst>
                  <a:path w="565" h="660" extrusionOk="0">
                    <a:moveTo>
                      <a:pt x="329" y="1"/>
                    </a:moveTo>
                    <a:lnTo>
                      <a:pt x="0" y="173"/>
                    </a:lnTo>
                    <a:lnTo>
                      <a:pt x="251" y="659"/>
                    </a:lnTo>
                    <a:lnTo>
                      <a:pt x="564" y="487"/>
                    </a:lnTo>
                    <a:lnTo>
                      <a:pt x="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1"/>
              <p:cNvSpPr/>
              <p:nvPr/>
            </p:nvSpPr>
            <p:spPr>
              <a:xfrm>
                <a:off x="8270995" y="581235"/>
                <a:ext cx="23819" cy="27059"/>
              </a:xfrm>
              <a:custGeom>
                <a:avLst/>
                <a:gdLst/>
                <a:ahLst/>
                <a:cxnLst/>
                <a:rect l="l" t="t" r="r" b="b"/>
                <a:pathLst>
                  <a:path w="566" h="643" extrusionOk="0">
                    <a:moveTo>
                      <a:pt x="330" y="0"/>
                    </a:moveTo>
                    <a:lnTo>
                      <a:pt x="1" y="157"/>
                    </a:lnTo>
                    <a:lnTo>
                      <a:pt x="252" y="643"/>
                    </a:lnTo>
                    <a:lnTo>
                      <a:pt x="565" y="486"/>
                    </a:lnTo>
                    <a:lnTo>
                      <a:pt x="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1"/>
              <p:cNvSpPr/>
              <p:nvPr/>
            </p:nvSpPr>
            <p:spPr>
              <a:xfrm>
                <a:off x="8241326" y="531073"/>
                <a:ext cx="23145" cy="27101"/>
              </a:xfrm>
              <a:custGeom>
                <a:avLst/>
                <a:gdLst/>
                <a:ahLst/>
                <a:cxnLst/>
                <a:rect l="l" t="t" r="r" b="b"/>
                <a:pathLst>
                  <a:path w="550" h="644" extrusionOk="0">
                    <a:moveTo>
                      <a:pt x="314" y="1"/>
                    </a:moveTo>
                    <a:lnTo>
                      <a:pt x="1" y="158"/>
                    </a:lnTo>
                    <a:lnTo>
                      <a:pt x="236" y="643"/>
                    </a:lnTo>
                    <a:lnTo>
                      <a:pt x="549" y="471"/>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1"/>
              <p:cNvSpPr/>
              <p:nvPr/>
            </p:nvSpPr>
            <p:spPr>
              <a:xfrm>
                <a:off x="8209680" y="484235"/>
                <a:ext cx="24450" cy="27774"/>
              </a:xfrm>
              <a:custGeom>
                <a:avLst/>
                <a:gdLst/>
                <a:ahLst/>
                <a:cxnLst/>
                <a:rect l="l" t="t" r="r" b="b"/>
                <a:pathLst>
                  <a:path w="581" h="660" extrusionOk="0">
                    <a:moveTo>
                      <a:pt x="298" y="1"/>
                    </a:moveTo>
                    <a:lnTo>
                      <a:pt x="0" y="189"/>
                    </a:lnTo>
                    <a:lnTo>
                      <a:pt x="282" y="659"/>
                    </a:lnTo>
                    <a:lnTo>
                      <a:pt x="580" y="455"/>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1"/>
              <p:cNvSpPr/>
              <p:nvPr/>
            </p:nvSpPr>
            <p:spPr>
              <a:xfrm>
                <a:off x="8174037" y="438744"/>
                <a:ext cx="24450" cy="27732"/>
              </a:xfrm>
              <a:custGeom>
                <a:avLst/>
                <a:gdLst/>
                <a:ahLst/>
                <a:cxnLst/>
                <a:rect l="l" t="t" r="r" b="b"/>
                <a:pathLst>
                  <a:path w="581" h="659" extrusionOk="0">
                    <a:moveTo>
                      <a:pt x="299" y="0"/>
                    </a:moveTo>
                    <a:lnTo>
                      <a:pt x="1" y="204"/>
                    </a:lnTo>
                    <a:lnTo>
                      <a:pt x="283" y="659"/>
                    </a:lnTo>
                    <a:lnTo>
                      <a:pt x="581" y="471"/>
                    </a:lnTo>
                    <a:lnTo>
                      <a:pt x="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1"/>
              <p:cNvSpPr/>
              <p:nvPr/>
            </p:nvSpPr>
            <p:spPr>
              <a:xfrm>
                <a:off x="8138435" y="395188"/>
                <a:ext cx="25081" cy="27774"/>
              </a:xfrm>
              <a:custGeom>
                <a:avLst/>
                <a:gdLst/>
                <a:ahLst/>
                <a:cxnLst/>
                <a:rect l="l" t="t" r="r" b="b"/>
                <a:pathLst>
                  <a:path w="596" h="660" extrusionOk="0">
                    <a:moveTo>
                      <a:pt x="314" y="1"/>
                    </a:moveTo>
                    <a:lnTo>
                      <a:pt x="0" y="189"/>
                    </a:lnTo>
                    <a:lnTo>
                      <a:pt x="282" y="659"/>
                    </a:lnTo>
                    <a:lnTo>
                      <a:pt x="596" y="455"/>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1"/>
              <p:cNvSpPr/>
              <p:nvPr/>
            </p:nvSpPr>
            <p:spPr>
              <a:xfrm>
                <a:off x="8097531" y="356935"/>
                <a:ext cx="27101" cy="26428"/>
              </a:xfrm>
              <a:custGeom>
                <a:avLst/>
                <a:gdLst/>
                <a:ahLst/>
                <a:cxnLst/>
                <a:rect l="l" t="t" r="r" b="b"/>
                <a:pathLst>
                  <a:path w="644" h="628" extrusionOk="0">
                    <a:moveTo>
                      <a:pt x="220" y="1"/>
                    </a:moveTo>
                    <a:lnTo>
                      <a:pt x="1" y="283"/>
                    </a:lnTo>
                    <a:lnTo>
                      <a:pt x="408" y="628"/>
                    </a:lnTo>
                    <a:lnTo>
                      <a:pt x="643" y="346"/>
                    </a:lnTo>
                    <a:lnTo>
                      <a:pt x="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1"/>
              <p:cNvSpPr/>
              <p:nvPr/>
            </p:nvSpPr>
            <p:spPr>
              <a:xfrm>
                <a:off x="8053344" y="326594"/>
                <a:ext cx="27059" cy="27101"/>
              </a:xfrm>
              <a:custGeom>
                <a:avLst/>
                <a:gdLst/>
                <a:ahLst/>
                <a:cxnLst/>
                <a:rect l="l" t="t" r="r" b="b"/>
                <a:pathLst>
                  <a:path w="643" h="644" extrusionOk="0">
                    <a:moveTo>
                      <a:pt x="235" y="1"/>
                    </a:moveTo>
                    <a:lnTo>
                      <a:pt x="0" y="283"/>
                    </a:lnTo>
                    <a:lnTo>
                      <a:pt x="424" y="643"/>
                    </a:lnTo>
                    <a:lnTo>
                      <a:pt x="643" y="361"/>
                    </a:lnTo>
                    <a:lnTo>
                      <a:pt x="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1"/>
              <p:cNvSpPr/>
              <p:nvPr/>
            </p:nvSpPr>
            <p:spPr>
              <a:xfrm>
                <a:off x="7998595" y="304837"/>
                <a:ext cx="26428" cy="23145"/>
              </a:xfrm>
              <a:custGeom>
                <a:avLst/>
                <a:gdLst/>
                <a:ahLst/>
                <a:cxnLst/>
                <a:rect l="l" t="t" r="r" b="b"/>
                <a:pathLst>
                  <a:path w="628" h="550" extrusionOk="0">
                    <a:moveTo>
                      <a:pt x="141" y="1"/>
                    </a:moveTo>
                    <a:lnTo>
                      <a:pt x="0" y="330"/>
                    </a:lnTo>
                    <a:lnTo>
                      <a:pt x="486" y="549"/>
                    </a:lnTo>
                    <a:lnTo>
                      <a:pt x="627" y="220"/>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1"/>
              <p:cNvSpPr/>
              <p:nvPr/>
            </p:nvSpPr>
            <p:spPr>
              <a:xfrm>
                <a:off x="7940563" y="290992"/>
                <a:ext cx="25754" cy="20494"/>
              </a:xfrm>
              <a:custGeom>
                <a:avLst/>
                <a:gdLst/>
                <a:ahLst/>
                <a:cxnLst/>
                <a:rect l="l" t="t" r="r" b="b"/>
                <a:pathLst>
                  <a:path w="612" h="487" extrusionOk="0">
                    <a:moveTo>
                      <a:pt x="94" y="0"/>
                    </a:moveTo>
                    <a:lnTo>
                      <a:pt x="0" y="345"/>
                    </a:lnTo>
                    <a:lnTo>
                      <a:pt x="533" y="486"/>
                    </a:lnTo>
                    <a:lnTo>
                      <a:pt x="611" y="126"/>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1"/>
              <p:cNvSpPr/>
              <p:nvPr/>
            </p:nvSpPr>
            <p:spPr>
              <a:xfrm>
                <a:off x="7868644" y="287036"/>
                <a:ext cx="23145" cy="15192"/>
              </a:xfrm>
              <a:custGeom>
                <a:avLst/>
                <a:gdLst/>
                <a:ahLst/>
                <a:cxnLst/>
                <a:rect l="l" t="t" r="r" b="b"/>
                <a:pathLst>
                  <a:path w="550" h="361" extrusionOk="0">
                    <a:moveTo>
                      <a:pt x="1" y="0"/>
                    </a:moveTo>
                    <a:lnTo>
                      <a:pt x="1" y="361"/>
                    </a:lnTo>
                    <a:lnTo>
                      <a:pt x="549"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1"/>
              <p:cNvSpPr/>
              <p:nvPr/>
            </p:nvSpPr>
            <p:spPr>
              <a:xfrm>
                <a:off x="7802027" y="291665"/>
                <a:ext cx="25754" cy="18474"/>
              </a:xfrm>
              <a:custGeom>
                <a:avLst/>
                <a:gdLst/>
                <a:ahLst/>
                <a:cxnLst/>
                <a:rect l="l" t="t" r="r" b="b"/>
                <a:pathLst>
                  <a:path w="612" h="439" extrusionOk="0">
                    <a:moveTo>
                      <a:pt x="533" y="0"/>
                    </a:moveTo>
                    <a:lnTo>
                      <a:pt x="0" y="94"/>
                    </a:lnTo>
                    <a:lnTo>
                      <a:pt x="79" y="439"/>
                    </a:lnTo>
                    <a:lnTo>
                      <a:pt x="612" y="345"/>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1"/>
              <p:cNvSpPr/>
              <p:nvPr/>
            </p:nvSpPr>
            <p:spPr>
              <a:xfrm>
                <a:off x="7734064" y="305510"/>
                <a:ext cx="27101" cy="21799"/>
              </a:xfrm>
              <a:custGeom>
                <a:avLst/>
                <a:gdLst/>
                <a:ahLst/>
                <a:cxnLst/>
                <a:rect l="l" t="t" r="r" b="b"/>
                <a:pathLst>
                  <a:path w="644" h="518" extrusionOk="0">
                    <a:moveTo>
                      <a:pt x="518" y="0"/>
                    </a:moveTo>
                    <a:lnTo>
                      <a:pt x="1" y="188"/>
                    </a:lnTo>
                    <a:lnTo>
                      <a:pt x="126" y="517"/>
                    </a:lnTo>
                    <a:lnTo>
                      <a:pt x="644" y="329"/>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1"/>
              <p:cNvSpPr/>
              <p:nvPr/>
            </p:nvSpPr>
            <p:spPr>
              <a:xfrm>
                <a:off x="7687268" y="327940"/>
                <a:ext cx="27059" cy="21799"/>
              </a:xfrm>
              <a:custGeom>
                <a:avLst/>
                <a:gdLst/>
                <a:ahLst/>
                <a:cxnLst/>
                <a:rect l="l" t="t" r="r" b="b"/>
                <a:pathLst>
                  <a:path w="643" h="518" extrusionOk="0">
                    <a:moveTo>
                      <a:pt x="502" y="0"/>
                    </a:moveTo>
                    <a:lnTo>
                      <a:pt x="0" y="188"/>
                    </a:lnTo>
                    <a:lnTo>
                      <a:pt x="125" y="517"/>
                    </a:lnTo>
                    <a:lnTo>
                      <a:pt x="643" y="329"/>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1"/>
              <p:cNvSpPr/>
              <p:nvPr/>
            </p:nvSpPr>
            <p:spPr>
              <a:xfrm>
                <a:off x="7646364" y="347719"/>
                <a:ext cx="27059" cy="23103"/>
              </a:xfrm>
              <a:custGeom>
                <a:avLst/>
                <a:gdLst/>
                <a:ahLst/>
                <a:cxnLst/>
                <a:rect l="l" t="t" r="r" b="b"/>
                <a:pathLst>
                  <a:path w="643" h="549" extrusionOk="0">
                    <a:moveTo>
                      <a:pt x="486" y="0"/>
                    </a:moveTo>
                    <a:lnTo>
                      <a:pt x="0" y="235"/>
                    </a:lnTo>
                    <a:lnTo>
                      <a:pt x="157" y="549"/>
                    </a:lnTo>
                    <a:lnTo>
                      <a:pt x="643" y="314"/>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1"/>
              <p:cNvSpPr/>
              <p:nvPr/>
            </p:nvSpPr>
            <p:spPr>
              <a:xfrm>
                <a:off x="7600831" y="376756"/>
                <a:ext cx="27774" cy="24408"/>
              </a:xfrm>
              <a:custGeom>
                <a:avLst/>
                <a:gdLst/>
                <a:ahLst/>
                <a:cxnLst/>
                <a:rect l="l" t="t" r="r" b="b"/>
                <a:pathLst>
                  <a:path w="660" h="580" extrusionOk="0">
                    <a:moveTo>
                      <a:pt x="471" y="0"/>
                    </a:moveTo>
                    <a:lnTo>
                      <a:pt x="1" y="282"/>
                    </a:lnTo>
                    <a:lnTo>
                      <a:pt x="189" y="580"/>
                    </a:lnTo>
                    <a:lnTo>
                      <a:pt x="659" y="298"/>
                    </a:lnTo>
                    <a:lnTo>
                      <a:pt x="4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1"/>
              <p:cNvSpPr/>
              <p:nvPr/>
            </p:nvSpPr>
            <p:spPr>
              <a:xfrm>
                <a:off x="7552015" y="541635"/>
                <a:ext cx="27101" cy="28406"/>
              </a:xfrm>
              <a:custGeom>
                <a:avLst/>
                <a:gdLst/>
                <a:ahLst/>
                <a:cxnLst/>
                <a:rect l="l" t="t" r="r" b="b"/>
                <a:pathLst>
                  <a:path w="644" h="675" extrusionOk="0">
                    <a:moveTo>
                      <a:pt x="314" y="1"/>
                    </a:moveTo>
                    <a:lnTo>
                      <a:pt x="1" y="236"/>
                    </a:lnTo>
                    <a:lnTo>
                      <a:pt x="330" y="675"/>
                    </a:lnTo>
                    <a:lnTo>
                      <a:pt x="643" y="424"/>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1"/>
              <p:cNvSpPr/>
              <p:nvPr/>
            </p:nvSpPr>
            <p:spPr>
              <a:xfrm>
                <a:off x="7532910" y="500100"/>
                <a:ext cx="23103" cy="26428"/>
              </a:xfrm>
              <a:custGeom>
                <a:avLst/>
                <a:gdLst/>
                <a:ahLst/>
                <a:cxnLst/>
                <a:rect l="l" t="t" r="r" b="b"/>
                <a:pathLst>
                  <a:path w="549" h="628" extrusionOk="0">
                    <a:moveTo>
                      <a:pt x="392" y="0"/>
                    </a:moveTo>
                    <a:lnTo>
                      <a:pt x="0" y="110"/>
                    </a:lnTo>
                    <a:lnTo>
                      <a:pt x="157" y="627"/>
                    </a:lnTo>
                    <a:lnTo>
                      <a:pt x="549" y="517"/>
                    </a:lnTo>
                    <a:lnTo>
                      <a:pt x="3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1"/>
              <p:cNvSpPr/>
              <p:nvPr/>
            </p:nvSpPr>
            <p:spPr>
              <a:xfrm>
                <a:off x="7531563" y="455871"/>
                <a:ext cx="25123" cy="27774"/>
              </a:xfrm>
              <a:custGeom>
                <a:avLst/>
                <a:gdLst/>
                <a:ahLst/>
                <a:cxnLst/>
                <a:rect l="l" t="t" r="r" b="b"/>
                <a:pathLst>
                  <a:path w="597" h="660" extrusionOk="0">
                    <a:moveTo>
                      <a:pt x="236" y="1"/>
                    </a:moveTo>
                    <a:lnTo>
                      <a:pt x="1" y="503"/>
                    </a:lnTo>
                    <a:lnTo>
                      <a:pt x="361" y="659"/>
                    </a:lnTo>
                    <a:lnTo>
                      <a:pt x="597" y="173"/>
                    </a:lnTo>
                    <a:lnTo>
                      <a:pt x="2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1"/>
              <p:cNvSpPr/>
              <p:nvPr/>
            </p:nvSpPr>
            <p:spPr>
              <a:xfrm>
                <a:off x="7553362" y="413662"/>
                <a:ext cx="28406" cy="28406"/>
              </a:xfrm>
              <a:custGeom>
                <a:avLst/>
                <a:gdLst/>
                <a:ahLst/>
                <a:cxnLst/>
                <a:rect l="l" t="t" r="r" b="b"/>
                <a:pathLst>
                  <a:path w="675" h="675" extrusionOk="0">
                    <a:moveTo>
                      <a:pt x="376" y="1"/>
                    </a:moveTo>
                    <a:lnTo>
                      <a:pt x="0" y="393"/>
                    </a:lnTo>
                    <a:lnTo>
                      <a:pt x="298" y="675"/>
                    </a:lnTo>
                    <a:lnTo>
                      <a:pt x="674" y="267"/>
                    </a:lnTo>
                    <a:lnTo>
                      <a:pt x="3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31" name="Google Shape;3131;p11"/>
            <p:cNvSpPr/>
            <p:nvPr/>
          </p:nvSpPr>
          <p:spPr>
            <a:xfrm>
              <a:off x="7550711" y="968394"/>
              <a:ext cx="600938" cy="194926"/>
            </a:xfrm>
            <a:custGeom>
              <a:avLst/>
              <a:gdLst/>
              <a:ahLst/>
              <a:cxnLst/>
              <a:rect l="l" t="t" r="r" b="b"/>
              <a:pathLst>
                <a:path w="14280" h="4632" extrusionOk="0">
                  <a:moveTo>
                    <a:pt x="0" y="1"/>
                  </a:moveTo>
                  <a:lnTo>
                    <a:pt x="0" y="1"/>
                  </a:lnTo>
                  <a:cubicBezTo>
                    <a:pt x="941" y="926"/>
                    <a:pt x="2947" y="1992"/>
                    <a:pt x="6302" y="3418"/>
                  </a:cubicBezTo>
                  <a:cubicBezTo>
                    <a:pt x="8147" y="4203"/>
                    <a:pt x="10291" y="4632"/>
                    <a:pt x="11884" y="4632"/>
                  </a:cubicBezTo>
                  <a:cubicBezTo>
                    <a:pt x="13186" y="4632"/>
                    <a:pt x="14118" y="4345"/>
                    <a:pt x="14217" y="3731"/>
                  </a:cubicBezTo>
                  <a:cubicBezTo>
                    <a:pt x="14280" y="3308"/>
                    <a:pt x="13966" y="2619"/>
                    <a:pt x="13465" y="1882"/>
                  </a:cubicBezTo>
                  <a:cubicBezTo>
                    <a:pt x="12511" y="2138"/>
                    <a:pt x="11331" y="2272"/>
                    <a:pt x="10010" y="2272"/>
                  </a:cubicBezTo>
                  <a:cubicBezTo>
                    <a:pt x="8748" y="2272"/>
                    <a:pt x="7357" y="2150"/>
                    <a:pt x="5910" y="1897"/>
                  </a:cubicBezTo>
                  <a:cubicBezTo>
                    <a:pt x="3590" y="1474"/>
                    <a:pt x="1537" y="800"/>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1"/>
            <p:cNvSpPr/>
            <p:nvPr/>
          </p:nvSpPr>
          <p:spPr>
            <a:xfrm>
              <a:off x="7553067" y="399986"/>
              <a:ext cx="392798" cy="259775"/>
            </a:xfrm>
            <a:custGeom>
              <a:avLst/>
              <a:gdLst/>
              <a:ahLst/>
              <a:cxnLst/>
              <a:rect l="l" t="t" r="r" b="b"/>
              <a:pathLst>
                <a:path w="9334" h="6173" extrusionOk="0">
                  <a:moveTo>
                    <a:pt x="2848" y="1"/>
                  </a:moveTo>
                  <a:cubicBezTo>
                    <a:pt x="1753" y="1"/>
                    <a:pt x="0" y="1413"/>
                    <a:pt x="509" y="2865"/>
                  </a:cubicBezTo>
                  <a:cubicBezTo>
                    <a:pt x="838" y="3774"/>
                    <a:pt x="2609" y="4824"/>
                    <a:pt x="4615" y="6172"/>
                  </a:cubicBezTo>
                  <a:cubicBezTo>
                    <a:pt x="6010" y="6016"/>
                    <a:pt x="7515" y="5733"/>
                    <a:pt x="9051" y="5310"/>
                  </a:cubicBezTo>
                  <a:cubicBezTo>
                    <a:pt x="9145" y="5279"/>
                    <a:pt x="9239" y="5263"/>
                    <a:pt x="9333" y="5232"/>
                  </a:cubicBezTo>
                  <a:cubicBezTo>
                    <a:pt x="6716" y="2677"/>
                    <a:pt x="3769" y="200"/>
                    <a:pt x="3095" y="28"/>
                  </a:cubicBezTo>
                  <a:cubicBezTo>
                    <a:pt x="3018" y="10"/>
                    <a:pt x="2935" y="1"/>
                    <a:pt x="2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1"/>
            <p:cNvSpPr/>
            <p:nvPr/>
          </p:nvSpPr>
          <p:spPr>
            <a:xfrm>
              <a:off x="7701282" y="337956"/>
              <a:ext cx="393640" cy="275640"/>
            </a:xfrm>
            <a:custGeom>
              <a:avLst/>
              <a:gdLst/>
              <a:ahLst/>
              <a:cxnLst/>
              <a:rect l="l" t="t" r="r" b="b"/>
              <a:pathLst>
                <a:path w="9354" h="6550" extrusionOk="0">
                  <a:moveTo>
                    <a:pt x="2885" y="1"/>
                  </a:moveTo>
                  <a:cubicBezTo>
                    <a:pt x="1554" y="1"/>
                    <a:pt x="0" y="460"/>
                    <a:pt x="482" y="1424"/>
                  </a:cubicBezTo>
                  <a:cubicBezTo>
                    <a:pt x="827" y="2098"/>
                    <a:pt x="3539" y="3681"/>
                    <a:pt x="6062" y="6236"/>
                  </a:cubicBezTo>
                  <a:cubicBezTo>
                    <a:pt x="6156" y="6330"/>
                    <a:pt x="6266" y="6439"/>
                    <a:pt x="6360" y="6549"/>
                  </a:cubicBezTo>
                  <a:cubicBezTo>
                    <a:pt x="7426" y="6236"/>
                    <a:pt x="8429" y="5875"/>
                    <a:pt x="9354" y="5499"/>
                  </a:cubicBezTo>
                  <a:cubicBezTo>
                    <a:pt x="7269" y="3007"/>
                    <a:pt x="4824" y="499"/>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1"/>
            <p:cNvSpPr/>
            <p:nvPr/>
          </p:nvSpPr>
          <p:spPr>
            <a:xfrm>
              <a:off x="7905761" y="325542"/>
              <a:ext cx="300637" cy="235914"/>
            </a:xfrm>
            <a:custGeom>
              <a:avLst/>
              <a:gdLst/>
              <a:ahLst/>
              <a:cxnLst/>
              <a:rect l="l" t="t" r="r" b="b"/>
              <a:pathLst>
                <a:path w="7144" h="5606" extrusionOk="0">
                  <a:moveTo>
                    <a:pt x="717" y="1"/>
                  </a:moveTo>
                  <a:cubicBezTo>
                    <a:pt x="265" y="1"/>
                    <a:pt x="0" y="143"/>
                    <a:pt x="153" y="527"/>
                  </a:cubicBezTo>
                  <a:cubicBezTo>
                    <a:pt x="372" y="1107"/>
                    <a:pt x="3053" y="3364"/>
                    <a:pt x="4902" y="5606"/>
                  </a:cubicBezTo>
                  <a:cubicBezTo>
                    <a:pt x="5717" y="5261"/>
                    <a:pt x="6470" y="4885"/>
                    <a:pt x="7144" y="4493"/>
                  </a:cubicBezTo>
                  <a:cubicBezTo>
                    <a:pt x="5733" y="2565"/>
                    <a:pt x="4275" y="1170"/>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1"/>
            <p:cNvSpPr/>
            <p:nvPr/>
          </p:nvSpPr>
          <p:spPr>
            <a:xfrm>
              <a:off x="8154931" y="905733"/>
              <a:ext cx="186047" cy="187393"/>
            </a:xfrm>
            <a:custGeom>
              <a:avLst/>
              <a:gdLst/>
              <a:ahLst/>
              <a:cxnLst/>
              <a:rect l="l" t="t" r="r" b="b"/>
              <a:pathLst>
                <a:path w="4421" h="4453" extrusionOk="0">
                  <a:moveTo>
                    <a:pt x="4420" y="1"/>
                  </a:moveTo>
                  <a:cubicBezTo>
                    <a:pt x="3684" y="847"/>
                    <a:pt x="2524" y="1741"/>
                    <a:pt x="1129" y="2446"/>
                  </a:cubicBezTo>
                  <a:cubicBezTo>
                    <a:pt x="753" y="2650"/>
                    <a:pt x="361" y="2807"/>
                    <a:pt x="0" y="2963"/>
                  </a:cubicBezTo>
                  <a:cubicBezTo>
                    <a:pt x="502" y="3763"/>
                    <a:pt x="1050" y="4452"/>
                    <a:pt x="1254" y="4452"/>
                  </a:cubicBezTo>
                  <a:cubicBezTo>
                    <a:pt x="2555" y="4452"/>
                    <a:pt x="3997" y="2023"/>
                    <a:pt x="44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1"/>
            <p:cNvSpPr/>
            <p:nvPr/>
          </p:nvSpPr>
          <p:spPr>
            <a:xfrm>
              <a:off x="7867886" y="911667"/>
              <a:ext cx="167025" cy="56096"/>
            </a:xfrm>
            <a:custGeom>
              <a:avLst/>
              <a:gdLst/>
              <a:ahLst/>
              <a:cxnLst/>
              <a:rect l="l" t="t" r="r" b="b"/>
              <a:pathLst>
                <a:path w="3969" h="1333" extrusionOk="0">
                  <a:moveTo>
                    <a:pt x="1853" y="1"/>
                  </a:moveTo>
                  <a:cubicBezTo>
                    <a:pt x="1367" y="1"/>
                    <a:pt x="435" y="120"/>
                    <a:pt x="254" y="314"/>
                  </a:cubicBezTo>
                  <a:cubicBezTo>
                    <a:pt x="1" y="609"/>
                    <a:pt x="2909" y="1333"/>
                    <a:pt x="3639" y="1333"/>
                  </a:cubicBezTo>
                  <a:cubicBezTo>
                    <a:pt x="3723" y="1333"/>
                    <a:pt x="3778" y="1323"/>
                    <a:pt x="3796" y="1302"/>
                  </a:cubicBezTo>
                  <a:cubicBezTo>
                    <a:pt x="3968" y="1082"/>
                    <a:pt x="2370" y="79"/>
                    <a:pt x="2088" y="17"/>
                  </a:cubicBezTo>
                  <a:cubicBezTo>
                    <a:pt x="2036" y="6"/>
                    <a:pt x="1954" y="1"/>
                    <a:pt x="185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1"/>
            <p:cNvSpPr/>
            <p:nvPr/>
          </p:nvSpPr>
          <p:spPr>
            <a:xfrm>
              <a:off x="7524998" y="903292"/>
              <a:ext cx="275767" cy="58873"/>
            </a:xfrm>
            <a:custGeom>
              <a:avLst/>
              <a:gdLst/>
              <a:ahLst/>
              <a:cxnLst/>
              <a:rect l="l" t="t" r="r" b="b"/>
              <a:pathLst>
                <a:path w="6553" h="1399" extrusionOk="0">
                  <a:moveTo>
                    <a:pt x="1340" y="0"/>
                  </a:moveTo>
                  <a:cubicBezTo>
                    <a:pt x="831" y="0"/>
                    <a:pt x="466" y="22"/>
                    <a:pt x="376" y="75"/>
                  </a:cubicBezTo>
                  <a:cubicBezTo>
                    <a:pt x="0" y="310"/>
                    <a:pt x="894" y="1297"/>
                    <a:pt x="1066" y="1375"/>
                  </a:cubicBezTo>
                  <a:cubicBezTo>
                    <a:pt x="1095" y="1391"/>
                    <a:pt x="1126" y="1399"/>
                    <a:pt x="1160" y="1399"/>
                  </a:cubicBezTo>
                  <a:cubicBezTo>
                    <a:pt x="1462" y="1399"/>
                    <a:pt x="1992" y="835"/>
                    <a:pt x="2978" y="764"/>
                  </a:cubicBezTo>
                  <a:cubicBezTo>
                    <a:pt x="4687" y="654"/>
                    <a:pt x="6552" y="545"/>
                    <a:pt x="6364" y="419"/>
                  </a:cubicBezTo>
                  <a:cubicBezTo>
                    <a:pt x="6101" y="228"/>
                    <a:pt x="2975" y="0"/>
                    <a:pt x="134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1"/>
            <p:cNvSpPr/>
            <p:nvPr/>
          </p:nvSpPr>
          <p:spPr>
            <a:xfrm>
              <a:off x="8118824" y="803262"/>
              <a:ext cx="200397" cy="185710"/>
            </a:xfrm>
            <a:custGeom>
              <a:avLst/>
              <a:gdLst/>
              <a:ahLst/>
              <a:cxnLst/>
              <a:rect l="l" t="t" r="r" b="b"/>
              <a:pathLst>
                <a:path w="4762" h="4413" extrusionOk="0">
                  <a:moveTo>
                    <a:pt x="4533" y="0"/>
                  </a:moveTo>
                  <a:cubicBezTo>
                    <a:pt x="4150" y="0"/>
                    <a:pt x="460" y="2725"/>
                    <a:pt x="231" y="3000"/>
                  </a:cubicBezTo>
                  <a:cubicBezTo>
                    <a:pt x="1" y="3277"/>
                    <a:pt x="313" y="4412"/>
                    <a:pt x="650" y="4412"/>
                  </a:cubicBezTo>
                  <a:cubicBezTo>
                    <a:pt x="657" y="4412"/>
                    <a:pt x="663" y="4412"/>
                    <a:pt x="670" y="4411"/>
                  </a:cubicBezTo>
                  <a:cubicBezTo>
                    <a:pt x="1125" y="4348"/>
                    <a:pt x="1501" y="3188"/>
                    <a:pt x="1673" y="2890"/>
                  </a:cubicBezTo>
                  <a:cubicBezTo>
                    <a:pt x="1830" y="2608"/>
                    <a:pt x="4761" y="163"/>
                    <a:pt x="4557" y="6"/>
                  </a:cubicBezTo>
                  <a:cubicBezTo>
                    <a:pt x="4552" y="2"/>
                    <a:pt x="4544" y="0"/>
                    <a:pt x="4533"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1"/>
            <p:cNvSpPr/>
            <p:nvPr/>
          </p:nvSpPr>
          <p:spPr>
            <a:xfrm>
              <a:off x="7563882" y="406803"/>
              <a:ext cx="149814" cy="136095"/>
            </a:xfrm>
            <a:custGeom>
              <a:avLst/>
              <a:gdLst/>
              <a:ahLst/>
              <a:cxnLst/>
              <a:rect l="l" t="t" r="r" b="b"/>
              <a:pathLst>
                <a:path w="3560" h="3234" extrusionOk="0">
                  <a:moveTo>
                    <a:pt x="2522" y="1"/>
                  </a:moveTo>
                  <a:cubicBezTo>
                    <a:pt x="2146" y="1"/>
                    <a:pt x="1678" y="153"/>
                    <a:pt x="1145" y="634"/>
                  </a:cubicBezTo>
                  <a:cubicBezTo>
                    <a:pt x="1" y="1653"/>
                    <a:pt x="283" y="2750"/>
                    <a:pt x="800" y="3205"/>
                  </a:cubicBezTo>
                  <a:cubicBezTo>
                    <a:pt x="821" y="3224"/>
                    <a:pt x="839" y="3233"/>
                    <a:pt x="854" y="3233"/>
                  </a:cubicBezTo>
                  <a:cubicBezTo>
                    <a:pt x="1035" y="3233"/>
                    <a:pt x="889" y="1939"/>
                    <a:pt x="1757" y="1245"/>
                  </a:cubicBezTo>
                  <a:cubicBezTo>
                    <a:pt x="2587" y="587"/>
                    <a:pt x="3559" y="509"/>
                    <a:pt x="3481" y="415"/>
                  </a:cubicBezTo>
                  <a:cubicBezTo>
                    <a:pt x="3398" y="304"/>
                    <a:pt x="3052" y="1"/>
                    <a:pt x="252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1"/>
            <p:cNvSpPr/>
            <p:nvPr/>
          </p:nvSpPr>
          <p:spPr>
            <a:xfrm>
              <a:off x="7722197" y="344437"/>
              <a:ext cx="178598" cy="61483"/>
            </a:xfrm>
            <a:custGeom>
              <a:avLst/>
              <a:gdLst/>
              <a:ahLst/>
              <a:cxnLst/>
              <a:rect l="l" t="t" r="r" b="b"/>
              <a:pathLst>
                <a:path w="4244" h="1461" extrusionOk="0">
                  <a:moveTo>
                    <a:pt x="2365" y="0"/>
                  </a:moveTo>
                  <a:cubicBezTo>
                    <a:pt x="2106" y="0"/>
                    <a:pt x="1816" y="24"/>
                    <a:pt x="1490" y="78"/>
                  </a:cubicBezTo>
                  <a:cubicBezTo>
                    <a:pt x="1" y="329"/>
                    <a:pt x="16" y="972"/>
                    <a:pt x="346" y="1379"/>
                  </a:cubicBezTo>
                  <a:cubicBezTo>
                    <a:pt x="393" y="1436"/>
                    <a:pt x="452" y="1460"/>
                    <a:pt x="525" y="1460"/>
                  </a:cubicBezTo>
                  <a:cubicBezTo>
                    <a:pt x="819" y="1460"/>
                    <a:pt x="1346" y="1069"/>
                    <a:pt x="2274" y="768"/>
                  </a:cubicBezTo>
                  <a:cubicBezTo>
                    <a:pt x="2606" y="663"/>
                    <a:pt x="2947" y="630"/>
                    <a:pt x="3249" y="630"/>
                  </a:cubicBezTo>
                  <a:cubicBezTo>
                    <a:pt x="3746" y="630"/>
                    <a:pt x="4139" y="718"/>
                    <a:pt x="4222" y="718"/>
                  </a:cubicBezTo>
                  <a:cubicBezTo>
                    <a:pt x="4239" y="718"/>
                    <a:pt x="4243" y="714"/>
                    <a:pt x="4233" y="705"/>
                  </a:cubicBezTo>
                  <a:cubicBezTo>
                    <a:pt x="3839" y="324"/>
                    <a:pt x="3310" y="0"/>
                    <a:pt x="236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1"/>
            <p:cNvSpPr/>
            <p:nvPr/>
          </p:nvSpPr>
          <p:spPr>
            <a:xfrm>
              <a:off x="7919858" y="334842"/>
              <a:ext cx="169130" cy="58958"/>
            </a:xfrm>
            <a:custGeom>
              <a:avLst/>
              <a:gdLst/>
              <a:ahLst/>
              <a:cxnLst/>
              <a:rect l="l" t="t" r="r" b="b"/>
              <a:pathLst>
                <a:path w="4019" h="1401" extrusionOk="0">
                  <a:moveTo>
                    <a:pt x="673" y="1"/>
                  </a:moveTo>
                  <a:cubicBezTo>
                    <a:pt x="1" y="1"/>
                    <a:pt x="106" y="290"/>
                    <a:pt x="382" y="730"/>
                  </a:cubicBezTo>
                  <a:cubicBezTo>
                    <a:pt x="538" y="973"/>
                    <a:pt x="845" y="1029"/>
                    <a:pt x="1246" y="1029"/>
                  </a:cubicBezTo>
                  <a:cubicBezTo>
                    <a:pt x="1491" y="1029"/>
                    <a:pt x="1772" y="1008"/>
                    <a:pt x="2075" y="996"/>
                  </a:cubicBezTo>
                  <a:cubicBezTo>
                    <a:pt x="2081" y="996"/>
                    <a:pt x="2086" y="996"/>
                    <a:pt x="2092" y="996"/>
                  </a:cubicBezTo>
                  <a:cubicBezTo>
                    <a:pt x="2460" y="996"/>
                    <a:pt x="3736" y="1400"/>
                    <a:pt x="3972" y="1400"/>
                  </a:cubicBezTo>
                  <a:cubicBezTo>
                    <a:pt x="4006" y="1400"/>
                    <a:pt x="4019" y="1392"/>
                    <a:pt x="4003" y="1372"/>
                  </a:cubicBezTo>
                  <a:cubicBezTo>
                    <a:pt x="3345" y="526"/>
                    <a:pt x="1934" y="134"/>
                    <a:pt x="1323" y="56"/>
                  </a:cubicBezTo>
                  <a:cubicBezTo>
                    <a:pt x="1053" y="18"/>
                    <a:pt x="839" y="1"/>
                    <a:pt x="67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1"/>
            <p:cNvSpPr/>
            <p:nvPr/>
          </p:nvSpPr>
          <p:spPr>
            <a:xfrm>
              <a:off x="8172732" y="958673"/>
              <a:ext cx="374703" cy="307286"/>
            </a:xfrm>
            <a:custGeom>
              <a:avLst/>
              <a:gdLst/>
              <a:ahLst/>
              <a:cxnLst/>
              <a:rect l="l" t="t" r="r" b="b"/>
              <a:pathLst>
                <a:path w="8904" h="7302" extrusionOk="0">
                  <a:moveTo>
                    <a:pt x="5820" y="1"/>
                  </a:moveTo>
                  <a:cubicBezTo>
                    <a:pt x="4732" y="1"/>
                    <a:pt x="3558" y="4123"/>
                    <a:pt x="0" y="6078"/>
                  </a:cubicBezTo>
                  <a:lnTo>
                    <a:pt x="1019" y="7301"/>
                  </a:lnTo>
                  <a:cubicBezTo>
                    <a:pt x="1019" y="7301"/>
                    <a:pt x="8903" y="4589"/>
                    <a:pt x="6490" y="561"/>
                  </a:cubicBezTo>
                  <a:cubicBezTo>
                    <a:pt x="6257" y="170"/>
                    <a:pt x="6040" y="1"/>
                    <a:pt x="58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1"/>
            <p:cNvSpPr/>
            <p:nvPr/>
          </p:nvSpPr>
          <p:spPr>
            <a:xfrm>
              <a:off x="8400945" y="1002565"/>
              <a:ext cx="52814" cy="45870"/>
            </a:xfrm>
            <a:custGeom>
              <a:avLst/>
              <a:gdLst/>
              <a:ahLst/>
              <a:cxnLst/>
              <a:rect l="l" t="t" r="r" b="b"/>
              <a:pathLst>
                <a:path w="1255" h="1090" extrusionOk="0">
                  <a:moveTo>
                    <a:pt x="638" y="1"/>
                  </a:moveTo>
                  <a:cubicBezTo>
                    <a:pt x="589" y="1"/>
                    <a:pt x="538" y="7"/>
                    <a:pt x="487" y="20"/>
                  </a:cubicBezTo>
                  <a:cubicBezTo>
                    <a:pt x="189" y="114"/>
                    <a:pt x="1" y="411"/>
                    <a:pt x="79" y="694"/>
                  </a:cubicBezTo>
                  <a:cubicBezTo>
                    <a:pt x="144" y="940"/>
                    <a:pt x="370" y="1090"/>
                    <a:pt x="614" y="1090"/>
                  </a:cubicBezTo>
                  <a:cubicBezTo>
                    <a:pt x="665" y="1090"/>
                    <a:pt x="717" y="1083"/>
                    <a:pt x="769" y="1070"/>
                  </a:cubicBezTo>
                  <a:cubicBezTo>
                    <a:pt x="1082" y="991"/>
                    <a:pt x="1255" y="694"/>
                    <a:pt x="1176" y="396"/>
                  </a:cubicBezTo>
                  <a:cubicBezTo>
                    <a:pt x="1111" y="160"/>
                    <a:pt x="892" y="1"/>
                    <a:pt x="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44" name="Google Shape;3144;p11"/>
          <p:cNvGrpSpPr/>
          <p:nvPr/>
        </p:nvGrpSpPr>
        <p:grpSpPr>
          <a:xfrm flipH="1">
            <a:off x="3727017" y="4239896"/>
            <a:ext cx="538970" cy="475799"/>
            <a:chOff x="3503083" y="4268071"/>
            <a:chExt cx="538970" cy="475799"/>
          </a:xfrm>
        </p:grpSpPr>
        <p:sp>
          <p:nvSpPr>
            <p:cNvPr id="3145" name="Google Shape;3145;p11"/>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6" name="Google Shape;3146;p11"/>
            <p:cNvGrpSpPr/>
            <p:nvPr/>
          </p:nvGrpSpPr>
          <p:grpSpPr>
            <a:xfrm>
              <a:off x="3550326" y="4310672"/>
              <a:ext cx="393741" cy="373040"/>
              <a:chOff x="3550326" y="4310672"/>
              <a:chExt cx="393741" cy="373040"/>
            </a:xfrm>
          </p:grpSpPr>
          <p:sp>
            <p:nvSpPr>
              <p:cNvPr id="3147" name="Google Shape;3147;p11"/>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1"/>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1"/>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1"/>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1"/>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1"/>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1"/>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1"/>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1"/>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1"/>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1"/>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1"/>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1"/>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1"/>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1"/>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1"/>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1"/>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1"/>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1"/>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1"/>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1"/>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1"/>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1"/>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1"/>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1"/>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1"/>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1"/>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1"/>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1"/>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1"/>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1"/>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1"/>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11"/>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11"/>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1"/>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1"/>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1"/>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1"/>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1"/>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1"/>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1"/>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1"/>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1"/>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1"/>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1"/>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1"/>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1"/>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1"/>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1"/>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1"/>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1"/>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1"/>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1"/>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1"/>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1"/>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1"/>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1"/>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1"/>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1"/>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1"/>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1"/>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1"/>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1"/>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0" name="Google Shape;3210;p11"/>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1"/>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1"/>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13" name="Google Shape;3213;p11"/>
          <p:cNvGrpSpPr/>
          <p:nvPr/>
        </p:nvGrpSpPr>
        <p:grpSpPr>
          <a:xfrm rot="889676" flipH="1">
            <a:off x="8234069" y="70819"/>
            <a:ext cx="774445" cy="1697916"/>
            <a:chOff x="3350150" y="1475625"/>
            <a:chExt cx="433400" cy="950250"/>
          </a:xfrm>
        </p:grpSpPr>
        <p:sp>
          <p:nvSpPr>
            <p:cNvPr id="3214" name="Google Shape;3214;p11"/>
            <p:cNvSpPr/>
            <p:nvPr/>
          </p:nvSpPr>
          <p:spPr>
            <a:xfrm>
              <a:off x="3357200" y="1475625"/>
              <a:ext cx="367575" cy="50950"/>
            </a:xfrm>
            <a:custGeom>
              <a:avLst/>
              <a:gdLst/>
              <a:ahLst/>
              <a:cxnLst/>
              <a:rect l="l" t="t" r="r" b="b"/>
              <a:pathLst>
                <a:path w="14703" h="2038" extrusionOk="0">
                  <a:moveTo>
                    <a:pt x="7884" y="1"/>
                  </a:moveTo>
                  <a:cubicBezTo>
                    <a:pt x="5350" y="1"/>
                    <a:pt x="2744" y="471"/>
                    <a:pt x="0" y="1724"/>
                  </a:cubicBezTo>
                  <a:lnTo>
                    <a:pt x="63" y="2037"/>
                  </a:lnTo>
                  <a:lnTo>
                    <a:pt x="14703" y="1347"/>
                  </a:lnTo>
                  <a:lnTo>
                    <a:pt x="14703" y="940"/>
                  </a:lnTo>
                  <a:cubicBezTo>
                    <a:pt x="12457" y="394"/>
                    <a:pt x="10201" y="1"/>
                    <a:pt x="78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1"/>
            <p:cNvSpPr/>
            <p:nvPr/>
          </p:nvSpPr>
          <p:spPr>
            <a:xfrm>
              <a:off x="3364650" y="1485425"/>
              <a:ext cx="363650" cy="74450"/>
            </a:xfrm>
            <a:custGeom>
              <a:avLst/>
              <a:gdLst/>
              <a:ahLst/>
              <a:cxnLst/>
              <a:rect l="l" t="t" r="r" b="b"/>
              <a:pathLst>
                <a:path w="14546" h="2978" extrusionOk="0">
                  <a:moveTo>
                    <a:pt x="8348" y="0"/>
                  </a:moveTo>
                  <a:cubicBezTo>
                    <a:pt x="5797" y="0"/>
                    <a:pt x="3335" y="470"/>
                    <a:pt x="0" y="1457"/>
                  </a:cubicBezTo>
                  <a:lnTo>
                    <a:pt x="47" y="2977"/>
                  </a:lnTo>
                  <a:lnTo>
                    <a:pt x="14546" y="2366"/>
                  </a:lnTo>
                  <a:lnTo>
                    <a:pt x="14311" y="705"/>
                  </a:lnTo>
                  <a:cubicBezTo>
                    <a:pt x="12043" y="241"/>
                    <a:pt x="10172" y="0"/>
                    <a:pt x="8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1"/>
            <p:cNvSpPr/>
            <p:nvPr/>
          </p:nvSpPr>
          <p:spPr>
            <a:xfrm>
              <a:off x="3423425" y="2389425"/>
              <a:ext cx="50175" cy="35675"/>
            </a:xfrm>
            <a:custGeom>
              <a:avLst/>
              <a:gdLst/>
              <a:ahLst/>
              <a:cxnLst/>
              <a:rect l="l" t="t" r="r" b="b"/>
              <a:pathLst>
                <a:path w="2007" h="1427" extrusionOk="0">
                  <a:moveTo>
                    <a:pt x="2007" y="0"/>
                  </a:moveTo>
                  <a:lnTo>
                    <a:pt x="0" y="314"/>
                  </a:lnTo>
                  <a:lnTo>
                    <a:pt x="141" y="1395"/>
                  </a:lnTo>
                  <a:lnTo>
                    <a:pt x="1819" y="1426"/>
                  </a:lnTo>
                  <a:lnTo>
                    <a:pt x="2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1"/>
            <p:cNvSpPr/>
            <p:nvPr/>
          </p:nvSpPr>
          <p:spPr>
            <a:xfrm>
              <a:off x="3718875" y="2394500"/>
              <a:ext cx="57625" cy="31375"/>
            </a:xfrm>
            <a:custGeom>
              <a:avLst/>
              <a:gdLst/>
              <a:ahLst/>
              <a:cxnLst/>
              <a:rect l="l" t="t" r="r" b="b"/>
              <a:pathLst>
                <a:path w="2305" h="1255" extrusionOk="0">
                  <a:moveTo>
                    <a:pt x="2305" y="1"/>
                  </a:moveTo>
                  <a:lnTo>
                    <a:pt x="1" y="63"/>
                  </a:lnTo>
                  <a:lnTo>
                    <a:pt x="236" y="1255"/>
                  </a:lnTo>
                  <a:lnTo>
                    <a:pt x="2305" y="1192"/>
                  </a:lnTo>
                  <a:lnTo>
                    <a:pt x="23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1"/>
            <p:cNvSpPr/>
            <p:nvPr/>
          </p:nvSpPr>
          <p:spPr>
            <a:xfrm>
              <a:off x="3350150" y="1505250"/>
              <a:ext cx="433400" cy="908725"/>
            </a:xfrm>
            <a:custGeom>
              <a:avLst/>
              <a:gdLst/>
              <a:ahLst/>
              <a:cxnLst/>
              <a:rect l="l" t="t" r="r" b="b"/>
              <a:pathLst>
                <a:path w="17336" h="36349" extrusionOk="0">
                  <a:moveTo>
                    <a:pt x="9540" y="1"/>
                  </a:moveTo>
                  <a:cubicBezTo>
                    <a:pt x="5192" y="1"/>
                    <a:pt x="1588" y="979"/>
                    <a:pt x="455" y="1260"/>
                  </a:cubicBezTo>
                  <a:cubicBezTo>
                    <a:pt x="235" y="1307"/>
                    <a:pt x="79" y="1495"/>
                    <a:pt x="79" y="1714"/>
                  </a:cubicBezTo>
                  <a:cubicBezTo>
                    <a:pt x="0" y="4583"/>
                    <a:pt x="533" y="14943"/>
                    <a:pt x="988" y="19034"/>
                  </a:cubicBezTo>
                  <a:cubicBezTo>
                    <a:pt x="1285" y="21715"/>
                    <a:pt x="2367" y="32311"/>
                    <a:pt x="2665" y="35822"/>
                  </a:cubicBezTo>
                  <a:cubicBezTo>
                    <a:pt x="2681" y="36088"/>
                    <a:pt x="2900" y="36292"/>
                    <a:pt x="3166" y="36292"/>
                  </a:cubicBezTo>
                  <a:lnTo>
                    <a:pt x="4687" y="36292"/>
                  </a:lnTo>
                  <a:cubicBezTo>
                    <a:pt x="4906" y="36292"/>
                    <a:pt x="5094" y="36104"/>
                    <a:pt x="5110" y="35884"/>
                  </a:cubicBezTo>
                  <a:cubicBezTo>
                    <a:pt x="5361" y="32781"/>
                    <a:pt x="7289" y="12890"/>
                    <a:pt x="7289" y="10178"/>
                  </a:cubicBezTo>
                  <a:cubicBezTo>
                    <a:pt x="7289" y="9849"/>
                    <a:pt x="7640" y="9628"/>
                    <a:pt x="7988" y="9628"/>
                  </a:cubicBezTo>
                  <a:cubicBezTo>
                    <a:pt x="8285" y="9628"/>
                    <a:pt x="8580" y="9789"/>
                    <a:pt x="8652" y="10178"/>
                  </a:cubicBezTo>
                  <a:cubicBezTo>
                    <a:pt x="9060" y="12420"/>
                    <a:pt x="13841" y="32687"/>
                    <a:pt x="14530" y="35869"/>
                  </a:cubicBezTo>
                  <a:cubicBezTo>
                    <a:pt x="14577" y="36119"/>
                    <a:pt x="14781" y="36245"/>
                    <a:pt x="15032" y="36307"/>
                  </a:cubicBezTo>
                  <a:cubicBezTo>
                    <a:pt x="15128" y="36336"/>
                    <a:pt x="15268" y="36349"/>
                    <a:pt x="15431" y="36349"/>
                  </a:cubicBezTo>
                  <a:cubicBezTo>
                    <a:pt x="16067" y="36349"/>
                    <a:pt x="17061" y="36159"/>
                    <a:pt x="17211" y="36010"/>
                  </a:cubicBezTo>
                  <a:cubicBezTo>
                    <a:pt x="17289" y="35931"/>
                    <a:pt x="17336" y="35822"/>
                    <a:pt x="17320" y="35712"/>
                  </a:cubicBezTo>
                  <a:cubicBezTo>
                    <a:pt x="17242" y="31182"/>
                    <a:pt x="16035" y="13157"/>
                    <a:pt x="16035" y="11072"/>
                  </a:cubicBezTo>
                  <a:cubicBezTo>
                    <a:pt x="16035" y="5116"/>
                    <a:pt x="15627" y="2404"/>
                    <a:pt x="15486" y="1119"/>
                  </a:cubicBezTo>
                  <a:cubicBezTo>
                    <a:pt x="15455" y="852"/>
                    <a:pt x="15236" y="633"/>
                    <a:pt x="14969" y="570"/>
                  </a:cubicBezTo>
                  <a:cubicBezTo>
                    <a:pt x="13114" y="155"/>
                    <a:pt x="11268" y="1"/>
                    <a:pt x="9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1"/>
            <p:cNvSpPr/>
            <p:nvPr/>
          </p:nvSpPr>
          <p:spPr>
            <a:xfrm>
              <a:off x="3365425" y="1532800"/>
              <a:ext cx="70175" cy="879750"/>
            </a:xfrm>
            <a:custGeom>
              <a:avLst/>
              <a:gdLst/>
              <a:ahLst/>
              <a:cxnLst/>
              <a:rect l="l" t="t" r="r" b="b"/>
              <a:pathLst>
                <a:path w="2807" h="35190" extrusionOk="0">
                  <a:moveTo>
                    <a:pt x="424" y="1"/>
                  </a:moveTo>
                  <a:cubicBezTo>
                    <a:pt x="267" y="48"/>
                    <a:pt x="126" y="79"/>
                    <a:pt x="0" y="111"/>
                  </a:cubicBezTo>
                  <a:lnTo>
                    <a:pt x="2477" y="35174"/>
                  </a:lnTo>
                  <a:cubicBezTo>
                    <a:pt x="2508" y="35174"/>
                    <a:pt x="2540" y="35190"/>
                    <a:pt x="2555" y="35190"/>
                  </a:cubicBezTo>
                  <a:lnTo>
                    <a:pt x="2806" y="35190"/>
                  </a:ln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1"/>
            <p:cNvSpPr/>
            <p:nvPr/>
          </p:nvSpPr>
          <p:spPr>
            <a:xfrm>
              <a:off x="3408525" y="1523025"/>
              <a:ext cx="59975" cy="889525"/>
            </a:xfrm>
            <a:custGeom>
              <a:avLst/>
              <a:gdLst/>
              <a:ahLst/>
              <a:cxnLst/>
              <a:rect l="l" t="t" r="r" b="b"/>
              <a:pathLst>
                <a:path w="2399" h="35581" extrusionOk="0">
                  <a:moveTo>
                    <a:pt x="440" y="0"/>
                  </a:moveTo>
                  <a:cubicBezTo>
                    <a:pt x="283" y="31"/>
                    <a:pt x="142" y="63"/>
                    <a:pt x="1" y="94"/>
                  </a:cubicBezTo>
                  <a:lnTo>
                    <a:pt x="2070" y="35581"/>
                  </a:lnTo>
                  <a:lnTo>
                    <a:pt x="2352" y="35581"/>
                  </a:lnTo>
                  <a:cubicBezTo>
                    <a:pt x="2367" y="35581"/>
                    <a:pt x="2383" y="35565"/>
                    <a:pt x="2399" y="35565"/>
                  </a:cubicBezTo>
                  <a:lnTo>
                    <a:pt x="440"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1"/>
            <p:cNvSpPr/>
            <p:nvPr/>
          </p:nvSpPr>
          <p:spPr>
            <a:xfrm>
              <a:off x="3466525" y="1513225"/>
              <a:ext cx="23525" cy="832325"/>
            </a:xfrm>
            <a:custGeom>
              <a:avLst/>
              <a:gdLst/>
              <a:ahLst/>
              <a:cxnLst/>
              <a:rect l="l" t="t" r="r" b="b"/>
              <a:pathLst>
                <a:path w="941" h="33293" extrusionOk="0">
                  <a:moveTo>
                    <a:pt x="439" y="0"/>
                  </a:moveTo>
                  <a:cubicBezTo>
                    <a:pt x="298" y="16"/>
                    <a:pt x="142" y="32"/>
                    <a:pt x="0" y="63"/>
                  </a:cubicBezTo>
                  <a:lnTo>
                    <a:pt x="659" y="33293"/>
                  </a:lnTo>
                  <a:cubicBezTo>
                    <a:pt x="737" y="32430"/>
                    <a:pt x="831" y="31396"/>
                    <a:pt x="941" y="30236"/>
                  </a:cubicBezTo>
                  <a:lnTo>
                    <a:pt x="439"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1"/>
            <p:cNvSpPr/>
            <p:nvPr/>
          </p:nvSpPr>
          <p:spPr>
            <a:xfrm>
              <a:off x="3502575" y="1508900"/>
              <a:ext cx="18050" cy="509050"/>
            </a:xfrm>
            <a:custGeom>
              <a:avLst/>
              <a:gdLst/>
              <a:ahLst/>
              <a:cxnLst/>
              <a:rect l="l" t="t" r="r" b="b"/>
              <a:pathLst>
                <a:path w="722" h="20362" extrusionOk="0">
                  <a:moveTo>
                    <a:pt x="439" y="1"/>
                  </a:moveTo>
                  <a:cubicBezTo>
                    <a:pt x="298" y="16"/>
                    <a:pt x="142" y="32"/>
                    <a:pt x="1" y="48"/>
                  </a:cubicBezTo>
                  <a:lnTo>
                    <a:pt x="408" y="20362"/>
                  </a:lnTo>
                  <a:cubicBezTo>
                    <a:pt x="518" y="19108"/>
                    <a:pt x="627" y="17870"/>
                    <a:pt x="722" y="16725"/>
                  </a:cubicBezTo>
                  <a:lnTo>
                    <a:pt x="439"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1"/>
            <p:cNvSpPr/>
            <p:nvPr/>
          </p:nvSpPr>
          <p:spPr>
            <a:xfrm>
              <a:off x="3542925" y="1506175"/>
              <a:ext cx="21975" cy="248850"/>
            </a:xfrm>
            <a:custGeom>
              <a:avLst/>
              <a:gdLst/>
              <a:ahLst/>
              <a:cxnLst/>
              <a:rect l="l" t="t" r="r" b="b"/>
              <a:pathLst>
                <a:path w="879" h="9954" extrusionOk="0">
                  <a:moveTo>
                    <a:pt x="456" y="0"/>
                  </a:moveTo>
                  <a:cubicBezTo>
                    <a:pt x="299" y="0"/>
                    <a:pt x="158" y="0"/>
                    <a:pt x="1" y="16"/>
                  </a:cubicBezTo>
                  <a:lnTo>
                    <a:pt x="456" y="9608"/>
                  </a:lnTo>
                  <a:cubicBezTo>
                    <a:pt x="628" y="9655"/>
                    <a:pt x="785" y="9765"/>
                    <a:pt x="879" y="9953"/>
                  </a:cubicBezTo>
                  <a:lnTo>
                    <a:pt x="456"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1"/>
            <p:cNvSpPr/>
            <p:nvPr/>
          </p:nvSpPr>
          <p:spPr>
            <a:xfrm>
              <a:off x="3588775" y="1505000"/>
              <a:ext cx="46275" cy="557625"/>
            </a:xfrm>
            <a:custGeom>
              <a:avLst/>
              <a:gdLst/>
              <a:ahLst/>
              <a:cxnLst/>
              <a:rect l="l" t="t" r="r" b="b"/>
              <a:pathLst>
                <a:path w="1851" h="22305" extrusionOk="0">
                  <a:moveTo>
                    <a:pt x="1" y="0"/>
                  </a:moveTo>
                  <a:lnTo>
                    <a:pt x="1333" y="20079"/>
                  </a:lnTo>
                  <a:cubicBezTo>
                    <a:pt x="1506" y="20816"/>
                    <a:pt x="1678" y="21568"/>
                    <a:pt x="1850" y="22305"/>
                  </a:cubicBezTo>
                  <a:lnTo>
                    <a:pt x="440" y="16"/>
                  </a:lnTo>
                  <a:cubicBezTo>
                    <a:pt x="299" y="16"/>
                    <a:pt x="142" y="0"/>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1"/>
            <p:cNvSpPr/>
            <p:nvPr/>
          </p:nvSpPr>
          <p:spPr>
            <a:xfrm>
              <a:off x="3626800" y="1506175"/>
              <a:ext cx="80350" cy="867975"/>
            </a:xfrm>
            <a:custGeom>
              <a:avLst/>
              <a:gdLst/>
              <a:ahLst/>
              <a:cxnLst/>
              <a:rect l="l" t="t" r="r" b="b"/>
              <a:pathLst>
                <a:path w="3214" h="34719" extrusionOk="0">
                  <a:moveTo>
                    <a:pt x="0" y="0"/>
                  </a:moveTo>
                  <a:lnTo>
                    <a:pt x="2712" y="32509"/>
                  </a:lnTo>
                  <a:cubicBezTo>
                    <a:pt x="2900" y="33371"/>
                    <a:pt x="3072" y="34123"/>
                    <a:pt x="3213" y="34719"/>
                  </a:cubicBezTo>
                  <a:lnTo>
                    <a:pt x="455" y="31"/>
                  </a:lnTo>
                  <a:cubicBezTo>
                    <a:pt x="298" y="16"/>
                    <a:pt x="157"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1"/>
            <p:cNvSpPr/>
            <p:nvPr/>
          </p:nvSpPr>
          <p:spPr>
            <a:xfrm>
              <a:off x="3674200" y="1510475"/>
              <a:ext cx="73300" cy="903650"/>
            </a:xfrm>
            <a:custGeom>
              <a:avLst/>
              <a:gdLst/>
              <a:ahLst/>
              <a:cxnLst/>
              <a:rect l="l" t="t" r="r" b="b"/>
              <a:pathLst>
                <a:path w="2932" h="36146" extrusionOk="0">
                  <a:moveTo>
                    <a:pt x="1" y="1"/>
                  </a:moveTo>
                  <a:lnTo>
                    <a:pt x="2618" y="36146"/>
                  </a:lnTo>
                  <a:cubicBezTo>
                    <a:pt x="2728" y="36130"/>
                    <a:pt x="2822" y="36130"/>
                    <a:pt x="2932" y="36114"/>
                  </a:cubicBezTo>
                  <a:lnTo>
                    <a:pt x="440" y="79"/>
                  </a:lnTo>
                  <a:cubicBezTo>
                    <a:pt x="299" y="48"/>
                    <a:pt x="142" y="32"/>
                    <a:pt x="1"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1"/>
            <p:cNvSpPr/>
            <p:nvPr/>
          </p:nvSpPr>
          <p:spPr>
            <a:xfrm>
              <a:off x="3716150" y="1517925"/>
              <a:ext cx="59575" cy="892275"/>
            </a:xfrm>
            <a:custGeom>
              <a:avLst/>
              <a:gdLst/>
              <a:ahLst/>
              <a:cxnLst/>
              <a:rect l="l" t="t" r="r" b="b"/>
              <a:pathLst>
                <a:path w="2383" h="35691" extrusionOk="0">
                  <a:moveTo>
                    <a:pt x="0" y="0"/>
                  </a:moveTo>
                  <a:lnTo>
                    <a:pt x="2069" y="35691"/>
                  </a:lnTo>
                  <a:cubicBezTo>
                    <a:pt x="2179" y="35659"/>
                    <a:pt x="2288" y="35628"/>
                    <a:pt x="2383" y="35597"/>
                  </a:cubicBezTo>
                  <a:lnTo>
                    <a:pt x="455" y="110"/>
                  </a:lnTo>
                  <a:cubicBezTo>
                    <a:pt x="408" y="94"/>
                    <a:pt x="376" y="79"/>
                    <a:pt x="329" y="63"/>
                  </a:cubicBezTo>
                  <a:cubicBezTo>
                    <a:pt x="219" y="32"/>
                    <a:pt x="110"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1"/>
            <p:cNvSpPr/>
            <p:nvPr/>
          </p:nvSpPr>
          <p:spPr>
            <a:xfrm>
              <a:off x="3465750" y="1723650"/>
              <a:ext cx="282925" cy="690375"/>
            </a:xfrm>
            <a:custGeom>
              <a:avLst/>
              <a:gdLst/>
              <a:ahLst/>
              <a:cxnLst/>
              <a:rect l="l" t="t" r="r" b="b"/>
              <a:pathLst>
                <a:path w="11317" h="27615" extrusionOk="0">
                  <a:moveTo>
                    <a:pt x="5706" y="0"/>
                  </a:moveTo>
                  <a:cubicBezTo>
                    <a:pt x="5705" y="0"/>
                    <a:pt x="4260" y="344"/>
                    <a:pt x="2737" y="344"/>
                  </a:cubicBezTo>
                  <a:cubicBezTo>
                    <a:pt x="2229" y="344"/>
                    <a:pt x="1713" y="306"/>
                    <a:pt x="1238" y="204"/>
                  </a:cubicBezTo>
                  <a:cubicBezTo>
                    <a:pt x="1235" y="204"/>
                    <a:pt x="1232" y="203"/>
                    <a:pt x="1230" y="203"/>
                  </a:cubicBezTo>
                  <a:cubicBezTo>
                    <a:pt x="1112" y="203"/>
                    <a:pt x="2272" y="975"/>
                    <a:pt x="2210" y="1129"/>
                  </a:cubicBezTo>
                  <a:cubicBezTo>
                    <a:pt x="1897" y="1772"/>
                    <a:pt x="1474" y="8809"/>
                    <a:pt x="0" y="27556"/>
                  </a:cubicBezTo>
                  <a:lnTo>
                    <a:pt x="63" y="27556"/>
                  </a:lnTo>
                  <a:cubicBezTo>
                    <a:pt x="282" y="27556"/>
                    <a:pt x="470" y="27368"/>
                    <a:pt x="486" y="27148"/>
                  </a:cubicBezTo>
                  <a:cubicBezTo>
                    <a:pt x="737" y="24045"/>
                    <a:pt x="2665" y="4154"/>
                    <a:pt x="2665" y="1442"/>
                  </a:cubicBezTo>
                  <a:cubicBezTo>
                    <a:pt x="2665" y="1113"/>
                    <a:pt x="3016" y="892"/>
                    <a:pt x="3364" y="892"/>
                  </a:cubicBezTo>
                  <a:cubicBezTo>
                    <a:pt x="3661" y="892"/>
                    <a:pt x="3956" y="1053"/>
                    <a:pt x="4028" y="1442"/>
                  </a:cubicBezTo>
                  <a:cubicBezTo>
                    <a:pt x="4436" y="3684"/>
                    <a:pt x="9217" y="23951"/>
                    <a:pt x="9906" y="27133"/>
                  </a:cubicBezTo>
                  <a:cubicBezTo>
                    <a:pt x="9953" y="27383"/>
                    <a:pt x="10157" y="27509"/>
                    <a:pt x="10408" y="27571"/>
                  </a:cubicBezTo>
                  <a:cubicBezTo>
                    <a:pt x="10502" y="27603"/>
                    <a:pt x="10639" y="27615"/>
                    <a:pt x="10798" y="27615"/>
                  </a:cubicBezTo>
                  <a:cubicBezTo>
                    <a:pt x="10956" y="27615"/>
                    <a:pt x="11137" y="27603"/>
                    <a:pt x="11317" y="27587"/>
                  </a:cubicBezTo>
                  <a:cubicBezTo>
                    <a:pt x="9608" y="25785"/>
                    <a:pt x="5815" y="5439"/>
                    <a:pt x="4499" y="1160"/>
                  </a:cubicBezTo>
                  <a:cubicBezTo>
                    <a:pt x="4483" y="1082"/>
                    <a:pt x="5768" y="47"/>
                    <a:pt x="57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1"/>
            <p:cNvSpPr/>
            <p:nvPr/>
          </p:nvSpPr>
          <p:spPr>
            <a:xfrm>
              <a:off x="3665975" y="1489700"/>
              <a:ext cx="10225" cy="31000"/>
            </a:xfrm>
            <a:custGeom>
              <a:avLst/>
              <a:gdLst/>
              <a:ahLst/>
              <a:cxnLst/>
              <a:rect l="l" t="t" r="r" b="b"/>
              <a:pathLst>
                <a:path w="409" h="1240" extrusionOk="0">
                  <a:moveTo>
                    <a:pt x="16" y="1"/>
                  </a:moveTo>
                  <a:lnTo>
                    <a:pt x="1" y="1239"/>
                  </a:lnTo>
                  <a:lnTo>
                    <a:pt x="393" y="1239"/>
                  </a:lnTo>
                  <a:lnTo>
                    <a:pt x="408" y="16"/>
                  </a:lnTo>
                  <a:lnTo>
                    <a:pt x="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11"/>
            <p:cNvSpPr/>
            <p:nvPr/>
          </p:nvSpPr>
          <p:spPr>
            <a:xfrm>
              <a:off x="3717325" y="1499900"/>
              <a:ext cx="10200" cy="30575"/>
            </a:xfrm>
            <a:custGeom>
              <a:avLst/>
              <a:gdLst/>
              <a:ahLst/>
              <a:cxnLst/>
              <a:rect l="l" t="t" r="r" b="b"/>
              <a:pathLst>
                <a:path w="408" h="1223" extrusionOk="0">
                  <a:moveTo>
                    <a:pt x="16" y="0"/>
                  </a:moveTo>
                  <a:lnTo>
                    <a:pt x="0" y="1223"/>
                  </a:lnTo>
                  <a:lnTo>
                    <a:pt x="392" y="1223"/>
                  </a:lnTo>
                  <a:lnTo>
                    <a:pt x="4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11"/>
            <p:cNvSpPr/>
            <p:nvPr/>
          </p:nvSpPr>
          <p:spPr>
            <a:xfrm>
              <a:off x="3594650" y="1481475"/>
              <a:ext cx="10625" cy="30975"/>
            </a:xfrm>
            <a:custGeom>
              <a:avLst/>
              <a:gdLst/>
              <a:ahLst/>
              <a:cxnLst/>
              <a:rect l="l" t="t" r="r" b="b"/>
              <a:pathLst>
                <a:path w="425" h="1239" extrusionOk="0">
                  <a:moveTo>
                    <a:pt x="32" y="1"/>
                  </a:moveTo>
                  <a:lnTo>
                    <a:pt x="1" y="1223"/>
                  </a:lnTo>
                  <a:lnTo>
                    <a:pt x="393" y="1239"/>
                  </a:lnTo>
                  <a:lnTo>
                    <a:pt x="424" y="16"/>
                  </a:lnTo>
                  <a:lnTo>
                    <a:pt x="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11"/>
            <p:cNvSpPr/>
            <p:nvPr/>
          </p:nvSpPr>
          <p:spPr>
            <a:xfrm>
              <a:off x="3479850" y="1487350"/>
              <a:ext cx="12950" cy="31775"/>
            </a:xfrm>
            <a:custGeom>
              <a:avLst/>
              <a:gdLst/>
              <a:ahLst/>
              <a:cxnLst/>
              <a:rect l="l" t="t" r="r" b="b"/>
              <a:pathLst>
                <a:path w="518" h="1271" extrusionOk="0">
                  <a:moveTo>
                    <a:pt x="392" y="1"/>
                  </a:moveTo>
                  <a:lnTo>
                    <a:pt x="0" y="48"/>
                  </a:lnTo>
                  <a:lnTo>
                    <a:pt x="126" y="1270"/>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1"/>
            <p:cNvSpPr/>
            <p:nvPr/>
          </p:nvSpPr>
          <p:spPr>
            <a:xfrm>
              <a:off x="3432825" y="1495575"/>
              <a:ext cx="12950" cy="31375"/>
            </a:xfrm>
            <a:custGeom>
              <a:avLst/>
              <a:gdLst/>
              <a:ahLst/>
              <a:cxnLst/>
              <a:rect l="l" t="t" r="r" b="b"/>
              <a:pathLst>
                <a:path w="518" h="1255" extrusionOk="0">
                  <a:moveTo>
                    <a:pt x="392" y="1"/>
                  </a:moveTo>
                  <a:lnTo>
                    <a:pt x="0" y="48"/>
                  </a:lnTo>
                  <a:lnTo>
                    <a:pt x="126" y="1255"/>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1"/>
            <p:cNvSpPr/>
            <p:nvPr/>
          </p:nvSpPr>
          <p:spPr>
            <a:xfrm>
              <a:off x="3391275" y="1505775"/>
              <a:ext cx="13350" cy="31775"/>
            </a:xfrm>
            <a:custGeom>
              <a:avLst/>
              <a:gdLst/>
              <a:ahLst/>
              <a:cxnLst/>
              <a:rect l="l" t="t" r="r" b="b"/>
              <a:pathLst>
                <a:path w="534" h="1271" extrusionOk="0">
                  <a:moveTo>
                    <a:pt x="393" y="0"/>
                  </a:moveTo>
                  <a:lnTo>
                    <a:pt x="1" y="47"/>
                  </a:lnTo>
                  <a:lnTo>
                    <a:pt x="126" y="1270"/>
                  </a:lnTo>
                  <a:lnTo>
                    <a:pt x="534" y="1223"/>
                  </a:lnTo>
                  <a:lnTo>
                    <a:pt x="3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1"/>
            <p:cNvSpPr/>
            <p:nvPr/>
          </p:nvSpPr>
          <p:spPr>
            <a:xfrm>
              <a:off x="3497100" y="1479125"/>
              <a:ext cx="72125" cy="45475"/>
            </a:xfrm>
            <a:custGeom>
              <a:avLst/>
              <a:gdLst/>
              <a:ahLst/>
              <a:cxnLst/>
              <a:rect l="l" t="t" r="r" b="b"/>
              <a:pathLst>
                <a:path w="2885" h="1819" extrusionOk="0">
                  <a:moveTo>
                    <a:pt x="2571" y="1"/>
                  </a:moveTo>
                  <a:lnTo>
                    <a:pt x="345" y="142"/>
                  </a:lnTo>
                  <a:lnTo>
                    <a:pt x="0" y="1819"/>
                  </a:lnTo>
                  <a:lnTo>
                    <a:pt x="2884" y="1599"/>
                  </a:lnTo>
                  <a:lnTo>
                    <a:pt x="257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1"/>
            <p:cNvSpPr/>
            <p:nvPr/>
          </p:nvSpPr>
          <p:spPr>
            <a:xfrm>
              <a:off x="3503750" y="1478350"/>
              <a:ext cx="57225" cy="34900"/>
            </a:xfrm>
            <a:custGeom>
              <a:avLst/>
              <a:gdLst/>
              <a:ahLst/>
              <a:cxnLst/>
              <a:rect l="l" t="t" r="r" b="b"/>
              <a:pathLst>
                <a:path w="2289" h="1396" extrusionOk="0">
                  <a:moveTo>
                    <a:pt x="2258" y="0"/>
                  </a:moveTo>
                  <a:lnTo>
                    <a:pt x="1" y="141"/>
                  </a:lnTo>
                  <a:lnTo>
                    <a:pt x="32" y="1395"/>
                  </a:lnTo>
                  <a:lnTo>
                    <a:pt x="2289" y="1254"/>
                  </a:lnTo>
                  <a:lnTo>
                    <a:pt x="2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1"/>
            <p:cNvSpPr/>
            <p:nvPr/>
          </p:nvSpPr>
          <p:spPr>
            <a:xfrm>
              <a:off x="3363075" y="1563775"/>
              <a:ext cx="36850" cy="107375"/>
            </a:xfrm>
            <a:custGeom>
              <a:avLst/>
              <a:gdLst/>
              <a:ahLst/>
              <a:cxnLst/>
              <a:rect l="l" t="t" r="r" b="b"/>
              <a:pathLst>
                <a:path w="1474" h="4295" extrusionOk="0">
                  <a:moveTo>
                    <a:pt x="1066" y="0"/>
                  </a:moveTo>
                  <a:lnTo>
                    <a:pt x="0" y="4295"/>
                  </a:lnTo>
                  <a:lnTo>
                    <a:pt x="1474" y="909"/>
                  </a:lnTo>
                  <a:lnTo>
                    <a:pt x="106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1"/>
            <p:cNvSpPr/>
            <p:nvPr/>
          </p:nvSpPr>
          <p:spPr>
            <a:xfrm>
              <a:off x="3691050" y="1571225"/>
              <a:ext cx="42750" cy="87800"/>
            </a:xfrm>
            <a:custGeom>
              <a:avLst/>
              <a:gdLst/>
              <a:ahLst/>
              <a:cxnLst/>
              <a:rect l="l" t="t" r="r" b="b"/>
              <a:pathLst>
                <a:path w="1710" h="3512" extrusionOk="0">
                  <a:moveTo>
                    <a:pt x="1" y="0"/>
                  </a:moveTo>
                  <a:lnTo>
                    <a:pt x="1709" y="3511"/>
                  </a:lnTo>
                  <a:lnTo>
                    <a:pt x="832" y="345"/>
                  </a:lnTo>
                  <a:lnTo>
                    <a:pt x="1"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1"/>
            <p:cNvSpPr/>
            <p:nvPr/>
          </p:nvSpPr>
          <p:spPr>
            <a:xfrm>
              <a:off x="3735350" y="1686800"/>
              <a:ext cx="35675" cy="466750"/>
            </a:xfrm>
            <a:custGeom>
              <a:avLst/>
              <a:gdLst/>
              <a:ahLst/>
              <a:cxnLst/>
              <a:rect l="l" t="t" r="r" b="b"/>
              <a:pathLst>
                <a:path w="1427" h="18670" extrusionOk="0">
                  <a:moveTo>
                    <a:pt x="549" y="1"/>
                  </a:moveTo>
                  <a:cubicBezTo>
                    <a:pt x="549" y="1"/>
                    <a:pt x="110" y="8026"/>
                    <a:pt x="47" y="10832"/>
                  </a:cubicBezTo>
                  <a:cubicBezTo>
                    <a:pt x="0" y="13622"/>
                    <a:pt x="1254" y="16961"/>
                    <a:pt x="1426" y="18669"/>
                  </a:cubicBezTo>
                  <a:lnTo>
                    <a:pt x="799" y="7384"/>
                  </a:lnTo>
                  <a:lnTo>
                    <a:pt x="549"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0" name="Google Shape;3240;p11"/>
          <p:cNvGrpSpPr/>
          <p:nvPr/>
        </p:nvGrpSpPr>
        <p:grpSpPr>
          <a:xfrm rot="1494312" flipH="1">
            <a:off x="976067" y="3348468"/>
            <a:ext cx="660557" cy="860538"/>
            <a:chOff x="1648300" y="568850"/>
            <a:chExt cx="505125" cy="658050"/>
          </a:xfrm>
        </p:grpSpPr>
        <p:sp>
          <p:nvSpPr>
            <p:cNvPr id="3241" name="Google Shape;3241;p11"/>
            <p:cNvSpPr/>
            <p:nvPr/>
          </p:nvSpPr>
          <p:spPr>
            <a:xfrm>
              <a:off x="1819550" y="1144475"/>
              <a:ext cx="156775" cy="82425"/>
            </a:xfrm>
            <a:custGeom>
              <a:avLst/>
              <a:gdLst/>
              <a:ahLst/>
              <a:cxnLst/>
              <a:rect l="l" t="t" r="r" b="b"/>
              <a:pathLst>
                <a:path w="6271" h="3297" extrusionOk="0">
                  <a:moveTo>
                    <a:pt x="0" y="1"/>
                  </a:moveTo>
                  <a:lnTo>
                    <a:pt x="768" y="2650"/>
                  </a:lnTo>
                  <a:cubicBezTo>
                    <a:pt x="894" y="3089"/>
                    <a:pt x="2018" y="3296"/>
                    <a:pt x="3141" y="3296"/>
                  </a:cubicBezTo>
                  <a:cubicBezTo>
                    <a:pt x="4264" y="3296"/>
                    <a:pt x="5384" y="3089"/>
                    <a:pt x="5502" y="2697"/>
                  </a:cubicBezTo>
                  <a:lnTo>
                    <a:pt x="6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1"/>
            <p:cNvSpPr/>
            <p:nvPr/>
          </p:nvSpPr>
          <p:spPr>
            <a:xfrm>
              <a:off x="1704725" y="757725"/>
              <a:ext cx="396600" cy="243750"/>
            </a:xfrm>
            <a:custGeom>
              <a:avLst/>
              <a:gdLst/>
              <a:ahLst/>
              <a:cxnLst/>
              <a:rect l="l" t="t" r="r" b="b"/>
              <a:pathLst>
                <a:path w="15864" h="9750" extrusionOk="0">
                  <a:moveTo>
                    <a:pt x="15252" y="0"/>
                  </a:moveTo>
                  <a:lnTo>
                    <a:pt x="314" y="314"/>
                  </a:lnTo>
                  <a:lnTo>
                    <a:pt x="1" y="5956"/>
                  </a:lnTo>
                  <a:lnTo>
                    <a:pt x="3324" y="9750"/>
                  </a:lnTo>
                  <a:lnTo>
                    <a:pt x="13073" y="9750"/>
                  </a:lnTo>
                  <a:lnTo>
                    <a:pt x="15863" y="5110"/>
                  </a:lnTo>
                  <a:lnTo>
                    <a:pt x="152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1"/>
            <p:cNvSpPr/>
            <p:nvPr/>
          </p:nvSpPr>
          <p:spPr>
            <a:xfrm>
              <a:off x="1774475" y="976375"/>
              <a:ext cx="264150" cy="25100"/>
            </a:xfrm>
            <a:custGeom>
              <a:avLst/>
              <a:gdLst/>
              <a:ahLst/>
              <a:cxnLst/>
              <a:rect l="l" t="t" r="r" b="b"/>
              <a:pathLst>
                <a:path w="10566" h="1004" extrusionOk="0">
                  <a:moveTo>
                    <a:pt x="1" y="0"/>
                  </a:moveTo>
                  <a:lnTo>
                    <a:pt x="1" y="1004"/>
                  </a:lnTo>
                  <a:lnTo>
                    <a:pt x="10565" y="1004"/>
                  </a:lnTo>
                  <a:lnTo>
                    <a:pt x="105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1"/>
            <p:cNvSpPr/>
            <p:nvPr/>
          </p:nvSpPr>
          <p:spPr>
            <a:xfrm>
              <a:off x="1678075" y="568850"/>
              <a:ext cx="458500" cy="235925"/>
            </a:xfrm>
            <a:custGeom>
              <a:avLst/>
              <a:gdLst/>
              <a:ahLst/>
              <a:cxnLst/>
              <a:rect l="l" t="t" r="r" b="b"/>
              <a:pathLst>
                <a:path w="18340" h="9437" extrusionOk="0">
                  <a:moveTo>
                    <a:pt x="8261" y="0"/>
                  </a:moveTo>
                  <a:cubicBezTo>
                    <a:pt x="220" y="0"/>
                    <a:pt x="1" y="9436"/>
                    <a:pt x="1" y="9436"/>
                  </a:cubicBezTo>
                  <a:lnTo>
                    <a:pt x="17650" y="9436"/>
                  </a:lnTo>
                  <a:cubicBezTo>
                    <a:pt x="17650" y="9436"/>
                    <a:pt x="18340" y="0"/>
                    <a:pt x="82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1"/>
            <p:cNvSpPr/>
            <p:nvPr/>
          </p:nvSpPr>
          <p:spPr>
            <a:xfrm>
              <a:off x="1932000" y="693050"/>
              <a:ext cx="195950" cy="490250"/>
            </a:xfrm>
            <a:custGeom>
              <a:avLst/>
              <a:gdLst/>
              <a:ahLst/>
              <a:cxnLst/>
              <a:rect l="l" t="t" r="r" b="b"/>
              <a:pathLst>
                <a:path w="7838" h="19610" extrusionOk="0">
                  <a:moveTo>
                    <a:pt x="5832" y="1"/>
                  </a:moveTo>
                  <a:lnTo>
                    <a:pt x="5832" y="8324"/>
                  </a:lnTo>
                  <a:lnTo>
                    <a:pt x="2901" y="10487"/>
                  </a:lnTo>
                  <a:lnTo>
                    <a:pt x="1" y="19609"/>
                  </a:lnTo>
                  <a:lnTo>
                    <a:pt x="2227" y="19609"/>
                  </a:lnTo>
                  <a:cubicBezTo>
                    <a:pt x="2587" y="19609"/>
                    <a:pt x="2916" y="19343"/>
                    <a:pt x="2979" y="18982"/>
                  </a:cubicBezTo>
                  <a:cubicBezTo>
                    <a:pt x="4390" y="12148"/>
                    <a:pt x="7728" y="7462"/>
                    <a:pt x="7728" y="7462"/>
                  </a:cubicBezTo>
                  <a:cubicBezTo>
                    <a:pt x="7838" y="2587"/>
                    <a:pt x="5832" y="1"/>
                    <a:pt x="58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1"/>
            <p:cNvSpPr/>
            <p:nvPr/>
          </p:nvSpPr>
          <p:spPr>
            <a:xfrm>
              <a:off x="1672200" y="694625"/>
              <a:ext cx="195950" cy="488675"/>
            </a:xfrm>
            <a:custGeom>
              <a:avLst/>
              <a:gdLst/>
              <a:ahLst/>
              <a:cxnLst/>
              <a:rect l="l" t="t" r="r" b="b"/>
              <a:pathLst>
                <a:path w="7838" h="19547" extrusionOk="0">
                  <a:moveTo>
                    <a:pt x="2007" y="1"/>
                  </a:moveTo>
                  <a:cubicBezTo>
                    <a:pt x="2007" y="1"/>
                    <a:pt x="1" y="2571"/>
                    <a:pt x="126" y="7430"/>
                  </a:cubicBezTo>
                  <a:cubicBezTo>
                    <a:pt x="126" y="7430"/>
                    <a:pt x="3480" y="12133"/>
                    <a:pt x="4860" y="18967"/>
                  </a:cubicBezTo>
                  <a:cubicBezTo>
                    <a:pt x="4938" y="19296"/>
                    <a:pt x="5220" y="19546"/>
                    <a:pt x="5565" y="19546"/>
                  </a:cubicBezTo>
                  <a:lnTo>
                    <a:pt x="7838" y="19546"/>
                  </a:lnTo>
                  <a:lnTo>
                    <a:pt x="5173" y="10424"/>
                  </a:lnTo>
                  <a:lnTo>
                    <a:pt x="2007" y="8277"/>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1"/>
            <p:cNvSpPr/>
            <p:nvPr/>
          </p:nvSpPr>
          <p:spPr>
            <a:xfrm>
              <a:off x="1648300" y="781625"/>
              <a:ext cx="58800" cy="132850"/>
            </a:xfrm>
            <a:custGeom>
              <a:avLst/>
              <a:gdLst/>
              <a:ahLst/>
              <a:cxnLst/>
              <a:rect l="l" t="t" r="r" b="b"/>
              <a:pathLst>
                <a:path w="2352" h="5314" extrusionOk="0">
                  <a:moveTo>
                    <a:pt x="925" y="0"/>
                  </a:moveTo>
                  <a:cubicBezTo>
                    <a:pt x="408" y="0"/>
                    <a:pt x="1" y="126"/>
                    <a:pt x="220" y="1975"/>
                  </a:cubicBezTo>
                  <a:cubicBezTo>
                    <a:pt x="455" y="3825"/>
                    <a:pt x="1066" y="5314"/>
                    <a:pt x="1584" y="5314"/>
                  </a:cubicBezTo>
                  <a:cubicBezTo>
                    <a:pt x="2117" y="5314"/>
                    <a:pt x="2352" y="3825"/>
                    <a:pt x="2117" y="1975"/>
                  </a:cubicBezTo>
                  <a:cubicBezTo>
                    <a:pt x="1882" y="126"/>
                    <a:pt x="1443" y="0"/>
                    <a:pt x="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1"/>
            <p:cNvSpPr/>
            <p:nvPr/>
          </p:nvSpPr>
          <p:spPr>
            <a:xfrm>
              <a:off x="1675350" y="788675"/>
              <a:ext cx="33325" cy="119925"/>
            </a:xfrm>
            <a:custGeom>
              <a:avLst/>
              <a:gdLst/>
              <a:ahLst/>
              <a:cxnLst/>
              <a:rect l="l" t="t" r="r" b="b"/>
              <a:pathLst>
                <a:path w="1333" h="4797" extrusionOk="0">
                  <a:moveTo>
                    <a:pt x="564" y="0"/>
                  </a:moveTo>
                  <a:cubicBezTo>
                    <a:pt x="784" y="1160"/>
                    <a:pt x="658" y="2085"/>
                    <a:pt x="0" y="2383"/>
                  </a:cubicBezTo>
                  <a:cubicBezTo>
                    <a:pt x="690" y="2790"/>
                    <a:pt x="831" y="4797"/>
                    <a:pt x="831" y="4797"/>
                  </a:cubicBezTo>
                  <a:cubicBezTo>
                    <a:pt x="1332" y="1788"/>
                    <a:pt x="565" y="1"/>
                    <a:pt x="56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1"/>
            <p:cNvSpPr/>
            <p:nvPr/>
          </p:nvSpPr>
          <p:spPr>
            <a:xfrm>
              <a:off x="2094625" y="781625"/>
              <a:ext cx="58800" cy="132850"/>
            </a:xfrm>
            <a:custGeom>
              <a:avLst/>
              <a:gdLst/>
              <a:ahLst/>
              <a:cxnLst/>
              <a:rect l="l" t="t" r="r" b="b"/>
              <a:pathLst>
                <a:path w="2352" h="5314" extrusionOk="0">
                  <a:moveTo>
                    <a:pt x="1411" y="0"/>
                  </a:moveTo>
                  <a:cubicBezTo>
                    <a:pt x="894" y="0"/>
                    <a:pt x="455" y="126"/>
                    <a:pt x="220" y="1975"/>
                  </a:cubicBezTo>
                  <a:cubicBezTo>
                    <a:pt x="1" y="3825"/>
                    <a:pt x="236" y="5314"/>
                    <a:pt x="753" y="5314"/>
                  </a:cubicBezTo>
                  <a:cubicBezTo>
                    <a:pt x="1270" y="5314"/>
                    <a:pt x="1882" y="3825"/>
                    <a:pt x="2117" y="1975"/>
                  </a:cubicBezTo>
                  <a:cubicBezTo>
                    <a:pt x="2352" y="126"/>
                    <a:pt x="1944" y="0"/>
                    <a:pt x="1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1"/>
            <p:cNvSpPr/>
            <p:nvPr/>
          </p:nvSpPr>
          <p:spPr>
            <a:xfrm>
              <a:off x="2098150" y="788675"/>
              <a:ext cx="25500" cy="119925"/>
            </a:xfrm>
            <a:custGeom>
              <a:avLst/>
              <a:gdLst/>
              <a:ahLst/>
              <a:cxnLst/>
              <a:rect l="l" t="t" r="r" b="b"/>
              <a:pathLst>
                <a:path w="1020" h="4797" extrusionOk="0">
                  <a:moveTo>
                    <a:pt x="596" y="0"/>
                  </a:moveTo>
                  <a:cubicBezTo>
                    <a:pt x="596" y="1"/>
                    <a:pt x="1" y="1788"/>
                    <a:pt x="393" y="4797"/>
                  </a:cubicBezTo>
                  <a:cubicBezTo>
                    <a:pt x="393" y="4797"/>
                    <a:pt x="487" y="2790"/>
                    <a:pt x="1020" y="2383"/>
                  </a:cubicBezTo>
                  <a:cubicBezTo>
                    <a:pt x="518" y="2085"/>
                    <a:pt x="424" y="1160"/>
                    <a:pt x="59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1"/>
            <p:cNvSpPr/>
            <p:nvPr/>
          </p:nvSpPr>
          <p:spPr>
            <a:xfrm>
              <a:off x="1700800" y="575800"/>
              <a:ext cx="397775" cy="607500"/>
            </a:xfrm>
            <a:custGeom>
              <a:avLst/>
              <a:gdLst/>
              <a:ahLst/>
              <a:cxnLst/>
              <a:rect l="l" t="t" r="r" b="b"/>
              <a:pathLst>
                <a:path w="15911" h="24300" extrusionOk="0">
                  <a:moveTo>
                    <a:pt x="7757" y="0"/>
                  </a:moveTo>
                  <a:cubicBezTo>
                    <a:pt x="7644" y="0"/>
                    <a:pt x="7529" y="2"/>
                    <a:pt x="7415" y="4"/>
                  </a:cubicBezTo>
                  <a:cubicBezTo>
                    <a:pt x="3543" y="114"/>
                    <a:pt x="1" y="2340"/>
                    <a:pt x="1" y="7371"/>
                  </a:cubicBezTo>
                  <a:lnTo>
                    <a:pt x="1" y="13327"/>
                  </a:lnTo>
                  <a:cubicBezTo>
                    <a:pt x="1380" y="14597"/>
                    <a:pt x="2948" y="16838"/>
                    <a:pt x="4233" y="19566"/>
                  </a:cubicBezTo>
                  <a:cubicBezTo>
                    <a:pt x="5017" y="21227"/>
                    <a:pt x="5597" y="22857"/>
                    <a:pt x="5957" y="24299"/>
                  </a:cubicBezTo>
                  <a:lnTo>
                    <a:pt x="6663" y="24299"/>
                  </a:lnTo>
                  <a:lnTo>
                    <a:pt x="3951" y="15114"/>
                  </a:lnTo>
                  <a:lnTo>
                    <a:pt x="706" y="12967"/>
                  </a:lnTo>
                  <a:lnTo>
                    <a:pt x="706" y="9048"/>
                  </a:lnTo>
                  <a:lnTo>
                    <a:pt x="15236" y="9048"/>
                  </a:lnTo>
                  <a:lnTo>
                    <a:pt x="15236" y="12936"/>
                  </a:lnTo>
                  <a:lnTo>
                    <a:pt x="12243" y="15114"/>
                  </a:lnTo>
                  <a:lnTo>
                    <a:pt x="9280" y="24299"/>
                  </a:lnTo>
                  <a:lnTo>
                    <a:pt x="10095" y="24299"/>
                  </a:lnTo>
                  <a:cubicBezTo>
                    <a:pt x="10456" y="22857"/>
                    <a:pt x="11036" y="21227"/>
                    <a:pt x="11819" y="19566"/>
                  </a:cubicBezTo>
                  <a:cubicBezTo>
                    <a:pt x="13058" y="16948"/>
                    <a:pt x="14562" y="14769"/>
                    <a:pt x="15910" y="13484"/>
                  </a:cubicBezTo>
                  <a:lnTo>
                    <a:pt x="15910" y="7371"/>
                  </a:lnTo>
                  <a:cubicBezTo>
                    <a:pt x="15910" y="2084"/>
                    <a:pt x="12157" y="0"/>
                    <a:pt x="7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1"/>
            <p:cNvSpPr/>
            <p:nvPr/>
          </p:nvSpPr>
          <p:spPr>
            <a:xfrm>
              <a:off x="1874025" y="576800"/>
              <a:ext cx="198675" cy="96025"/>
            </a:xfrm>
            <a:custGeom>
              <a:avLst/>
              <a:gdLst/>
              <a:ahLst/>
              <a:cxnLst/>
              <a:rect l="l" t="t" r="r" b="b"/>
              <a:pathLst>
                <a:path w="7947" h="3841" extrusionOk="0">
                  <a:moveTo>
                    <a:pt x="1820" y="1"/>
                  </a:moveTo>
                  <a:cubicBezTo>
                    <a:pt x="1005" y="1"/>
                    <a:pt x="420" y="202"/>
                    <a:pt x="282" y="560"/>
                  </a:cubicBezTo>
                  <a:cubicBezTo>
                    <a:pt x="0" y="1265"/>
                    <a:pt x="1489" y="2284"/>
                    <a:pt x="3527" y="3083"/>
                  </a:cubicBezTo>
                  <a:cubicBezTo>
                    <a:pt x="4765" y="3556"/>
                    <a:pt x="5918" y="3841"/>
                    <a:pt x="6700" y="3841"/>
                  </a:cubicBezTo>
                  <a:cubicBezTo>
                    <a:pt x="7215" y="3841"/>
                    <a:pt x="7568" y="3718"/>
                    <a:pt x="7680" y="3444"/>
                  </a:cubicBezTo>
                  <a:cubicBezTo>
                    <a:pt x="7947" y="2739"/>
                    <a:pt x="6552" y="1344"/>
                    <a:pt x="4514" y="560"/>
                  </a:cubicBezTo>
                  <a:cubicBezTo>
                    <a:pt x="3533" y="175"/>
                    <a:pt x="2577" y="1"/>
                    <a:pt x="18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1"/>
            <p:cNvSpPr/>
            <p:nvPr/>
          </p:nvSpPr>
          <p:spPr>
            <a:xfrm>
              <a:off x="1699625" y="662500"/>
              <a:ext cx="399725" cy="520800"/>
            </a:xfrm>
            <a:custGeom>
              <a:avLst/>
              <a:gdLst/>
              <a:ahLst/>
              <a:cxnLst/>
              <a:rect l="l" t="t" r="r" b="b"/>
              <a:pathLst>
                <a:path w="15989" h="20832" extrusionOk="0">
                  <a:moveTo>
                    <a:pt x="1020" y="0"/>
                  </a:moveTo>
                  <a:cubicBezTo>
                    <a:pt x="377" y="1050"/>
                    <a:pt x="1" y="2383"/>
                    <a:pt x="1" y="3997"/>
                  </a:cubicBezTo>
                  <a:lnTo>
                    <a:pt x="1" y="9938"/>
                  </a:lnTo>
                  <a:cubicBezTo>
                    <a:pt x="1396" y="11192"/>
                    <a:pt x="2963" y="13418"/>
                    <a:pt x="4264" y="16129"/>
                  </a:cubicBezTo>
                  <a:cubicBezTo>
                    <a:pt x="5064" y="17775"/>
                    <a:pt x="5644" y="19405"/>
                    <a:pt x="5989" y="20831"/>
                  </a:cubicBezTo>
                  <a:lnTo>
                    <a:pt x="6710" y="20831"/>
                  </a:lnTo>
                  <a:lnTo>
                    <a:pt x="3967" y="11709"/>
                  </a:lnTo>
                  <a:lnTo>
                    <a:pt x="722" y="9562"/>
                  </a:lnTo>
                  <a:lnTo>
                    <a:pt x="722" y="5690"/>
                  </a:lnTo>
                  <a:lnTo>
                    <a:pt x="15330" y="5690"/>
                  </a:lnTo>
                  <a:lnTo>
                    <a:pt x="15330" y="9546"/>
                  </a:lnTo>
                  <a:lnTo>
                    <a:pt x="12305" y="11709"/>
                  </a:lnTo>
                  <a:lnTo>
                    <a:pt x="9343" y="20831"/>
                  </a:lnTo>
                  <a:lnTo>
                    <a:pt x="10158" y="20831"/>
                  </a:lnTo>
                  <a:cubicBezTo>
                    <a:pt x="10518" y="19405"/>
                    <a:pt x="11098" y="17775"/>
                    <a:pt x="11882" y="16129"/>
                  </a:cubicBezTo>
                  <a:cubicBezTo>
                    <a:pt x="13136" y="13527"/>
                    <a:pt x="14641" y="11364"/>
                    <a:pt x="15989" y="10079"/>
                  </a:cubicBezTo>
                  <a:lnTo>
                    <a:pt x="15989" y="4609"/>
                  </a:lnTo>
                  <a:cubicBezTo>
                    <a:pt x="15132" y="4917"/>
                    <a:pt x="14109" y="5073"/>
                    <a:pt x="12980" y="5073"/>
                  </a:cubicBezTo>
                  <a:cubicBezTo>
                    <a:pt x="11012" y="5073"/>
                    <a:pt x="8725" y="4597"/>
                    <a:pt x="6443" y="3621"/>
                  </a:cubicBezTo>
                  <a:cubicBezTo>
                    <a:pt x="4217" y="2665"/>
                    <a:pt x="2352" y="1380"/>
                    <a:pt x="102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1"/>
            <p:cNvSpPr/>
            <p:nvPr/>
          </p:nvSpPr>
          <p:spPr>
            <a:xfrm>
              <a:off x="1709825" y="633450"/>
              <a:ext cx="97200" cy="122975"/>
            </a:xfrm>
            <a:custGeom>
              <a:avLst/>
              <a:gdLst/>
              <a:ahLst/>
              <a:cxnLst/>
              <a:rect l="l" t="t" r="r" b="b"/>
              <a:pathLst>
                <a:path w="3888" h="4919" extrusionOk="0">
                  <a:moveTo>
                    <a:pt x="2224" y="0"/>
                  </a:moveTo>
                  <a:cubicBezTo>
                    <a:pt x="1697" y="0"/>
                    <a:pt x="30" y="1730"/>
                    <a:pt x="0" y="3670"/>
                  </a:cubicBezTo>
                  <a:cubicBezTo>
                    <a:pt x="0" y="4198"/>
                    <a:pt x="2500" y="4919"/>
                    <a:pt x="3090" y="4919"/>
                  </a:cubicBezTo>
                  <a:cubicBezTo>
                    <a:pt x="3130" y="4919"/>
                    <a:pt x="3161" y="4915"/>
                    <a:pt x="3182" y="4908"/>
                  </a:cubicBezTo>
                  <a:cubicBezTo>
                    <a:pt x="3888" y="4689"/>
                    <a:pt x="2555" y="143"/>
                    <a:pt x="2305" y="18"/>
                  </a:cubicBezTo>
                  <a:cubicBezTo>
                    <a:pt x="2282" y="6"/>
                    <a:pt x="2255" y="0"/>
                    <a:pt x="22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1"/>
            <p:cNvSpPr/>
            <p:nvPr/>
          </p:nvSpPr>
          <p:spPr>
            <a:xfrm>
              <a:off x="1711025" y="626825"/>
              <a:ext cx="97175" cy="123325"/>
            </a:xfrm>
            <a:custGeom>
              <a:avLst/>
              <a:gdLst/>
              <a:ahLst/>
              <a:cxnLst/>
              <a:rect l="l" t="t" r="r" b="b"/>
              <a:pathLst>
                <a:path w="3887" h="4933" extrusionOk="0">
                  <a:moveTo>
                    <a:pt x="2229" y="1"/>
                  </a:moveTo>
                  <a:cubicBezTo>
                    <a:pt x="1709" y="1"/>
                    <a:pt x="30" y="1737"/>
                    <a:pt x="15" y="3684"/>
                  </a:cubicBezTo>
                  <a:cubicBezTo>
                    <a:pt x="0" y="4199"/>
                    <a:pt x="2505" y="4933"/>
                    <a:pt x="3091" y="4933"/>
                  </a:cubicBezTo>
                  <a:cubicBezTo>
                    <a:pt x="3130" y="4933"/>
                    <a:pt x="3161" y="4930"/>
                    <a:pt x="3181" y="4923"/>
                  </a:cubicBezTo>
                  <a:cubicBezTo>
                    <a:pt x="3887" y="4688"/>
                    <a:pt x="2554" y="142"/>
                    <a:pt x="2304" y="17"/>
                  </a:cubicBezTo>
                  <a:cubicBezTo>
                    <a:pt x="2283" y="6"/>
                    <a:pt x="2258" y="1"/>
                    <a:pt x="222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1"/>
            <p:cNvSpPr/>
            <p:nvPr/>
          </p:nvSpPr>
          <p:spPr>
            <a:xfrm>
              <a:off x="1824650" y="1166425"/>
              <a:ext cx="147750" cy="31775"/>
            </a:xfrm>
            <a:custGeom>
              <a:avLst/>
              <a:gdLst/>
              <a:ahLst/>
              <a:cxnLst/>
              <a:rect l="l" t="t" r="r" b="b"/>
              <a:pathLst>
                <a:path w="5910" h="1271" extrusionOk="0">
                  <a:moveTo>
                    <a:pt x="0" y="0"/>
                  </a:moveTo>
                  <a:lnTo>
                    <a:pt x="721" y="1066"/>
                  </a:lnTo>
                  <a:cubicBezTo>
                    <a:pt x="799" y="1192"/>
                    <a:pt x="1066" y="1270"/>
                    <a:pt x="1364" y="1270"/>
                  </a:cubicBezTo>
                  <a:lnTo>
                    <a:pt x="4577" y="1270"/>
                  </a:lnTo>
                  <a:cubicBezTo>
                    <a:pt x="4859" y="1270"/>
                    <a:pt x="5110" y="1192"/>
                    <a:pt x="5173" y="1082"/>
                  </a:cubicBezTo>
                  <a:lnTo>
                    <a:pt x="59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1"/>
            <p:cNvSpPr/>
            <p:nvPr/>
          </p:nvSpPr>
          <p:spPr>
            <a:xfrm>
              <a:off x="1709825" y="795725"/>
              <a:ext cx="375425" cy="19625"/>
            </a:xfrm>
            <a:custGeom>
              <a:avLst/>
              <a:gdLst/>
              <a:ahLst/>
              <a:cxnLst/>
              <a:rect l="l" t="t" r="r" b="b"/>
              <a:pathLst>
                <a:path w="15017" h="785" extrusionOk="0">
                  <a:moveTo>
                    <a:pt x="377" y="1"/>
                  </a:moveTo>
                  <a:cubicBezTo>
                    <a:pt x="173" y="1"/>
                    <a:pt x="0" y="173"/>
                    <a:pt x="0" y="377"/>
                  </a:cubicBezTo>
                  <a:cubicBezTo>
                    <a:pt x="0" y="596"/>
                    <a:pt x="189" y="784"/>
                    <a:pt x="408" y="784"/>
                  </a:cubicBezTo>
                  <a:lnTo>
                    <a:pt x="14609" y="784"/>
                  </a:lnTo>
                  <a:cubicBezTo>
                    <a:pt x="14844" y="784"/>
                    <a:pt x="15016" y="596"/>
                    <a:pt x="15016" y="377"/>
                  </a:cubicBezTo>
                  <a:cubicBezTo>
                    <a:pt x="15016" y="173"/>
                    <a:pt x="14844" y="1"/>
                    <a:pt x="146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1"/>
            <p:cNvSpPr/>
            <p:nvPr/>
          </p:nvSpPr>
          <p:spPr>
            <a:xfrm>
              <a:off x="1899875" y="934400"/>
              <a:ext cx="96025" cy="23975"/>
            </a:xfrm>
            <a:custGeom>
              <a:avLst/>
              <a:gdLst/>
              <a:ahLst/>
              <a:cxnLst/>
              <a:rect l="l" t="t" r="r" b="b"/>
              <a:pathLst>
                <a:path w="3841" h="959" extrusionOk="0">
                  <a:moveTo>
                    <a:pt x="145" y="1"/>
                  </a:moveTo>
                  <a:cubicBezTo>
                    <a:pt x="89" y="1"/>
                    <a:pt x="46" y="104"/>
                    <a:pt x="16" y="222"/>
                  </a:cubicBezTo>
                  <a:cubicBezTo>
                    <a:pt x="1" y="347"/>
                    <a:pt x="32" y="457"/>
                    <a:pt x="95" y="457"/>
                  </a:cubicBezTo>
                  <a:lnTo>
                    <a:pt x="3700" y="958"/>
                  </a:lnTo>
                  <a:cubicBezTo>
                    <a:pt x="3747" y="958"/>
                    <a:pt x="3809" y="864"/>
                    <a:pt x="3825" y="739"/>
                  </a:cubicBezTo>
                  <a:cubicBezTo>
                    <a:pt x="3841" y="614"/>
                    <a:pt x="3809" y="504"/>
                    <a:pt x="3762" y="488"/>
                  </a:cubicBezTo>
                  <a:lnTo>
                    <a:pt x="157" y="2"/>
                  </a:lnTo>
                  <a:cubicBezTo>
                    <a:pt x="153" y="1"/>
                    <a:pt x="149"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1"/>
            <p:cNvSpPr/>
            <p:nvPr/>
          </p:nvSpPr>
          <p:spPr>
            <a:xfrm>
              <a:off x="1803875" y="934400"/>
              <a:ext cx="96025" cy="23975"/>
            </a:xfrm>
            <a:custGeom>
              <a:avLst/>
              <a:gdLst/>
              <a:ahLst/>
              <a:cxnLst/>
              <a:rect l="l" t="t" r="r" b="b"/>
              <a:pathLst>
                <a:path w="3841" h="959" extrusionOk="0">
                  <a:moveTo>
                    <a:pt x="3696" y="1"/>
                  </a:moveTo>
                  <a:cubicBezTo>
                    <a:pt x="3692" y="1"/>
                    <a:pt x="3688" y="1"/>
                    <a:pt x="3684" y="2"/>
                  </a:cubicBezTo>
                  <a:lnTo>
                    <a:pt x="94" y="488"/>
                  </a:lnTo>
                  <a:cubicBezTo>
                    <a:pt x="32" y="504"/>
                    <a:pt x="0" y="614"/>
                    <a:pt x="16" y="739"/>
                  </a:cubicBezTo>
                  <a:cubicBezTo>
                    <a:pt x="32" y="864"/>
                    <a:pt x="94" y="958"/>
                    <a:pt x="141" y="958"/>
                  </a:cubicBezTo>
                  <a:lnTo>
                    <a:pt x="3762" y="457"/>
                  </a:lnTo>
                  <a:cubicBezTo>
                    <a:pt x="3809" y="457"/>
                    <a:pt x="3841" y="347"/>
                    <a:pt x="3825" y="222"/>
                  </a:cubicBezTo>
                  <a:cubicBezTo>
                    <a:pt x="3810" y="104"/>
                    <a:pt x="3754" y="1"/>
                    <a:pt x="3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1"/>
            <p:cNvSpPr/>
            <p:nvPr/>
          </p:nvSpPr>
          <p:spPr>
            <a:xfrm>
              <a:off x="1921025" y="944625"/>
              <a:ext cx="24725" cy="227300"/>
            </a:xfrm>
            <a:custGeom>
              <a:avLst/>
              <a:gdLst/>
              <a:ahLst/>
              <a:cxnLst/>
              <a:rect l="l" t="t" r="r" b="b"/>
              <a:pathLst>
                <a:path w="989" h="9092" extrusionOk="0">
                  <a:moveTo>
                    <a:pt x="753" y="1"/>
                  </a:moveTo>
                  <a:cubicBezTo>
                    <a:pt x="628" y="1"/>
                    <a:pt x="518" y="111"/>
                    <a:pt x="518" y="236"/>
                  </a:cubicBezTo>
                  <a:lnTo>
                    <a:pt x="1" y="8872"/>
                  </a:lnTo>
                  <a:cubicBezTo>
                    <a:pt x="1" y="8998"/>
                    <a:pt x="95" y="9092"/>
                    <a:pt x="220" y="9092"/>
                  </a:cubicBezTo>
                  <a:cubicBezTo>
                    <a:pt x="346" y="9092"/>
                    <a:pt x="471" y="8982"/>
                    <a:pt x="471" y="8857"/>
                  </a:cubicBezTo>
                  <a:lnTo>
                    <a:pt x="973" y="252"/>
                  </a:lnTo>
                  <a:cubicBezTo>
                    <a:pt x="988" y="111"/>
                    <a:pt x="894"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1"/>
            <p:cNvSpPr/>
            <p:nvPr/>
          </p:nvSpPr>
          <p:spPr>
            <a:xfrm>
              <a:off x="1855200" y="944625"/>
              <a:ext cx="24725" cy="227300"/>
            </a:xfrm>
            <a:custGeom>
              <a:avLst/>
              <a:gdLst/>
              <a:ahLst/>
              <a:cxnLst/>
              <a:rect l="l" t="t" r="r" b="b"/>
              <a:pathLst>
                <a:path w="989" h="9092" extrusionOk="0">
                  <a:moveTo>
                    <a:pt x="236" y="1"/>
                  </a:moveTo>
                  <a:cubicBezTo>
                    <a:pt x="95" y="1"/>
                    <a:pt x="1" y="111"/>
                    <a:pt x="1" y="252"/>
                  </a:cubicBezTo>
                  <a:lnTo>
                    <a:pt x="518" y="8857"/>
                  </a:lnTo>
                  <a:cubicBezTo>
                    <a:pt x="518" y="8982"/>
                    <a:pt x="643" y="9092"/>
                    <a:pt x="769" y="9092"/>
                  </a:cubicBezTo>
                  <a:cubicBezTo>
                    <a:pt x="894" y="9092"/>
                    <a:pt x="988" y="8998"/>
                    <a:pt x="988" y="8872"/>
                  </a:cubicBezTo>
                  <a:lnTo>
                    <a:pt x="471" y="236"/>
                  </a:lnTo>
                  <a:cubicBezTo>
                    <a:pt x="471" y="111"/>
                    <a:pt x="361" y="1"/>
                    <a:pt x="2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1"/>
            <p:cNvSpPr/>
            <p:nvPr/>
          </p:nvSpPr>
          <p:spPr>
            <a:xfrm>
              <a:off x="1891650" y="895650"/>
              <a:ext cx="11775" cy="50575"/>
            </a:xfrm>
            <a:custGeom>
              <a:avLst/>
              <a:gdLst/>
              <a:ahLst/>
              <a:cxnLst/>
              <a:rect l="l" t="t" r="r" b="b"/>
              <a:pathLst>
                <a:path w="471" h="2023" extrusionOk="0">
                  <a:moveTo>
                    <a:pt x="251" y="1"/>
                  </a:moveTo>
                  <a:cubicBezTo>
                    <a:pt x="110" y="1"/>
                    <a:pt x="0" y="32"/>
                    <a:pt x="0" y="63"/>
                  </a:cubicBezTo>
                  <a:lnTo>
                    <a:pt x="0" y="1960"/>
                  </a:lnTo>
                  <a:cubicBezTo>
                    <a:pt x="0" y="1991"/>
                    <a:pt x="110" y="2023"/>
                    <a:pt x="251" y="2023"/>
                  </a:cubicBezTo>
                  <a:cubicBezTo>
                    <a:pt x="377" y="2023"/>
                    <a:pt x="471" y="1991"/>
                    <a:pt x="471" y="1960"/>
                  </a:cubicBezTo>
                  <a:lnTo>
                    <a:pt x="471" y="48"/>
                  </a:lnTo>
                  <a:cubicBezTo>
                    <a:pt x="471" y="32"/>
                    <a:pt x="377" y="1"/>
                    <a:pt x="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1"/>
            <p:cNvSpPr/>
            <p:nvPr/>
          </p:nvSpPr>
          <p:spPr>
            <a:xfrm>
              <a:off x="1831300" y="1075125"/>
              <a:ext cx="132875" cy="11375"/>
            </a:xfrm>
            <a:custGeom>
              <a:avLst/>
              <a:gdLst/>
              <a:ahLst/>
              <a:cxnLst/>
              <a:rect l="l" t="t" r="r" b="b"/>
              <a:pathLst>
                <a:path w="5315" h="455" extrusionOk="0">
                  <a:moveTo>
                    <a:pt x="126" y="0"/>
                  </a:moveTo>
                  <a:cubicBezTo>
                    <a:pt x="48" y="0"/>
                    <a:pt x="1" y="94"/>
                    <a:pt x="1" y="220"/>
                  </a:cubicBezTo>
                  <a:cubicBezTo>
                    <a:pt x="1" y="345"/>
                    <a:pt x="63" y="455"/>
                    <a:pt x="142" y="455"/>
                  </a:cubicBezTo>
                  <a:lnTo>
                    <a:pt x="5173" y="455"/>
                  </a:lnTo>
                  <a:cubicBezTo>
                    <a:pt x="5251" y="455"/>
                    <a:pt x="5314" y="345"/>
                    <a:pt x="5314" y="220"/>
                  </a:cubicBezTo>
                  <a:cubicBezTo>
                    <a:pt x="5314" y="94"/>
                    <a:pt x="5251" y="0"/>
                    <a:pt x="51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1"/>
            <p:cNvSpPr/>
            <p:nvPr/>
          </p:nvSpPr>
          <p:spPr>
            <a:xfrm>
              <a:off x="1813675" y="1013200"/>
              <a:ext cx="167725" cy="11800"/>
            </a:xfrm>
            <a:custGeom>
              <a:avLst/>
              <a:gdLst/>
              <a:ahLst/>
              <a:cxnLst/>
              <a:rect l="l" t="t" r="r" b="b"/>
              <a:pathLst>
                <a:path w="6709" h="472" extrusionOk="0">
                  <a:moveTo>
                    <a:pt x="173" y="1"/>
                  </a:moveTo>
                  <a:cubicBezTo>
                    <a:pt x="79" y="1"/>
                    <a:pt x="0" y="111"/>
                    <a:pt x="0" y="236"/>
                  </a:cubicBezTo>
                  <a:cubicBezTo>
                    <a:pt x="0" y="361"/>
                    <a:pt x="79" y="471"/>
                    <a:pt x="188" y="471"/>
                  </a:cubicBezTo>
                  <a:lnTo>
                    <a:pt x="6536" y="471"/>
                  </a:lnTo>
                  <a:cubicBezTo>
                    <a:pt x="6630" y="471"/>
                    <a:pt x="6709" y="361"/>
                    <a:pt x="6709" y="236"/>
                  </a:cubicBezTo>
                  <a:cubicBezTo>
                    <a:pt x="6709" y="111"/>
                    <a:pt x="6630" y="1"/>
                    <a:pt x="65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1"/>
            <p:cNvSpPr/>
            <p:nvPr/>
          </p:nvSpPr>
          <p:spPr>
            <a:xfrm>
              <a:off x="1722375" y="892525"/>
              <a:ext cx="350325" cy="11775"/>
            </a:xfrm>
            <a:custGeom>
              <a:avLst/>
              <a:gdLst/>
              <a:ahLst/>
              <a:cxnLst/>
              <a:rect l="l" t="t" r="r" b="b"/>
              <a:pathLst>
                <a:path w="14013" h="471" extrusionOk="0">
                  <a:moveTo>
                    <a:pt x="345" y="0"/>
                  </a:moveTo>
                  <a:cubicBezTo>
                    <a:pt x="157" y="0"/>
                    <a:pt x="0" y="94"/>
                    <a:pt x="0" y="220"/>
                  </a:cubicBezTo>
                  <a:cubicBezTo>
                    <a:pt x="0" y="361"/>
                    <a:pt x="172" y="470"/>
                    <a:pt x="376" y="470"/>
                  </a:cubicBezTo>
                  <a:lnTo>
                    <a:pt x="13652" y="470"/>
                  </a:lnTo>
                  <a:cubicBezTo>
                    <a:pt x="13856" y="470"/>
                    <a:pt x="14013" y="361"/>
                    <a:pt x="14013" y="220"/>
                  </a:cubicBezTo>
                  <a:cubicBezTo>
                    <a:pt x="14013" y="94"/>
                    <a:pt x="13856" y="0"/>
                    <a:pt x="13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1"/>
            <p:cNvSpPr/>
            <p:nvPr/>
          </p:nvSpPr>
          <p:spPr>
            <a:xfrm>
              <a:off x="1859525" y="1166425"/>
              <a:ext cx="76025" cy="19625"/>
            </a:xfrm>
            <a:custGeom>
              <a:avLst/>
              <a:gdLst/>
              <a:ahLst/>
              <a:cxnLst/>
              <a:rect l="l" t="t" r="r" b="b"/>
              <a:pathLst>
                <a:path w="3041" h="785" extrusionOk="0">
                  <a:moveTo>
                    <a:pt x="78" y="0"/>
                  </a:moveTo>
                  <a:cubicBezTo>
                    <a:pt x="31" y="0"/>
                    <a:pt x="0" y="173"/>
                    <a:pt x="0" y="377"/>
                  </a:cubicBezTo>
                  <a:cubicBezTo>
                    <a:pt x="0" y="596"/>
                    <a:pt x="31" y="784"/>
                    <a:pt x="78" y="784"/>
                  </a:cubicBezTo>
                  <a:lnTo>
                    <a:pt x="2963" y="784"/>
                  </a:lnTo>
                  <a:cubicBezTo>
                    <a:pt x="3010" y="784"/>
                    <a:pt x="3041" y="596"/>
                    <a:pt x="3041" y="377"/>
                  </a:cubicBezTo>
                  <a:cubicBezTo>
                    <a:pt x="3041" y="173"/>
                    <a:pt x="3010" y="0"/>
                    <a:pt x="29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1"/>
            <p:cNvSpPr/>
            <p:nvPr/>
          </p:nvSpPr>
          <p:spPr>
            <a:xfrm>
              <a:off x="2066800" y="796125"/>
              <a:ext cx="19225" cy="111300"/>
            </a:xfrm>
            <a:custGeom>
              <a:avLst/>
              <a:gdLst/>
              <a:ahLst/>
              <a:cxnLst/>
              <a:rect l="l" t="t" r="r" b="b"/>
              <a:pathLst>
                <a:path w="769" h="4452" extrusionOk="0">
                  <a:moveTo>
                    <a:pt x="408" y="0"/>
                  </a:moveTo>
                  <a:cubicBezTo>
                    <a:pt x="173" y="0"/>
                    <a:pt x="1" y="141"/>
                    <a:pt x="1" y="314"/>
                  </a:cubicBezTo>
                  <a:lnTo>
                    <a:pt x="1" y="4138"/>
                  </a:lnTo>
                  <a:cubicBezTo>
                    <a:pt x="1" y="4311"/>
                    <a:pt x="173" y="4452"/>
                    <a:pt x="408" y="4452"/>
                  </a:cubicBezTo>
                  <a:cubicBezTo>
                    <a:pt x="612" y="4452"/>
                    <a:pt x="769" y="4326"/>
                    <a:pt x="769" y="4170"/>
                  </a:cubicBezTo>
                  <a:lnTo>
                    <a:pt x="769" y="282"/>
                  </a:lnTo>
                  <a:cubicBezTo>
                    <a:pt x="769" y="126"/>
                    <a:pt x="612" y="0"/>
                    <a:pt x="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1"/>
            <p:cNvSpPr/>
            <p:nvPr/>
          </p:nvSpPr>
          <p:spPr>
            <a:xfrm>
              <a:off x="1921825" y="944625"/>
              <a:ext cx="84650" cy="241425"/>
            </a:xfrm>
            <a:custGeom>
              <a:avLst/>
              <a:gdLst/>
              <a:ahLst/>
              <a:cxnLst/>
              <a:rect l="l" t="t" r="r" b="b"/>
              <a:pathLst>
                <a:path w="3386" h="9657" extrusionOk="0">
                  <a:moveTo>
                    <a:pt x="3010" y="1"/>
                  </a:moveTo>
                  <a:cubicBezTo>
                    <a:pt x="2790" y="1"/>
                    <a:pt x="2618" y="142"/>
                    <a:pt x="2618" y="314"/>
                  </a:cubicBezTo>
                  <a:lnTo>
                    <a:pt x="0" y="9343"/>
                  </a:lnTo>
                  <a:cubicBezTo>
                    <a:pt x="0" y="9515"/>
                    <a:pt x="173" y="9656"/>
                    <a:pt x="392" y="9656"/>
                  </a:cubicBezTo>
                  <a:cubicBezTo>
                    <a:pt x="612" y="9656"/>
                    <a:pt x="768" y="9515"/>
                    <a:pt x="768" y="9358"/>
                  </a:cubicBezTo>
                  <a:lnTo>
                    <a:pt x="3386" y="283"/>
                  </a:lnTo>
                  <a:cubicBezTo>
                    <a:pt x="3386" y="126"/>
                    <a:pt x="3229" y="1"/>
                    <a:pt x="3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1"/>
            <p:cNvSpPr/>
            <p:nvPr/>
          </p:nvSpPr>
          <p:spPr>
            <a:xfrm>
              <a:off x="1790150" y="944625"/>
              <a:ext cx="86250" cy="241425"/>
            </a:xfrm>
            <a:custGeom>
              <a:avLst/>
              <a:gdLst/>
              <a:ahLst/>
              <a:cxnLst/>
              <a:rect l="l" t="t" r="r" b="b"/>
              <a:pathLst>
                <a:path w="3450" h="9657" extrusionOk="0">
                  <a:moveTo>
                    <a:pt x="377" y="1"/>
                  </a:moveTo>
                  <a:cubicBezTo>
                    <a:pt x="173" y="1"/>
                    <a:pt x="1" y="126"/>
                    <a:pt x="1" y="283"/>
                  </a:cubicBezTo>
                  <a:lnTo>
                    <a:pt x="2665" y="9358"/>
                  </a:lnTo>
                  <a:cubicBezTo>
                    <a:pt x="2665" y="9515"/>
                    <a:pt x="2838" y="9656"/>
                    <a:pt x="3042" y="9656"/>
                  </a:cubicBezTo>
                  <a:cubicBezTo>
                    <a:pt x="3261" y="9656"/>
                    <a:pt x="3449" y="9515"/>
                    <a:pt x="3449" y="9343"/>
                  </a:cubicBezTo>
                  <a:lnTo>
                    <a:pt x="784" y="314"/>
                  </a:lnTo>
                  <a:cubicBezTo>
                    <a:pt x="784" y="142"/>
                    <a:pt x="612" y="1"/>
                    <a:pt x="3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1"/>
            <p:cNvSpPr/>
            <p:nvPr/>
          </p:nvSpPr>
          <p:spPr>
            <a:xfrm>
              <a:off x="1709825" y="796125"/>
              <a:ext cx="19225" cy="111300"/>
            </a:xfrm>
            <a:custGeom>
              <a:avLst/>
              <a:gdLst/>
              <a:ahLst/>
              <a:cxnLst/>
              <a:rect l="l" t="t" r="r" b="b"/>
              <a:pathLst>
                <a:path w="769" h="4452" extrusionOk="0">
                  <a:moveTo>
                    <a:pt x="392" y="0"/>
                  </a:moveTo>
                  <a:cubicBezTo>
                    <a:pt x="173" y="0"/>
                    <a:pt x="0" y="141"/>
                    <a:pt x="0" y="314"/>
                  </a:cubicBezTo>
                  <a:lnTo>
                    <a:pt x="0" y="4138"/>
                  </a:lnTo>
                  <a:cubicBezTo>
                    <a:pt x="0" y="4311"/>
                    <a:pt x="173" y="4452"/>
                    <a:pt x="392" y="4452"/>
                  </a:cubicBezTo>
                  <a:cubicBezTo>
                    <a:pt x="596" y="4452"/>
                    <a:pt x="769" y="4326"/>
                    <a:pt x="769" y="4170"/>
                  </a:cubicBezTo>
                  <a:lnTo>
                    <a:pt x="769" y="282"/>
                  </a:lnTo>
                  <a:cubicBezTo>
                    <a:pt x="769" y="126"/>
                    <a:pt x="596" y="0"/>
                    <a:pt x="3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1"/>
            <p:cNvSpPr/>
            <p:nvPr/>
          </p:nvSpPr>
          <p:spPr>
            <a:xfrm>
              <a:off x="1708650" y="889850"/>
              <a:ext cx="101125" cy="71700"/>
            </a:xfrm>
            <a:custGeom>
              <a:avLst/>
              <a:gdLst/>
              <a:ahLst/>
              <a:cxnLst/>
              <a:rect l="l" t="t" r="r" b="b"/>
              <a:pathLst>
                <a:path w="4045" h="2868" extrusionOk="0">
                  <a:moveTo>
                    <a:pt x="514" y="0"/>
                  </a:moveTo>
                  <a:cubicBezTo>
                    <a:pt x="392" y="0"/>
                    <a:pt x="256" y="55"/>
                    <a:pt x="157" y="154"/>
                  </a:cubicBezTo>
                  <a:cubicBezTo>
                    <a:pt x="16" y="311"/>
                    <a:pt x="0" y="499"/>
                    <a:pt x="142" y="593"/>
                  </a:cubicBezTo>
                  <a:lnTo>
                    <a:pt x="3370" y="2819"/>
                  </a:lnTo>
                  <a:cubicBezTo>
                    <a:pt x="3415" y="2852"/>
                    <a:pt x="3473" y="2868"/>
                    <a:pt x="3536" y="2868"/>
                  </a:cubicBezTo>
                  <a:cubicBezTo>
                    <a:pt x="3651" y="2868"/>
                    <a:pt x="3781" y="2816"/>
                    <a:pt x="3872" y="2725"/>
                  </a:cubicBezTo>
                  <a:cubicBezTo>
                    <a:pt x="4029" y="2568"/>
                    <a:pt x="4044" y="2364"/>
                    <a:pt x="3903" y="2270"/>
                  </a:cubicBezTo>
                  <a:lnTo>
                    <a:pt x="706" y="60"/>
                  </a:lnTo>
                  <a:cubicBezTo>
                    <a:pt x="654" y="19"/>
                    <a:pt x="586" y="0"/>
                    <a:pt x="5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1"/>
            <p:cNvSpPr/>
            <p:nvPr/>
          </p:nvSpPr>
          <p:spPr>
            <a:xfrm>
              <a:off x="1986875" y="889850"/>
              <a:ext cx="100725" cy="71700"/>
            </a:xfrm>
            <a:custGeom>
              <a:avLst/>
              <a:gdLst/>
              <a:ahLst/>
              <a:cxnLst/>
              <a:rect l="l" t="t" r="r" b="b"/>
              <a:pathLst>
                <a:path w="4029" h="2868" extrusionOk="0">
                  <a:moveTo>
                    <a:pt x="3526" y="0"/>
                  </a:moveTo>
                  <a:cubicBezTo>
                    <a:pt x="3456" y="0"/>
                    <a:pt x="3391" y="19"/>
                    <a:pt x="3339" y="60"/>
                  </a:cubicBezTo>
                  <a:lnTo>
                    <a:pt x="141" y="2270"/>
                  </a:lnTo>
                  <a:cubicBezTo>
                    <a:pt x="0" y="2364"/>
                    <a:pt x="16" y="2568"/>
                    <a:pt x="173" y="2725"/>
                  </a:cubicBezTo>
                  <a:cubicBezTo>
                    <a:pt x="264" y="2816"/>
                    <a:pt x="388" y="2868"/>
                    <a:pt x="502" y="2868"/>
                  </a:cubicBezTo>
                  <a:cubicBezTo>
                    <a:pt x="564" y="2868"/>
                    <a:pt x="624" y="2852"/>
                    <a:pt x="674" y="2819"/>
                  </a:cubicBezTo>
                  <a:lnTo>
                    <a:pt x="3903" y="593"/>
                  </a:lnTo>
                  <a:cubicBezTo>
                    <a:pt x="4029" y="499"/>
                    <a:pt x="4029" y="311"/>
                    <a:pt x="3872" y="154"/>
                  </a:cubicBezTo>
                  <a:cubicBezTo>
                    <a:pt x="3773" y="55"/>
                    <a:pt x="3643" y="0"/>
                    <a:pt x="35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1"/>
            <p:cNvSpPr/>
            <p:nvPr/>
          </p:nvSpPr>
          <p:spPr>
            <a:xfrm>
              <a:off x="1729425" y="942675"/>
              <a:ext cx="117975" cy="231600"/>
            </a:xfrm>
            <a:custGeom>
              <a:avLst/>
              <a:gdLst/>
              <a:ahLst/>
              <a:cxnLst/>
              <a:rect l="l" t="t" r="r" b="b"/>
              <a:pathLst>
                <a:path w="4719" h="9264" extrusionOk="0">
                  <a:moveTo>
                    <a:pt x="0" y="0"/>
                  </a:moveTo>
                  <a:lnTo>
                    <a:pt x="3119" y="9233"/>
                  </a:lnTo>
                  <a:lnTo>
                    <a:pt x="4718" y="9264"/>
                  </a:lnTo>
                  <a:cubicBezTo>
                    <a:pt x="3072" y="2822"/>
                    <a:pt x="0" y="1"/>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1"/>
            <p:cNvSpPr/>
            <p:nvPr/>
          </p:nvSpPr>
          <p:spPr>
            <a:xfrm>
              <a:off x="1953175" y="941500"/>
              <a:ext cx="121100" cy="232775"/>
            </a:xfrm>
            <a:custGeom>
              <a:avLst/>
              <a:gdLst/>
              <a:ahLst/>
              <a:cxnLst/>
              <a:rect l="l" t="t" r="r" b="b"/>
              <a:pathLst>
                <a:path w="4844" h="9311" extrusionOk="0">
                  <a:moveTo>
                    <a:pt x="4844" y="0"/>
                  </a:moveTo>
                  <a:cubicBezTo>
                    <a:pt x="4843" y="1"/>
                    <a:pt x="1662" y="2869"/>
                    <a:pt x="0" y="9311"/>
                  </a:cubicBezTo>
                  <a:lnTo>
                    <a:pt x="1599" y="9280"/>
                  </a:lnTo>
                  <a:lnTo>
                    <a:pt x="4844"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1"/>
            <p:cNvSpPr/>
            <p:nvPr/>
          </p:nvSpPr>
          <p:spPr>
            <a:xfrm>
              <a:off x="1658500" y="786325"/>
              <a:ext cx="31375" cy="32150"/>
            </a:xfrm>
            <a:custGeom>
              <a:avLst/>
              <a:gdLst/>
              <a:ahLst/>
              <a:cxnLst/>
              <a:rect l="l" t="t" r="r" b="b"/>
              <a:pathLst>
                <a:path w="1255" h="1286" extrusionOk="0">
                  <a:moveTo>
                    <a:pt x="611" y="0"/>
                  </a:moveTo>
                  <a:cubicBezTo>
                    <a:pt x="267" y="0"/>
                    <a:pt x="0" y="47"/>
                    <a:pt x="0" y="486"/>
                  </a:cubicBezTo>
                  <a:cubicBezTo>
                    <a:pt x="0" y="925"/>
                    <a:pt x="282" y="1286"/>
                    <a:pt x="627" y="1286"/>
                  </a:cubicBezTo>
                  <a:cubicBezTo>
                    <a:pt x="972" y="1286"/>
                    <a:pt x="1254" y="925"/>
                    <a:pt x="1254" y="486"/>
                  </a:cubicBezTo>
                  <a:cubicBezTo>
                    <a:pt x="1254" y="47"/>
                    <a:pt x="956" y="0"/>
                    <a:pt x="6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1"/>
            <p:cNvSpPr/>
            <p:nvPr/>
          </p:nvSpPr>
          <p:spPr>
            <a:xfrm>
              <a:off x="2111475" y="786325"/>
              <a:ext cx="31775" cy="32150"/>
            </a:xfrm>
            <a:custGeom>
              <a:avLst/>
              <a:gdLst/>
              <a:ahLst/>
              <a:cxnLst/>
              <a:rect l="l" t="t" r="r" b="b"/>
              <a:pathLst>
                <a:path w="1271" h="1286" extrusionOk="0">
                  <a:moveTo>
                    <a:pt x="628" y="0"/>
                  </a:moveTo>
                  <a:cubicBezTo>
                    <a:pt x="283" y="0"/>
                    <a:pt x="1" y="47"/>
                    <a:pt x="1" y="486"/>
                  </a:cubicBezTo>
                  <a:cubicBezTo>
                    <a:pt x="1" y="925"/>
                    <a:pt x="283" y="1286"/>
                    <a:pt x="643" y="1286"/>
                  </a:cubicBezTo>
                  <a:cubicBezTo>
                    <a:pt x="988" y="1286"/>
                    <a:pt x="1270" y="925"/>
                    <a:pt x="1270" y="486"/>
                  </a:cubicBezTo>
                  <a:cubicBezTo>
                    <a:pt x="1270" y="47"/>
                    <a:pt x="972" y="0"/>
                    <a:pt x="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1"/>
            <p:cNvSpPr/>
            <p:nvPr/>
          </p:nvSpPr>
          <p:spPr>
            <a:xfrm>
              <a:off x="1712975" y="630350"/>
              <a:ext cx="91700" cy="120600"/>
            </a:xfrm>
            <a:custGeom>
              <a:avLst/>
              <a:gdLst/>
              <a:ahLst/>
              <a:cxnLst/>
              <a:rect l="l" t="t" r="r" b="b"/>
              <a:pathLst>
                <a:path w="3668" h="4824" extrusionOk="0">
                  <a:moveTo>
                    <a:pt x="2106" y="1"/>
                  </a:moveTo>
                  <a:cubicBezTo>
                    <a:pt x="1606" y="1"/>
                    <a:pt x="30" y="1691"/>
                    <a:pt x="16" y="3606"/>
                  </a:cubicBezTo>
                  <a:cubicBezTo>
                    <a:pt x="1" y="4105"/>
                    <a:pt x="2362" y="4823"/>
                    <a:pt x="2908" y="4823"/>
                  </a:cubicBezTo>
                  <a:cubicBezTo>
                    <a:pt x="2946" y="4823"/>
                    <a:pt x="2975" y="4820"/>
                    <a:pt x="2994" y="4813"/>
                  </a:cubicBezTo>
                  <a:cubicBezTo>
                    <a:pt x="3668" y="4594"/>
                    <a:pt x="2414" y="142"/>
                    <a:pt x="2179" y="17"/>
                  </a:cubicBezTo>
                  <a:cubicBezTo>
                    <a:pt x="2158" y="6"/>
                    <a:pt x="2133" y="1"/>
                    <a:pt x="21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1"/>
            <p:cNvSpPr/>
            <p:nvPr/>
          </p:nvSpPr>
          <p:spPr>
            <a:xfrm>
              <a:off x="1808300" y="584325"/>
              <a:ext cx="66925" cy="88050"/>
            </a:xfrm>
            <a:custGeom>
              <a:avLst/>
              <a:gdLst/>
              <a:ahLst/>
              <a:cxnLst/>
              <a:rect l="l" t="t" r="r" b="b"/>
              <a:pathLst>
                <a:path w="2677" h="3522" extrusionOk="0">
                  <a:moveTo>
                    <a:pt x="2065" y="0"/>
                  </a:moveTo>
                  <a:cubicBezTo>
                    <a:pt x="1611" y="0"/>
                    <a:pt x="553" y="340"/>
                    <a:pt x="294" y="572"/>
                  </a:cubicBezTo>
                  <a:cubicBezTo>
                    <a:pt x="1" y="834"/>
                    <a:pt x="1906" y="3521"/>
                    <a:pt x="2267" y="3521"/>
                  </a:cubicBezTo>
                  <a:cubicBezTo>
                    <a:pt x="2273" y="3521"/>
                    <a:pt x="2279" y="3521"/>
                    <a:pt x="2284" y="3519"/>
                  </a:cubicBezTo>
                  <a:cubicBezTo>
                    <a:pt x="2676" y="3409"/>
                    <a:pt x="2519" y="133"/>
                    <a:pt x="2221" y="24"/>
                  </a:cubicBezTo>
                  <a:cubicBezTo>
                    <a:pt x="2185" y="8"/>
                    <a:pt x="2132" y="0"/>
                    <a:pt x="206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1"/>
            <p:cNvSpPr/>
            <p:nvPr/>
          </p:nvSpPr>
          <p:spPr>
            <a:xfrm>
              <a:off x="1811800" y="587625"/>
              <a:ext cx="60275" cy="78850"/>
            </a:xfrm>
            <a:custGeom>
              <a:avLst/>
              <a:gdLst/>
              <a:ahLst/>
              <a:cxnLst/>
              <a:rect l="l" t="t" r="r" b="b"/>
              <a:pathLst>
                <a:path w="2411" h="3154" extrusionOk="0">
                  <a:moveTo>
                    <a:pt x="1829" y="1"/>
                  </a:moveTo>
                  <a:cubicBezTo>
                    <a:pt x="1433" y="1"/>
                    <a:pt x="484" y="280"/>
                    <a:pt x="263" y="487"/>
                  </a:cubicBezTo>
                  <a:cubicBezTo>
                    <a:pt x="0" y="720"/>
                    <a:pt x="1740" y="3153"/>
                    <a:pt x="2055" y="3153"/>
                  </a:cubicBezTo>
                  <a:cubicBezTo>
                    <a:pt x="2059" y="3153"/>
                    <a:pt x="2062" y="3153"/>
                    <a:pt x="2066" y="3152"/>
                  </a:cubicBezTo>
                  <a:cubicBezTo>
                    <a:pt x="2411" y="3042"/>
                    <a:pt x="2223" y="127"/>
                    <a:pt x="1956" y="17"/>
                  </a:cubicBezTo>
                  <a:cubicBezTo>
                    <a:pt x="1926" y="6"/>
                    <a:pt x="1882" y="1"/>
                    <a:pt x="1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1"/>
            <p:cNvSpPr/>
            <p:nvPr/>
          </p:nvSpPr>
          <p:spPr>
            <a:xfrm>
              <a:off x="1911625" y="583475"/>
              <a:ext cx="67700" cy="87725"/>
            </a:xfrm>
            <a:custGeom>
              <a:avLst/>
              <a:gdLst/>
              <a:ahLst/>
              <a:cxnLst/>
              <a:rect l="l" t="t" r="r" b="b"/>
              <a:pathLst>
                <a:path w="2708" h="3509" extrusionOk="0">
                  <a:moveTo>
                    <a:pt x="624" y="1"/>
                  </a:moveTo>
                  <a:cubicBezTo>
                    <a:pt x="545" y="1"/>
                    <a:pt x="482" y="9"/>
                    <a:pt x="440" y="26"/>
                  </a:cubicBezTo>
                  <a:cubicBezTo>
                    <a:pt x="142" y="152"/>
                    <a:pt x="1" y="3412"/>
                    <a:pt x="393" y="3506"/>
                  </a:cubicBezTo>
                  <a:cubicBezTo>
                    <a:pt x="398" y="3508"/>
                    <a:pt x="404" y="3508"/>
                    <a:pt x="410" y="3508"/>
                  </a:cubicBezTo>
                  <a:cubicBezTo>
                    <a:pt x="786" y="3508"/>
                    <a:pt x="2708" y="775"/>
                    <a:pt x="2415" y="528"/>
                  </a:cubicBezTo>
                  <a:cubicBezTo>
                    <a:pt x="2159" y="299"/>
                    <a:pt x="1105" y="1"/>
                    <a:pt x="6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1"/>
            <p:cNvSpPr/>
            <p:nvPr/>
          </p:nvSpPr>
          <p:spPr>
            <a:xfrm>
              <a:off x="1915150" y="587625"/>
              <a:ext cx="59900" cy="78850"/>
            </a:xfrm>
            <a:custGeom>
              <a:avLst/>
              <a:gdLst/>
              <a:ahLst/>
              <a:cxnLst/>
              <a:rect l="l" t="t" r="r" b="b"/>
              <a:pathLst>
                <a:path w="2396" h="3154" extrusionOk="0">
                  <a:moveTo>
                    <a:pt x="572" y="1"/>
                  </a:moveTo>
                  <a:cubicBezTo>
                    <a:pt x="517" y="1"/>
                    <a:pt x="472" y="6"/>
                    <a:pt x="440" y="17"/>
                  </a:cubicBezTo>
                  <a:cubicBezTo>
                    <a:pt x="189" y="127"/>
                    <a:pt x="1" y="3042"/>
                    <a:pt x="346" y="3152"/>
                  </a:cubicBezTo>
                  <a:cubicBezTo>
                    <a:pt x="349" y="3153"/>
                    <a:pt x="353" y="3153"/>
                    <a:pt x="356" y="3153"/>
                  </a:cubicBezTo>
                  <a:cubicBezTo>
                    <a:pt x="656" y="3153"/>
                    <a:pt x="2396" y="720"/>
                    <a:pt x="2148" y="487"/>
                  </a:cubicBezTo>
                  <a:cubicBezTo>
                    <a:pt x="1914" y="280"/>
                    <a:pt x="975"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1"/>
            <p:cNvSpPr/>
            <p:nvPr/>
          </p:nvSpPr>
          <p:spPr>
            <a:xfrm>
              <a:off x="1982550" y="630325"/>
              <a:ext cx="103475" cy="128450"/>
            </a:xfrm>
            <a:custGeom>
              <a:avLst/>
              <a:gdLst/>
              <a:ahLst/>
              <a:cxnLst/>
              <a:rect l="l" t="t" r="r" b="b"/>
              <a:pathLst>
                <a:path w="4139" h="5138" extrusionOk="0">
                  <a:moveTo>
                    <a:pt x="1760" y="0"/>
                  </a:moveTo>
                  <a:cubicBezTo>
                    <a:pt x="1729" y="0"/>
                    <a:pt x="1701" y="6"/>
                    <a:pt x="1678" y="18"/>
                  </a:cubicBezTo>
                  <a:cubicBezTo>
                    <a:pt x="1427" y="159"/>
                    <a:pt x="1" y="4892"/>
                    <a:pt x="753" y="5127"/>
                  </a:cubicBezTo>
                  <a:cubicBezTo>
                    <a:pt x="774" y="5134"/>
                    <a:pt x="806" y="5138"/>
                    <a:pt x="846" y="5138"/>
                  </a:cubicBezTo>
                  <a:cubicBezTo>
                    <a:pt x="1462" y="5138"/>
                    <a:pt x="4139" y="4386"/>
                    <a:pt x="4139" y="3842"/>
                  </a:cubicBezTo>
                  <a:cubicBezTo>
                    <a:pt x="4109" y="1809"/>
                    <a:pt x="2323" y="0"/>
                    <a:pt x="176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1"/>
            <p:cNvSpPr/>
            <p:nvPr/>
          </p:nvSpPr>
          <p:spPr>
            <a:xfrm>
              <a:off x="1988425" y="635050"/>
              <a:ext cx="93700" cy="120600"/>
            </a:xfrm>
            <a:custGeom>
              <a:avLst/>
              <a:gdLst/>
              <a:ahLst/>
              <a:cxnLst/>
              <a:rect l="l" t="t" r="r" b="b"/>
              <a:pathLst>
                <a:path w="3748" h="4824" extrusionOk="0">
                  <a:moveTo>
                    <a:pt x="1594" y="1"/>
                  </a:moveTo>
                  <a:cubicBezTo>
                    <a:pt x="1566" y="1"/>
                    <a:pt x="1542" y="6"/>
                    <a:pt x="1521" y="17"/>
                  </a:cubicBezTo>
                  <a:cubicBezTo>
                    <a:pt x="1286" y="142"/>
                    <a:pt x="1" y="4594"/>
                    <a:pt x="675" y="4813"/>
                  </a:cubicBezTo>
                  <a:cubicBezTo>
                    <a:pt x="695" y="4820"/>
                    <a:pt x="726" y="4824"/>
                    <a:pt x="766" y="4824"/>
                  </a:cubicBezTo>
                  <a:cubicBezTo>
                    <a:pt x="1336" y="4824"/>
                    <a:pt x="3747" y="4119"/>
                    <a:pt x="3747" y="3606"/>
                  </a:cubicBezTo>
                  <a:cubicBezTo>
                    <a:pt x="3717" y="1705"/>
                    <a:pt x="2097" y="1"/>
                    <a:pt x="1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1"/>
            <p:cNvSpPr/>
            <p:nvPr/>
          </p:nvSpPr>
          <p:spPr>
            <a:xfrm>
              <a:off x="1694550" y="795850"/>
              <a:ext cx="91700" cy="17150"/>
            </a:xfrm>
            <a:custGeom>
              <a:avLst/>
              <a:gdLst/>
              <a:ahLst/>
              <a:cxnLst/>
              <a:rect l="l" t="t" r="r" b="b"/>
              <a:pathLst>
                <a:path w="3668" h="686" extrusionOk="0">
                  <a:moveTo>
                    <a:pt x="1837" y="0"/>
                  </a:moveTo>
                  <a:cubicBezTo>
                    <a:pt x="1200" y="0"/>
                    <a:pt x="607" y="11"/>
                    <a:pt x="455" y="11"/>
                  </a:cubicBezTo>
                  <a:cubicBezTo>
                    <a:pt x="79" y="11"/>
                    <a:pt x="0" y="152"/>
                    <a:pt x="0" y="340"/>
                  </a:cubicBezTo>
                  <a:cubicBezTo>
                    <a:pt x="0" y="528"/>
                    <a:pt x="79" y="685"/>
                    <a:pt x="455" y="685"/>
                  </a:cubicBezTo>
                  <a:cubicBezTo>
                    <a:pt x="815" y="685"/>
                    <a:pt x="3668" y="309"/>
                    <a:pt x="3668" y="121"/>
                  </a:cubicBezTo>
                  <a:cubicBezTo>
                    <a:pt x="3668" y="21"/>
                    <a:pt x="2712" y="0"/>
                    <a:pt x="1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1"/>
            <p:cNvSpPr/>
            <p:nvPr/>
          </p:nvSpPr>
          <p:spPr>
            <a:xfrm>
              <a:off x="2007250" y="795850"/>
              <a:ext cx="90150" cy="17150"/>
            </a:xfrm>
            <a:custGeom>
              <a:avLst/>
              <a:gdLst/>
              <a:ahLst/>
              <a:cxnLst/>
              <a:rect l="l" t="t" r="r" b="b"/>
              <a:pathLst>
                <a:path w="3606" h="686" extrusionOk="0">
                  <a:moveTo>
                    <a:pt x="1803" y="0"/>
                  </a:moveTo>
                  <a:cubicBezTo>
                    <a:pt x="941" y="0"/>
                    <a:pt x="0" y="21"/>
                    <a:pt x="0" y="121"/>
                  </a:cubicBezTo>
                  <a:cubicBezTo>
                    <a:pt x="0" y="309"/>
                    <a:pt x="2806" y="685"/>
                    <a:pt x="3167" y="685"/>
                  </a:cubicBezTo>
                  <a:cubicBezTo>
                    <a:pt x="3527" y="685"/>
                    <a:pt x="3605" y="528"/>
                    <a:pt x="3605" y="340"/>
                  </a:cubicBezTo>
                  <a:cubicBezTo>
                    <a:pt x="3605" y="152"/>
                    <a:pt x="3527" y="11"/>
                    <a:pt x="3167" y="11"/>
                  </a:cubicBezTo>
                  <a:cubicBezTo>
                    <a:pt x="3015" y="11"/>
                    <a:pt x="2429" y="0"/>
                    <a:pt x="18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1"/>
            <p:cNvSpPr/>
            <p:nvPr/>
          </p:nvSpPr>
          <p:spPr>
            <a:xfrm>
              <a:off x="1920250" y="602925"/>
              <a:ext cx="41125" cy="54125"/>
            </a:xfrm>
            <a:custGeom>
              <a:avLst/>
              <a:gdLst/>
              <a:ahLst/>
              <a:cxnLst/>
              <a:rect l="l" t="t" r="r" b="b"/>
              <a:pathLst>
                <a:path w="1645" h="2165" extrusionOk="0">
                  <a:moveTo>
                    <a:pt x="407" y="1"/>
                  </a:moveTo>
                  <a:cubicBezTo>
                    <a:pt x="362" y="1"/>
                    <a:pt x="324" y="6"/>
                    <a:pt x="298" y="16"/>
                  </a:cubicBezTo>
                  <a:cubicBezTo>
                    <a:pt x="126" y="79"/>
                    <a:pt x="1" y="2085"/>
                    <a:pt x="236" y="2164"/>
                  </a:cubicBezTo>
                  <a:cubicBezTo>
                    <a:pt x="238" y="2164"/>
                    <a:pt x="241" y="2165"/>
                    <a:pt x="244" y="2165"/>
                  </a:cubicBezTo>
                  <a:cubicBezTo>
                    <a:pt x="457" y="2165"/>
                    <a:pt x="1644" y="500"/>
                    <a:pt x="1474" y="330"/>
                  </a:cubicBezTo>
                  <a:cubicBezTo>
                    <a:pt x="1325" y="195"/>
                    <a:pt x="697"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1"/>
            <p:cNvSpPr/>
            <p:nvPr/>
          </p:nvSpPr>
          <p:spPr>
            <a:xfrm>
              <a:off x="1823925" y="600300"/>
              <a:ext cx="40325" cy="52450"/>
            </a:xfrm>
            <a:custGeom>
              <a:avLst/>
              <a:gdLst/>
              <a:ahLst/>
              <a:cxnLst/>
              <a:rect l="l" t="t" r="r" b="b"/>
              <a:pathLst>
                <a:path w="1613" h="2098" extrusionOk="0">
                  <a:moveTo>
                    <a:pt x="1212" y="1"/>
                  </a:moveTo>
                  <a:cubicBezTo>
                    <a:pt x="947" y="1"/>
                    <a:pt x="322" y="187"/>
                    <a:pt x="170" y="325"/>
                  </a:cubicBezTo>
                  <a:cubicBezTo>
                    <a:pt x="0" y="480"/>
                    <a:pt x="1156" y="2097"/>
                    <a:pt x="1369" y="2097"/>
                  </a:cubicBezTo>
                  <a:cubicBezTo>
                    <a:pt x="1372" y="2097"/>
                    <a:pt x="1374" y="2097"/>
                    <a:pt x="1377" y="2096"/>
                  </a:cubicBezTo>
                  <a:cubicBezTo>
                    <a:pt x="1612" y="2034"/>
                    <a:pt x="1487" y="90"/>
                    <a:pt x="1299" y="12"/>
                  </a:cubicBezTo>
                  <a:cubicBezTo>
                    <a:pt x="1278" y="4"/>
                    <a:pt x="1249" y="1"/>
                    <a:pt x="1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1"/>
            <p:cNvSpPr/>
            <p:nvPr/>
          </p:nvSpPr>
          <p:spPr>
            <a:xfrm>
              <a:off x="2002150" y="658300"/>
              <a:ext cx="65825" cy="84275"/>
            </a:xfrm>
            <a:custGeom>
              <a:avLst/>
              <a:gdLst/>
              <a:ahLst/>
              <a:cxnLst/>
              <a:rect l="l" t="t" r="r" b="b"/>
              <a:pathLst>
                <a:path w="2633" h="3371" extrusionOk="0">
                  <a:moveTo>
                    <a:pt x="1132" y="1"/>
                  </a:moveTo>
                  <a:cubicBezTo>
                    <a:pt x="1113" y="1"/>
                    <a:pt x="1096" y="4"/>
                    <a:pt x="1082" y="12"/>
                  </a:cubicBezTo>
                  <a:cubicBezTo>
                    <a:pt x="910" y="90"/>
                    <a:pt x="1" y="3209"/>
                    <a:pt x="486" y="3366"/>
                  </a:cubicBezTo>
                  <a:cubicBezTo>
                    <a:pt x="498" y="3369"/>
                    <a:pt x="515" y="3371"/>
                    <a:pt x="537" y="3371"/>
                  </a:cubicBezTo>
                  <a:cubicBezTo>
                    <a:pt x="910" y="3371"/>
                    <a:pt x="2633" y="2875"/>
                    <a:pt x="2618" y="2519"/>
                  </a:cubicBezTo>
                  <a:cubicBezTo>
                    <a:pt x="2603" y="1183"/>
                    <a:pt x="1476" y="1"/>
                    <a:pt x="1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11"/>
            <p:cNvSpPr/>
            <p:nvPr/>
          </p:nvSpPr>
          <p:spPr>
            <a:xfrm>
              <a:off x="1727850" y="657850"/>
              <a:ext cx="63900" cy="83625"/>
            </a:xfrm>
            <a:custGeom>
              <a:avLst/>
              <a:gdLst/>
              <a:ahLst/>
              <a:cxnLst/>
              <a:rect l="l" t="t" r="r" b="b"/>
              <a:pathLst>
                <a:path w="2556" h="3345" extrusionOk="0">
                  <a:moveTo>
                    <a:pt x="1450" y="0"/>
                  </a:moveTo>
                  <a:cubicBezTo>
                    <a:pt x="1102" y="0"/>
                    <a:pt x="15" y="1177"/>
                    <a:pt x="0" y="2506"/>
                  </a:cubicBezTo>
                  <a:cubicBezTo>
                    <a:pt x="0" y="2857"/>
                    <a:pt x="1624" y="3345"/>
                    <a:pt x="2020" y="3345"/>
                  </a:cubicBezTo>
                  <a:cubicBezTo>
                    <a:pt x="2048" y="3345"/>
                    <a:pt x="2070" y="3342"/>
                    <a:pt x="2085" y="3337"/>
                  </a:cubicBezTo>
                  <a:cubicBezTo>
                    <a:pt x="2555" y="3196"/>
                    <a:pt x="1678" y="92"/>
                    <a:pt x="1505" y="14"/>
                  </a:cubicBezTo>
                  <a:cubicBezTo>
                    <a:pt x="1490" y="5"/>
                    <a:pt x="1471" y="0"/>
                    <a:pt x="1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11"/>
            <p:cNvSpPr/>
            <p:nvPr/>
          </p:nvSpPr>
          <p:spPr>
            <a:xfrm>
              <a:off x="2106000" y="876000"/>
              <a:ext cx="22750" cy="35375"/>
            </a:xfrm>
            <a:custGeom>
              <a:avLst/>
              <a:gdLst/>
              <a:ahLst/>
              <a:cxnLst/>
              <a:rect l="l" t="t" r="r" b="b"/>
              <a:pathLst>
                <a:path w="910" h="1415" extrusionOk="0">
                  <a:moveTo>
                    <a:pt x="319" y="0"/>
                  </a:moveTo>
                  <a:cubicBezTo>
                    <a:pt x="157" y="0"/>
                    <a:pt x="16" y="274"/>
                    <a:pt x="16" y="645"/>
                  </a:cubicBezTo>
                  <a:cubicBezTo>
                    <a:pt x="0" y="1037"/>
                    <a:pt x="126" y="1382"/>
                    <a:pt x="298" y="1413"/>
                  </a:cubicBezTo>
                  <a:cubicBezTo>
                    <a:pt x="303" y="1414"/>
                    <a:pt x="309" y="1415"/>
                    <a:pt x="314" y="1415"/>
                  </a:cubicBezTo>
                  <a:cubicBezTo>
                    <a:pt x="507" y="1415"/>
                    <a:pt x="878" y="885"/>
                    <a:pt x="894" y="504"/>
                  </a:cubicBezTo>
                  <a:cubicBezTo>
                    <a:pt x="909" y="128"/>
                    <a:pt x="533" y="34"/>
                    <a:pt x="345" y="3"/>
                  </a:cubicBezTo>
                  <a:cubicBezTo>
                    <a:pt x="336" y="1"/>
                    <a:pt x="328" y="0"/>
                    <a:pt x="3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1"/>
            <p:cNvSpPr/>
            <p:nvPr/>
          </p:nvSpPr>
          <p:spPr>
            <a:xfrm>
              <a:off x="1673000" y="873650"/>
              <a:ext cx="23125" cy="35375"/>
            </a:xfrm>
            <a:custGeom>
              <a:avLst/>
              <a:gdLst/>
              <a:ahLst/>
              <a:cxnLst/>
              <a:rect l="l" t="t" r="r" b="b"/>
              <a:pathLst>
                <a:path w="925" h="1415" extrusionOk="0">
                  <a:moveTo>
                    <a:pt x="621" y="0"/>
                  </a:moveTo>
                  <a:cubicBezTo>
                    <a:pt x="612" y="0"/>
                    <a:pt x="604" y="1"/>
                    <a:pt x="596" y="3"/>
                  </a:cubicBezTo>
                  <a:cubicBezTo>
                    <a:pt x="408" y="34"/>
                    <a:pt x="0" y="112"/>
                    <a:pt x="0" y="489"/>
                  </a:cubicBezTo>
                  <a:cubicBezTo>
                    <a:pt x="0" y="870"/>
                    <a:pt x="371" y="1415"/>
                    <a:pt x="565" y="1415"/>
                  </a:cubicBezTo>
                  <a:cubicBezTo>
                    <a:pt x="570" y="1415"/>
                    <a:pt x="575" y="1414"/>
                    <a:pt x="580" y="1413"/>
                  </a:cubicBezTo>
                  <a:cubicBezTo>
                    <a:pt x="768" y="1382"/>
                    <a:pt x="925" y="1037"/>
                    <a:pt x="925" y="661"/>
                  </a:cubicBezTo>
                  <a:cubicBezTo>
                    <a:pt x="925" y="288"/>
                    <a:pt x="783" y="0"/>
                    <a:pt x="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1"/>
            <p:cNvSpPr/>
            <p:nvPr/>
          </p:nvSpPr>
          <p:spPr>
            <a:xfrm>
              <a:off x="1956300" y="585100"/>
              <a:ext cx="68200" cy="28575"/>
            </a:xfrm>
            <a:custGeom>
              <a:avLst/>
              <a:gdLst/>
              <a:ahLst/>
              <a:cxnLst/>
              <a:rect l="l" t="t" r="r" b="b"/>
              <a:pathLst>
                <a:path w="2728" h="1143" extrusionOk="0">
                  <a:moveTo>
                    <a:pt x="52" y="0"/>
                  </a:moveTo>
                  <a:cubicBezTo>
                    <a:pt x="32" y="0"/>
                    <a:pt x="20" y="3"/>
                    <a:pt x="16" y="8"/>
                  </a:cubicBezTo>
                  <a:cubicBezTo>
                    <a:pt x="1" y="55"/>
                    <a:pt x="643" y="291"/>
                    <a:pt x="1380" y="604"/>
                  </a:cubicBezTo>
                  <a:cubicBezTo>
                    <a:pt x="2077" y="880"/>
                    <a:pt x="2612" y="1142"/>
                    <a:pt x="2700" y="1142"/>
                  </a:cubicBezTo>
                  <a:cubicBezTo>
                    <a:pt x="2707" y="1142"/>
                    <a:pt x="2711" y="1140"/>
                    <a:pt x="2712" y="1137"/>
                  </a:cubicBezTo>
                  <a:cubicBezTo>
                    <a:pt x="2728" y="1090"/>
                    <a:pt x="2195" y="729"/>
                    <a:pt x="1458" y="432"/>
                  </a:cubicBezTo>
                  <a:cubicBezTo>
                    <a:pt x="794" y="155"/>
                    <a:pt x="203" y="0"/>
                    <a:pt x="52"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1"/>
            <p:cNvSpPr/>
            <p:nvPr/>
          </p:nvSpPr>
          <p:spPr>
            <a:xfrm>
              <a:off x="1698450" y="799250"/>
              <a:ext cx="397000" cy="6700"/>
            </a:xfrm>
            <a:custGeom>
              <a:avLst/>
              <a:gdLst/>
              <a:ahLst/>
              <a:cxnLst/>
              <a:rect l="l" t="t" r="r" b="b"/>
              <a:pathLst>
                <a:path w="15880" h="268" extrusionOk="0">
                  <a:moveTo>
                    <a:pt x="393" y="1"/>
                  </a:moveTo>
                  <a:cubicBezTo>
                    <a:pt x="173" y="1"/>
                    <a:pt x="1" y="63"/>
                    <a:pt x="1" y="126"/>
                  </a:cubicBezTo>
                  <a:cubicBezTo>
                    <a:pt x="1" y="204"/>
                    <a:pt x="189" y="267"/>
                    <a:pt x="424" y="267"/>
                  </a:cubicBezTo>
                  <a:lnTo>
                    <a:pt x="15456" y="267"/>
                  </a:lnTo>
                  <a:cubicBezTo>
                    <a:pt x="15691" y="267"/>
                    <a:pt x="15879" y="204"/>
                    <a:pt x="15879" y="126"/>
                  </a:cubicBezTo>
                  <a:cubicBezTo>
                    <a:pt x="15879" y="63"/>
                    <a:pt x="15707" y="1"/>
                    <a:pt x="154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1"/>
            <p:cNvSpPr/>
            <p:nvPr/>
          </p:nvSpPr>
          <p:spPr>
            <a:xfrm>
              <a:off x="1975100" y="1007325"/>
              <a:ext cx="58025" cy="123075"/>
            </a:xfrm>
            <a:custGeom>
              <a:avLst/>
              <a:gdLst/>
              <a:ahLst/>
              <a:cxnLst/>
              <a:rect l="l" t="t" r="r" b="b"/>
              <a:pathLst>
                <a:path w="2321" h="4923" extrusionOk="0">
                  <a:moveTo>
                    <a:pt x="2321" y="1"/>
                  </a:moveTo>
                  <a:cubicBezTo>
                    <a:pt x="2321" y="1"/>
                    <a:pt x="1098" y="1929"/>
                    <a:pt x="1" y="4922"/>
                  </a:cubicBezTo>
                  <a:lnTo>
                    <a:pt x="738" y="4922"/>
                  </a:lnTo>
                  <a:lnTo>
                    <a:pt x="232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11"/>
            <p:cNvSpPr/>
            <p:nvPr/>
          </p:nvSpPr>
          <p:spPr>
            <a:xfrm>
              <a:off x="1766650" y="1007325"/>
              <a:ext cx="58025" cy="123075"/>
            </a:xfrm>
            <a:custGeom>
              <a:avLst/>
              <a:gdLst/>
              <a:ahLst/>
              <a:cxnLst/>
              <a:rect l="l" t="t" r="r" b="b"/>
              <a:pathLst>
                <a:path w="2321" h="4923" extrusionOk="0">
                  <a:moveTo>
                    <a:pt x="0" y="1"/>
                  </a:moveTo>
                  <a:lnTo>
                    <a:pt x="1583" y="4922"/>
                  </a:lnTo>
                  <a:lnTo>
                    <a:pt x="2320" y="4922"/>
                  </a:lnTo>
                  <a:cubicBezTo>
                    <a:pt x="1207" y="1929"/>
                    <a:pt x="0" y="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6" name="Google Shape;3296;p11"/>
          <p:cNvGrpSpPr/>
          <p:nvPr/>
        </p:nvGrpSpPr>
        <p:grpSpPr>
          <a:xfrm rot="2548689" flipH="1">
            <a:off x="-206721" y="-201531"/>
            <a:ext cx="1458124" cy="1624032"/>
            <a:chOff x="1416325" y="1320700"/>
            <a:chExt cx="836250" cy="931400"/>
          </a:xfrm>
        </p:grpSpPr>
        <p:sp>
          <p:nvSpPr>
            <p:cNvPr id="3297" name="Google Shape;3297;p11"/>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11"/>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11"/>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11"/>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11"/>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11"/>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11"/>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11"/>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11"/>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11"/>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11"/>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11"/>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11"/>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11"/>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11"/>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11"/>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11"/>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11"/>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11"/>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11"/>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11"/>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11"/>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11"/>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11"/>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11"/>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11"/>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11"/>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11"/>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11"/>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11"/>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11"/>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11"/>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11"/>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11"/>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11"/>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11"/>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11"/>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11"/>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11"/>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11"/>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11"/>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11"/>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11"/>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11"/>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11"/>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11"/>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11"/>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11"/>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11"/>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11"/>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11"/>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11"/>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11"/>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11"/>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11"/>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11"/>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11"/>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11"/>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11"/>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11"/>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11"/>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11"/>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11"/>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11"/>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11"/>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11"/>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11"/>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11"/>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11"/>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11"/>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11"/>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11"/>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11"/>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11"/>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11"/>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11"/>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11"/>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11"/>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11"/>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11"/>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11"/>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11"/>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11"/>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11"/>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11"/>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11"/>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11"/>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11"/>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11"/>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11"/>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11"/>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11"/>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11"/>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11"/>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11"/>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2" name="Google Shape;3392;p11"/>
          <p:cNvGrpSpPr/>
          <p:nvPr/>
        </p:nvGrpSpPr>
        <p:grpSpPr>
          <a:xfrm rot="-1818263">
            <a:off x="8130153" y="2278662"/>
            <a:ext cx="1538648" cy="1577706"/>
            <a:chOff x="3993975" y="1524025"/>
            <a:chExt cx="781000" cy="800825"/>
          </a:xfrm>
        </p:grpSpPr>
        <p:sp>
          <p:nvSpPr>
            <p:cNvPr id="3393" name="Google Shape;3393;p11"/>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11"/>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11"/>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11"/>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11"/>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11"/>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11"/>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11"/>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11"/>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11"/>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11"/>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11"/>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11"/>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11"/>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11"/>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11"/>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11"/>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11"/>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11"/>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11"/>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11"/>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11"/>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11"/>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11"/>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11"/>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11"/>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11"/>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11"/>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11"/>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11"/>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11"/>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11"/>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11"/>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11"/>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11"/>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11"/>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11"/>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11"/>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11"/>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32" name="Google Shape;3432;p11"/>
          <p:cNvGrpSpPr/>
          <p:nvPr/>
        </p:nvGrpSpPr>
        <p:grpSpPr>
          <a:xfrm rot="10800000" flipH="1">
            <a:off x="4593461" y="-201890"/>
            <a:ext cx="897096" cy="874904"/>
            <a:chOff x="225997" y="123301"/>
            <a:chExt cx="631802" cy="616130"/>
          </a:xfrm>
        </p:grpSpPr>
        <p:grpSp>
          <p:nvGrpSpPr>
            <p:cNvPr id="3433" name="Google Shape;3433;p11"/>
            <p:cNvGrpSpPr/>
            <p:nvPr/>
          </p:nvGrpSpPr>
          <p:grpSpPr>
            <a:xfrm rot="9089783">
              <a:off x="302065" y="211047"/>
              <a:ext cx="479665" cy="440638"/>
              <a:chOff x="-960976" y="1975682"/>
              <a:chExt cx="1155492" cy="1061477"/>
            </a:xfrm>
          </p:grpSpPr>
          <p:sp>
            <p:nvSpPr>
              <p:cNvPr id="3434" name="Google Shape;3434;p11"/>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11"/>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11"/>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11"/>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11"/>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11"/>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11"/>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11"/>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11"/>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11"/>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11"/>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11"/>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11"/>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11"/>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11"/>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11"/>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11"/>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11"/>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11"/>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11"/>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11"/>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11"/>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11"/>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11"/>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11"/>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11"/>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11"/>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11"/>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11"/>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11"/>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11"/>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11"/>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11"/>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11"/>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11"/>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11"/>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11"/>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11"/>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11"/>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11"/>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11"/>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11"/>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11"/>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7" name="Google Shape;3477;p11"/>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78" name="Google Shape;3478;p11"/>
            <p:cNvGrpSpPr/>
            <p:nvPr/>
          </p:nvGrpSpPr>
          <p:grpSpPr>
            <a:xfrm>
              <a:off x="357526" y="269347"/>
              <a:ext cx="326648" cy="309474"/>
              <a:chOff x="3550326" y="4310672"/>
              <a:chExt cx="393741" cy="373040"/>
            </a:xfrm>
          </p:grpSpPr>
          <p:sp>
            <p:nvSpPr>
              <p:cNvPr id="3479" name="Google Shape;3479;p11"/>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11"/>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11"/>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11"/>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11"/>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11"/>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11"/>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11"/>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11"/>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11"/>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11"/>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11"/>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11"/>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11"/>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11"/>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11"/>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11"/>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11"/>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11"/>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11"/>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11"/>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11"/>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11"/>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11"/>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11"/>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11"/>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11"/>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11"/>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11"/>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11"/>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11"/>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11"/>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11"/>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11"/>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11"/>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11"/>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11"/>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11"/>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11"/>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11"/>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11"/>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11"/>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11"/>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11"/>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11"/>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11"/>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11"/>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11"/>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11"/>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11"/>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11"/>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11"/>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11"/>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11"/>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11"/>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11"/>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11"/>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11"/>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11"/>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11"/>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11"/>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11"/>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11"/>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2" name="Google Shape;3542;p11"/>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11"/>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11"/>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5" name="Google Shape;3545;p11"/>
          <p:cNvSpPr txBox="1">
            <a:spLocks noGrp="1"/>
          </p:cNvSpPr>
          <p:nvPr>
            <p:ph type="title" hasCustomPrompt="1"/>
          </p:nvPr>
        </p:nvSpPr>
        <p:spPr>
          <a:xfrm>
            <a:off x="1771500" y="1409788"/>
            <a:ext cx="5601000" cy="14100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10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546" name="Google Shape;3546;p11"/>
          <p:cNvSpPr txBox="1">
            <a:spLocks noGrp="1"/>
          </p:cNvSpPr>
          <p:nvPr>
            <p:ph type="subTitle" idx="1"/>
          </p:nvPr>
        </p:nvSpPr>
        <p:spPr>
          <a:xfrm>
            <a:off x="1771500" y="2819563"/>
            <a:ext cx="5601000" cy="497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547"/>
        <p:cNvGrpSpPr/>
        <p:nvPr/>
      </p:nvGrpSpPr>
      <p:grpSpPr>
        <a:xfrm>
          <a:off x="0" y="0"/>
          <a:ext cx="0" cy="0"/>
          <a:chOff x="0" y="0"/>
          <a:chExt cx="0" cy="0"/>
        </a:xfrm>
      </p:grpSpPr>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3548"/>
        <p:cNvGrpSpPr/>
        <p:nvPr/>
      </p:nvGrpSpPr>
      <p:grpSpPr>
        <a:xfrm>
          <a:off x="0" y="0"/>
          <a:ext cx="0" cy="0"/>
          <a:chOff x="0" y="0"/>
          <a:chExt cx="0" cy="0"/>
        </a:xfrm>
      </p:grpSpPr>
      <p:sp>
        <p:nvSpPr>
          <p:cNvPr id="3549" name="Google Shape;3549;p13"/>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0" name="Google Shape;3550;p13"/>
          <p:cNvGrpSpPr/>
          <p:nvPr/>
        </p:nvGrpSpPr>
        <p:grpSpPr>
          <a:xfrm rot="2293403">
            <a:off x="7725823" y="238747"/>
            <a:ext cx="1256816" cy="1399819"/>
            <a:chOff x="1416325" y="1320700"/>
            <a:chExt cx="836250" cy="931400"/>
          </a:xfrm>
        </p:grpSpPr>
        <p:sp>
          <p:nvSpPr>
            <p:cNvPr id="3551" name="Google Shape;3551;p13"/>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13"/>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13"/>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13"/>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13"/>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13"/>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13"/>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13"/>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13"/>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13"/>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13"/>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13"/>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13"/>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13"/>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13"/>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13"/>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13"/>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13"/>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13"/>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13"/>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13"/>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13"/>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13"/>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13"/>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13"/>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13"/>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13"/>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13"/>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13"/>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13"/>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13"/>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13"/>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13"/>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13"/>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13"/>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13"/>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13"/>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13"/>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13"/>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13"/>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13"/>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13"/>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13"/>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13"/>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13"/>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13"/>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13"/>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13"/>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13"/>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13"/>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13"/>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13"/>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13"/>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13"/>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13"/>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13"/>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13"/>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13"/>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13"/>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13"/>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13"/>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13"/>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13"/>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13"/>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13"/>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13"/>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13"/>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13"/>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13"/>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13"/>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13"/>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13"/>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13"/>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13"/>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13"/>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13"/>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13"/>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13"/>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13"/>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13"/>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13"/>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13"/>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13"/>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13"/>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13"/>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13"/>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13"/>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13"/>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13"/>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13"/>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13"/>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13"/>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13"/>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13"/>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13"/>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46" name="Google Shape;3646;p13"/>
          <p:cNvGrpSpPr/>
          <p:nvPr/>
        </p:nvGrpSpPr>
        <p:grpSpPr>
          <a:xfrm rot="-1739320">
            <a:off x="-480358" y="3476675"/>
            <a:ext cx="1351257" cy="1385557"/>
            <a:chOff x="3993975" y="1524025"/>
            <a:chExt cx="781000" cy="800825"/>
          </a:xfrm>
        </p:grpSpPr>
        <p:sp>
          <p:nvSpPr>
            <p:cNvPr id="3647" name="Google Shape;3647;p13"/>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13"/>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13"/>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13"/>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13"/>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13"/>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13"/>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13"/>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13"/>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13"/>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13"/>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13"/>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13"/>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13"/>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13"/>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13"/>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13"/>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13"/>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13"/>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13"/>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13"/>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13"/>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13"/>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13"/>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13"/>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13"/>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13"/>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13"/>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13"/>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13"/>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13"/>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13"/>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13"/>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13"/>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13"/>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13"/>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13"/>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13"/>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13"/>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6" name="Google Shape;3686;p13"/>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13"/>
          <p:cNvSpPr txBox="1">
            <a:spLocks noGrp="1"/>
          </p:cNvSpPr>
          <p:nvPr>
            <p:ph type="title"/>
          </p:nvPr>
        </p:nvSpPr>
        <p:spPr>
          <a:xfrm>
            <a:off x="1999215" y="1689975"/>
            <a:ext cx="2379300" cy="428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500">
                <a:solidFill>
                  <a:schemeClr val="dk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88" name="Google Shape;3688;p13"/>
          <p:cNvSpPr txBox="1">
            <a:spLocks noGrp="1"/>
          </p:cNvSpPr>
          <p:nvPr>
            <p:ph type="title" idx="2" hasCustomPrompt="1"/>
          </p:nvPr>
        </p:nvSpPr>
        <p:spPr>
          <a:xfrm>
            <a:off x="1121990" y="2040000"/>
            <a:ext cx="7041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689" name="Google Shape;3689;p13"/>
          <p:cNvSpPr txBox="1">
            <a:spLocks noGrp="1"/>
          </p:cNvSpPr>
          <p:nvPr>
            <p:ph type="subTitle" idx="1"/>
          </p:nvPr>
        </p:nvSpPr>
        <p:spPr>
          <a:xfrm>
            <a:off x="1999215" y="2118075"/>
            <a:ext cx="23793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3690" name="Google Shape;3690;p13"/>
          <p:cNvSpPr txBox="1">
            <a:spLocks noGrp="1"/>
          </p:cNvSpPr>
          <p:nvPr>
            <p:ph type="title" idx="3"/>
          </p:nvPr>
        </p:nvSpPr>
        <p:spPr>
          <a:xfrm>
            <a:off x="5707865" y="1689975"/>
            <a:ext cx="2379300" cy="428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500">
                <a:solidFill>
                  <a:schemeClr val="dk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91" name="Google Shape;3691;p13"/>
          <p:cNvSpPr txBox="1">
            <a:spLocks noGrp="1"/>
          </p:cNvSpPr>
          <p:nvPr>
            <p:ph type="title" idx="4" hasCustomPrompt="1"/>
          </p:nvPr>
        </p:nvSpPr>
        <p:spPr>
          <a:xfrm>
            <a:off x="4830640" y="2040000"/>
            <a:ext cx="7041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3692" name="Google Shape;3692;p13"/>
          <p:cNvSpPr txBox="1">
            <a:spLocks noGrp="1"/>
          </p:cNvSpPr>
          <p:nvPr>
            <p:ph type="subTitle" idx="5"/>
          </p:nvPr>
        </p:nvSpPr>
        <p:spPr>
          <a:xfrm>
            <a:off x="5707865" y="2118075"/>
            <a:ext cx="23793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3693" name="Google Shape;3693;p13"/>
          <p:cNvSpPr txBox="1">
            <a:spLocks noGrp="1"/>
          </p:cNvSpPr>
          <p:nvPr>
            <p:ph type="title" idx="6"/>
          </p:nvPr>
        </p:nvSpPr>
        <p:spPr>
          <a:xfrm>
            <a:off x="1999215" y="3010150"/>
            <a:ext cx="2379300" cy="428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500">
                <a:solidFill>
                  <a:schemeClr val="dk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94" name="Google Shape;3694;p13"/>
          <p:cNvSpPr txBox="1">
            <a:spLocks noGrp="1"/>
          </p:cNvSpPr>
          <p:nvPr>
            <p:ph type="title" idx="7" hasCustomPrompt="1"/>
          </p:nvPr>
        </p:nvSpPr>
        <p:spPr>
          <a:xfrm>
            <a:off x="1121990" y="3360625"/>
            <a:ext cx="7041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3695" name="Google Shape;3695;p13"/>
          <p:cNvSpPr txBox="1">
            <a:spLocks noGrp="1"/>
          </p:cNvSpPr>
          <p:nvPr>
            <p:ph type="subTitle" idx="8"/>
          </p:nvPr>
        </p:nvSpPr>
        <p:spPr>
          <a:xfrm>
            <a:off x="1999215" y="3438325"/>
            <a:ext cx="23793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3696" name="Google Shape;3696;p13"/>
          <p:cNvSpPr txBox="1">
            <a:spLocks noGrp="1"/>
          </p:cNvSpPr>
          <p:nvPr>
            <p:ph type="title" idx="9"/>
          </p:nvPr>
        </p:nvSpPr>
        <p:spPr>
          <a:xfrm>
            <a:off x="5707865" y="3010150"/>
            <a:ext cx="2379300" cy="4281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500"/>
              <a:buNone/>
              <a:defRPr sz="2500">
                <a:solidFill>
                  <a:schemeClr val="dk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697" name="Google Shape;3697;p13"/>
          <p:cNvSpPr txBox="1">
            <a:spLocks noGrp="1"/>
          </p:cNvSpPr>
          <p:nvPr>
            <p:ph type="title" idx="13" hasCustomPrompt="1"/>
          </p:nvPr>
        </p:nvSpPr>
        <p:spPr>
          <a:xfrm>
            <a:off x="4830640" y="3360625"/>
            <a:ext cx="704100" cy="3588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3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3698" name="Google Shape;3698;p13"/>
          <p:cNvSpPr txBox="1">
            <a:spLocks noGrp="1"/>
          </p:cNvSpPr>
          <p:nvPr>
            <p:ph type="subTitle" idx="14"/>
          </p:nvPr>
        </p:nvSpPr>
        <p:spPr>
          <a:xfrm>
            <a:off x="5707865" y="3438325"/>
            <a:ext cx="2379300" cy="54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3699" name="Google Shape;3699;p13"/>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700" name="Google Shape;3700;p13"/>
          <p:cNvGrpSpPr/>
          <p:nvPr/>
        </p:nvGrpSpPr>
        <p:grpSpPr>
          <a:xfrm rot="-7373074">
            <a:off x="7828453" y="2678884"/>
            <a:ext cx="1789516" cy="2162372"/>
            <a:chOff x="6068875" y="758513"/>
            <a:chExt cx="554100" cy="669550"/>
          </a:xfrm>
        </p:grpSpPr>
        <p:sp>
          <p:nvSpPr>
            <p:cNvPr id="3701" name="Google Shape;3701;p13"/>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13"/>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13"/>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13"/>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13"/>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13"/>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13"/>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13"/>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13"/>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13"/>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13"/>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13"/>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13"/>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13"/>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5" name="Google Shape;3715;p13"/>
          <p:cNvGrpSpPr/>
          <p:nvPr/>
        </p:nvGrpSpPr>
        <p:grpSpPr>
          <a:xfrm>
            <a:off x="160617" y="334221"/>
            <a:ext cx="890652" cy="868558"/>
            <a:chOff x="225997" y="123301"/>
            <a:chExt cx="631802" cy="616130"/>
          </a:xfrm>
        </p:grpSpPr>
        <p:grpSp>
          <p:nvGrpSpPr>
            <p:cNvPr id="3716" name="Google Shape;3716;p13"/>
            <p:cNvGrpSpPr/>
            <p:nvPr/>
          </p:nvGrpSpPr>
          <p:grpSpPr>
            <a:xfrm rot="9089783">
              <a:off x="302065" y="211047"/>
              <a:ext cx="479665" cy="440638"/>
              <a:chOff x="-960976" y="1975682"/>
              <a:chExt cx="1155492" cy="1061477"/>
            </a:xfrm>
          </p:grpSpPr>
          <p:sp>
            <p:nvSpPr>
              <p:cNvPr id="3717" name="Google Shape;3717;p13"/>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13"/>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13"/>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13"/>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13"/>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13"/>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13"/>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13"/>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13"/>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13"/>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13"/>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13"/>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13"/>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13"/>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13"/>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13"/>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13"/>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13"/>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13"/>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13"/>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13"/>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13"/>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13"/>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13"/>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13"/>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13"/>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13"/>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13"/>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13"/>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13"/>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13"/>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13"/>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13"/>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13"/>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13"/>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13"/>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13"/>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13"/>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13"/>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13"/>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13"/>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13"/>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13"/>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60" name="Google Shape;3760;p13"/>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61" name="Google Shape;3761;p13"/>
            <p:cNvGrpSpPr/>
            <p:nvPr/>
          </p:nvGrpSpPr>
          <p:grpSpPr>
            <a:xfrm>
              <a:off x="357526" y="269347"/>
              <a:ext cx="326648" cy="309474"/>
              <a:chOff x="3550326" y="4310672"/>
              <a:chExt cx="393741" cy="373040"/>
            </a:xfrm>
          </p:grpSpPr>
          <p:sp>
            <p:nvSpPr>
              <p:cNvPr id="3762" name="Google Shape;3762;p13"/>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13"/>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13"/>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13"/>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13"/>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13"/>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13"/>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13"/>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13"/>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13"/>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13"/>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13"/>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13"/>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13"/>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13"/>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13"/>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13"/>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13"/>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13"/>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13"/>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13"/>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13"/>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13"/>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13"/>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13"/>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13"/>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13"/>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13"/>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13"/>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13"/>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13"/>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13"/>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13"/>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13"/>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13"/>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13"/>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13"/>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13"/>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13"/>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13"/>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13"/>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13"/>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13"/>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13"/>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13"/>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13"/>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13"/>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13"/>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13"/>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13"/>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13"/>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13"/>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13"/>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13"/>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13"/>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13"/>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13"/>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13"/>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13"/>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13"/>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13"/>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13"/>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13"/>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25" name="Google Shape;3825;p13"/>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13"/>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13"/>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828"/>
        <p:cNvGrpSpPr/>
        <p:nvPr/>
      </p:nvGrpSpPr>
      <p:grpSpPr>
        <a:xfrm>
          <a:off x="0" y="0"/>
          <a:ext cx="0" cy="0"/>
          <a:chOff x="0" y="0"/>
          <a:chExt cx="0" cy="0"/>
        </a:xfrm>
      </p:grpSpPr>
      <p:sp>
        <p:nvSpPr>
          <p:cNvPr id="3829" name="Google Shape;3829;p14"/>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14"/>
          <p:cNvSpPr/>
          <p:nvPr/>
        </p:nvSpPr>
        <p:spPr>
          <a:xfrm>
            <a:off x="1559700" y="922175"/>
            <a:ext cx="6024600" cy="2882100"/>
          </a:xfrm>
          <a:prstGeom prst="roundRect">
            <a:avLst>
              <a:gd name="adj" fmla="val 5945"/>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14"/>
          <p:cNvSpPr txBox="1">
            <a:spLocks noGrp="1"/>
          </p:cNvSpPr>
          <p:nvPr>
            <p:ph type="title"/>
          </p:nvPr>
        </p:nvSpPr>
        <p:spPr>
          <a:xfrm>
            <a:off x="1749150" y="2885502"/>
            <a:ext cx="5645700" cy="3639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3832" name="Google Shape;3832;p14"/>
          <p:cNvSpPr txBox="1">
            <a:spLocks noGrp="1"/>
          </p:cNvSpPr>
          <p:nvPr>
            <p:ph type="subTitle" idx="1"/>
          </p:nvPr>
        </p:nvSpPr>
        <p:spPr>
          <a:xfrm>
            <a:off x="1749150" y="1477050"/>
            <a:ext cx="5645700" cy="1408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1600"/>
              </a:spcBef>
              <a:spcAft>
                <a:spcPts val="0"/>
              </a:spcAft>
              <a:buSzPts val="2500"/>
              <a:buNone/>
              <a:defRPr sz="2500"/>
            </a:lvl3pPr>
            <a:lvl4pPr lvl="3" algn="ctr" rtl="0">
              <a:lnSpc>
                <a:spcPct val="100000"/>
              </a:lnSpc>
              <a:spcBef>
                <a:spcPts val="1600"/>
              </a:spcBef>
              <a:spcAft>
                <a:spcPts val="0"/>
              </a:spcAft>
              <a:buSzPts val="2500"/>
              <a:buNone/>
              <a:defRPr sz="2500"/>
            </a:lvl4pPr>
            <a:lvl5pPr lvl="4" algn="ctr" rtl="0">
              <a:lnSpc>
                <a:spcPct val="100000"/>
              </a:lnSpc>
              <a:spcBef>
                <a:spcPts val="1600"/>
              </a:spcBef>
              <a:spcAft>
                <a:spcPts val="0"/>
              </a:spcAft>
              <a:buSzPts val="2500"/>
              <a:buNone/>
              <a:defRPr sz="2500"/>
            </a:lvl5pPr>
            <a:lvl6pPr lvl="5" algn="ctr" rtl="0">
              <a:lnSpc>
                <a:spcPct val="100000"/>
              </a:lnSpc>
              <a:spcBef>
                <a:spcPts val="1600"/>
              </a:spcBef>
              <a:spcAft>
                <a:spcPts val="0"/>
              </a:spcAft>
              <a:buSzPts val="2500"/>
              <a:buNone/>
              <a:defRPr sz="2500"/>
            </a:lvl6pPr>
            <a:lvl7pPr lvl="6" algn="ctr" rtl="0">
              <a:lnSpc>
                <a:spcPct val="100000"/>
              </a:lnSpc>
              <a:spcBef>
                <a:spcPts val="1600"/>
              </a:spcBef>
              <a:spcAft>
                <a:spcPts val="0"/>
              </a:spcAft>
              <a:buSzPts val="2500"/>
              <a:buNone/>
              <a:defRPr sz="2500"/>
            </a:lvl7pPr>
            <a:lvl8pPr lvl="7" algn="ctr" rtl="0">
              <a:lnSpc>
                <a:spcPct val="100000"/>
              </a:lnSpc>
              <a:spcBef>
                <a:spcPts val="1600"/>
              </a:spcBef>
              <a:spcAft>
                <a:spcPts val="0"/>
              </a:spcAft>
              <a:buSzPts val="2500"/>
              <a:buNone/>
              <a:defRPr sz="2500"/>
            </a:lvl8pPr>
            <a:lvl9pPr lvl="8" algn="ctr" rtl="0">
              <a:lnSpc>
                <a:spcPct val="100000"/>
              </a:lnSpc>
              <a:spcBef>
                <a:spcPts val="1600"/>
              </a:spcBef>
              <a:spcAft>
                <a:spcPts val="1600"/>
              </a:spcAft>
              <a:buSzPts val="2500"/>
              <a:buNone/>
              <a:defRPr sz="2500"/>
            </a:lvl9pPr>
          </a:lstStyle>
          <a:p>
            <a:endParaRPr/>
          </a:p>
        </p:txBody>
      </p:sp>
      <p:sp>
        <p:nvSpPr>
          <p:cNvPr id="3833" name="Google Shape;3833;p14"/>
          <p:cNvSpPr/>
          <p:nvPr/>
        </p:nvSpPr>
        <p:spPr>
          <a:xfrm>
            <a:off x="-40800" y="4433175"/>
            <a:ext cx="9228600" cy="75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34" name="Google Shape;3834;p14"/>
          <p:cNvGrpSpPr/>
          <p:nvPr/>
        </p:nvGrpSpPr>
        <p:grpSpPr>
          <a:xfrm rot="1097607">
            <a:off x="1110154" y="3601834"/>
            <a:ext cx="1091197" cy="478913"/>
            <a:chOff x="2183975" y="2067550"/>
            <a:chExt cx="819400" cy="359650"/>
          </a:xfrm>
        </p:grpSpPr>
        <p:sp>
          <p:nvSpPr>
            <p:cNvPr id="3835" name="Google Shape;3835;p14"/>
            <p:cNvSpPr/>
            <p:nvPr/>
          </p:nvSpPr>
          <p:spPr>
            <a:xfrm>
              <a:off x="2183975" y="2389025"/>
              <a:ext cx="76425" cy="38175"/>
            </a:xfrm>
            <a:custGeom>
              <a:avLst/>
              <a:gdLst/>
              <a:ahLst/>
              <a:cxnLst/>
              <a:rect l="l" t="t" r="r" b="b"/>
              <a:pathLst>
                <a:path w="3057" h="1527" extrusionOk="0">
                  <a:moveTo>
                    <a:pt x="2163" y="0"/>
                  </a:moveTo>
                  <a:cubicBezTo>
                    <a:pt x="1160" y="79"/>
                    <a:pt x="0" y="141"/>
                    <a:pt x="94" y="800"/>
                  </a:cubicBezTo>
                  <a:cubicBezTo>
                    <a:pt x="166" y="1384"/>
                    <a:pt x="937" y="1527"/>
                    <a:pt x="1674" y="1527"/>
                  </a:cubicBezTo>
                  <a:cubicBezTo>
                    <a:pt x="2381" y="1527"/>
                    <a:pt x="3057" y="1395"/>
                    <a:pt x="3057" y="1395"/>
                  </a:cubicBezTo>
                  <a:lnTo>
                    <a:pt x="21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14"/>
            <p:cNvSpPr/>
            <p:nvPr/>
          </p:nvSpPr>
          <p:spPr>
            <a:xfrm>
              <a:off x="2392450" y="2067550"/>
              <a:ext cx="45075" cy="28150"/>
            </a:xfrm>
            <a:custGeom>
              <a:avLst/>
              <a:gdLst/>
              <a:ahLst/>
              <a:cxnLst/>
              <a:rect l="l" t="t" r="r" b="b"/>
              <a:pathLst>
                <a:path w="1803" h="1126" extrusionOk="0">
                  <a:moveTo>
                    <a:pt x="993" y="0"/>
                  </a:moveTo>
                  <a:cubicBezTo>
                    <a:pt x="950" y="0"/>
                    <a:pt x="907" y="2"/>
                    <a:pt x="862" y="6"/>
                  </a:cubicBezTo>
                  <a:cubicBezTo>
                    <a:pt x="376" y="53"/>
                    <a:pt x="0" y="336"/>
                    <a:pt x="16" y="633"/>
                  </a:cubicBezTo>
                  <a:cubicBezTo>
                    <a:pt x="44" y="918"/>
                    <a:pt x="384" y="1126"/>
                    <a:pt x="810" y="1126"/>
                  </a:cubicBezTo>
                  <a:cubicBezTo>
                    <a:pt x="853" y="1126"/>
                    <a:pt x="896" y="1124"/>
                    <a:pt x="941" y="1119"/>
                  </a:cubicBezTo>
                  <a:cubicBezTo>
                    <a:pt x="1427" y="1072"/>
                    <a:pt x="1803" y="790"/>
                    <a:pt x="1787" y="477"/>
                  </a:cubicBezTo>
                  <a:cubicBezTo>
                    <a:pt x="1773" y="206"/>
                    <a:pt x="1422" y="0"/>
                    <a:pt x="9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14"/>
            <p:cNvSpPr/>
            <p:nvPr/>
          </p:nvSpPr>
          <p:spPr>
            <a:xfrm>
              <a:off x="2214550" y="2079000"/>
              <a:ext cx="516875" cy="342950"/>
            </a:xfrm>
            <a:custGeom>
              <a:avLst/>
              <a:gdLst/>
              <a:ahLst/>
              <a:cxnLst/>
              <a:rect l="l" t="t" r="r" b="b"/>
              <a:pathLst>
                <a:path w="20675" h="13718" extrusionOk="0">
                  <a:moveTo>
                    <a:pt x="9826" y="1"/>
                  </a:moveTo>
                  <a:cubicBezTo>
                    <a:pt x="7386" y="1"/>
                    <a:pt x="4905" y="399"/>
                    <a:pt x="3151" y="1523"/>
                  </a:cubicBezTo>
                  <a:cubicBezTo>
                    <a:pt x="0" y="3530"/>
                    <a:pt x="1270" y="13608"/>
                    <a:pt x="1270" y="13608"/>
                  </a:cubicBezTo>
                  <a:lnTo>
                    <a:pt x="20674" y="13718"/>
                  </a:lnTo>
                  <a:cubicBezTo>
                    <a:pt x="20674" y="13718"/>
                    <a:pt x="20659" y="2088"/>
                    <a:pt x="16082" y="818"/>
                  </a:cubicBezTo>
                  <a:cubicBezTo>
                    <a:pt x="14496" y="372"/>
                    <a:pt x="12180" y="1"/>
                    <a:pt x="98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14"/>
            <p:cNvSpPr/>
            <p:nvPr/>
          </p:nvSpPr>
          <p:spPr>
            <a:xfrm>
              <a:off x="2470825" y="2079050"/>
              <a:ext cx="260600" cy="342900"/>
            </a:xfrm>
            <a:custGeom>
              <a:avLst/>
              <a:gdLst/>
              <a:ahLst/>
              <a:cxnLst/>
              <a:rect l="l" t="t" r="r" b="b"/>
              <a:pathLst>
                <a:path w="10424" h="13716" extrusionOk="0">
                  <a:moveTo>
                    <a:pt x="0" y="1"/>
                  </a:moveTo>
                  <a:lnTo>
                    <a:pt x="0" y="1"/>
                  </a:lnTo>
                  <a:cubicBezTo>
                    <a:pt x="4828" y="1756"/>
                    <a:pt x="8370" y="7211"/>
                    <a:pt x="8480" y="13716"/>
                  </a:cubicBezTo>
                  <a:lnTo>
                    <a:pt x="10423" y="13716"/>
                  </a:lnTo>
                  <a:cubicBezTo>
                    <a:pt x="10423" y="13716"/>
                    <a:pt x="10408" y="2086"/>
                    <a:pt x="5831" y="816"/>
                  </a:cubicBezTo>
                  <a:cubicBezTo>
                    <a:pt x="4342" y="393"/>
                    <a:pt x="2194" y="48"/>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14"/>
            <p:cNvSpPr/>
            <p:nvPr/>
          </p:nvSpPr>
          <p:spPr>
            <a:xfrm>
              <a:off x="2214550" y="2082600"/>
              <a:ext cx="186525" cy="339350"/>
            </a:xfrm>
            <a:custGeom>
              <a:avLst/>
              <a:gdLst/>
              <a:ahLst/>
              <a:cxnLst/>
              <a:rect l="l" t="t" r="r" b="b"/>
              <a:pathLst>
                <a:path w="7461" h="13574" extrusionOk="0">
                  <a:moveTo>
                    <a:pt x="7461" y="0"/>
                  </a:moveTo>
                  <a:lnTo>
                    <a:pt x="7461" y="0"/>
                  </a:lnTo>
                  <a:cubicBezTo>
                    <a:pt x="5847" y="188"/>
                    <a:pt x="4342" y="611"/>
                    <a:pt x="3151" y="1379"/>
                  </a:cubicBezTo>
                  <a:cubicBezTo>
                    <a:pt x="0" y="3386"/>
                    <a:pt x="862" y="13574"/>
                    <a:pt x="862" y="13574"/>
                  </a:cubicBezTo>
                  <a:lnTo>
                    <a:pt x="7006" y="13574"/>
                  </a:lnTo>
                  <a:cubicBezTo>
                    <a:pt x="6489" y="12320"/>
                    <a:pt x="3746" y="2100"/>
                    <a:pt x="74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14"/>
            <p:cNvSpPr/>
            <p:nvPr/>
          </p:nvSpPr>
          <p:spPr>
            <a:xfrm>
              <a:off x="2218450" y="2136675"/>
              <a:ext cx="85075" cy="285275"/>
            </a:xfrm>
            <a:custGeom>
              <a:avLst/>
              <a:gdLst/>
              <a:ahLst/>
              <a:cxnLst/>
              <a:rect l="l" t="t" r="r" b="b"/>
              <a:pathLst>
                <a:path w="3403" h="11411" extrusionOk="0">
                  <a:moveTo>
                    <a:pt x="2195" y="0"/>
                  </a:moveTo>
                  <a:lnTo>
                    <a:pt x="2195" y="0"/>
                  </a:lnTo>
                  <a:cubicBezTo>
                    <a:pt x="1" y="3088"/>
                    <a:pt x="706" y="11411"/>
                    <a:pt x="706" y="11411"/>
                  </a:cubicBezTo>
                  <a:lnTo>
                    <a:pt x="3402" y="11411"/>
                  </a:lnTo>
                  <a:cubicBezTo>
                    <a:pt x="2399" y="9373"/>
                    <a:pt x="1803" y="6771"/>
                    <a:pt x="1803" y="3903"/>
                  </a:cubicBezTo>
                  <a:cubicBezTo>
                    <a:pt x="1803" y="2539"/>
                    <a:pt x="1944" y="1223"/>
                    <a:pt x="219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14"/>
            <p:cNvSpPr/>
            <p:nvPr/>
          </p:nvSpPr>
          <p:spPr>
            <a:xfrm>
              <a:off x="2234125" y="2405350"/>
              <a:ext cx="769250" cy="21700"/>
            </a:xfrm>
            <a:custGeom>
              <a:avLst/>
              <a:gdLst/>
              <a:ahLst/>
              <a:cxnLst/>
              <a:rect l="l" t="t" r="r" b="b"/>
              <a:pathLst>
                <a:path w="30770" h="868" extrusionOk="0">
                  <a:moveTo>
                    <a:pt x="28366" y="1"/>
                  </a:moveTo>
                  <a:cubicBezTo>
                    <a:pt x="25060" y="1"/>
                    <a:pt x="17454" y="460"/>
                    <a:pt x="1" y="460"/>
                  </a:cubicBezTo>
                  <a:lnTo>
                    <a:pt x="79" y="868"/>
                  </a:lnTo>
                  <a:lnTo>
                    <a:pt x="30472" y="868"/>
                  </a:lnTo>
                  <a:cubicBezTo>
                    <a:pt x="30597" y="868"/>
                    <a:pt x="30707" y="774"/>
                    <a:pt x="30738" y="633"/>
                  </a:cubicBezTo>
                  <a:cubicBezTo>
                    <a:pt x="30769" y="492"/>
                    <a:pt x="30722" y="335"/>
                    <a:pt x="30613" y="272"/>
                  </a:cubicBezTo>
                  <a:cubicBezTo>
                    <a:pt x="30307" y="73"/>
                    <a:pt x="29672" y="1"/>
                    <a:pt x="283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14"/>
            <p:cNvSpPr/>
            <p:nvPr/>
          </p:nvSpPr>
          <p:spPr>
            <a:xfrm>
              <a:off x="2458675" y="2405300"/>
              <a:ext cx="544700" cy="21750"/>
            </a:xfrm>
            <a:custGeom>
              <a:avLst/>
              <a:gdLst/>
              <a:ahLst/>
              <a:cxnLst/>
              <a:rect l="l" t="t" r="r" b="b"/>
              <a:pathLst>
                <a:path w="21788" h="870" extrusionOk="0">
                  <a:moveTo>
                    <a:pt x="19365" y="1"/>
                  </a:moveTo>
                  <a:cubicBezTo>
                    <a:pt x="16687" y="1"/>
                    <a:pt x="11205" y="300"/>
                    <a:pt x="0" y="415"/>
                  </a:cubicBezTo>
                  <a:cubicBezTo>
                    <a:pt x="173" y="572"/>
                    <a:pt x="329" y="713"/>
                    <a:pt x="455" y="870"/>
                  </a:cubicBezTo>
                  <a:lnTo>
                    <a:pt x="21490" y="870"/>
                  </a:lnTo>
                  <a:cubicBezTo>
                    <a:pt x="21615" y="870"/>
                    <a:pt x="21725" y="776"/>
                    <a:pt x="21756" y="635"/>
                  </a:cubicBezTo>
                  <a:cubicBezTo>
                    <a:pt x="21787" y="494"/>
                    <a:pt x="21740" y="337"/>
                    <a:pt x="21631" y="274"/>
                  </a:cubicBezTo>
                  <a:cubicBezTo>
                    <a:pt x="21321" y="73"/>
                    <a:pt x="20681" y="1"/>
                    <a:pt x="193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14"/>
            <p:cNvSpPr/>
            <p:nvPr/>
          </p:nvSpPr>
          <p:spPr>
            <a:xfrm>
              <a:off x="2510000" y="2158925"/>
              <a:ext cx="154200" cy="210375"/>
            </a:xfrm>
            <a:custGeom>
              <a:avLst/>
              <a:gdLst/>
              <a:ahLst/>
              <a:cxnLst/>
              <a:rect l="l" t="t" r="r" b="b"/>
              <a:pathLst>
                <a:path w="6168" h="8415" extrusionOk="0">
                  <a:moveTo>
                    <a:pt x="452" y="1"/>
                  </a:moveTo>
                  <a:cubicBezTo>
                    <a:pt x="194" y="1"/>
                    <a:pt x="0" y="229"/>
                    <a:pt x="0" y="568"/>
                  </a:cubicBezTo>
                  <a:cubicBezTo>
                    <a:pt x="0" y="1195"/>
                    <a:pt x="2602" y="3765"/>
                    <a:pt x="5925" y="8358"/>
                  </a:cubicBezTo>
                  <a:cubicBezTo>
                    <a:pt x="5949" y="8398"/>
                    <a:pt x="5979" y="8415"/>
                    <a:pt x="6007" y="8415"/>
                  </a:cubicBezTo>
                  <a:cubicBezTo>
                    <a:pt x="6090" y="8415"/>
                    <a:pt x="6168" y="8275"/>
                    <a:pt x="6098" y="8170"/>
                  </a:cubicBezTo>
                  <a:cubicBezTo>
                    <a:pt x="2775" y="3562"/>
                    <a:pt x="1004" y="66"/>
                    <a:pt x="502" y="4"/>
                  </a:cubicBezTo>
                  <a:cubicBezTo>
                    <a:pt x="485" y="2"/>
                    <a:pt x="469" y="1"/>
                    <a:pt x="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14"/>
            <p:cNvSpPr/>
            <p:nvPr/>
          </p:nvSpPr>
          <p:spPr>
            <a:xfrm>
              <a:off x="2634600" y="2331025"/>
              <a:ext cx="30200" cy="40400"/>
            </a:xfrm>
            <a:custGeom>
              <a:avLst/>
              <a:gdLst/>
              <a:ahLst/>
              <a:cxnLst/>
              <a:rect l="l" t="t" r="r" b="b"/>
              <a:pathLst>
                <a:path w="1208" h="1616" extrusionOk="0">
                  <a:moveTo>
                    <a:pt x="220" y="1"/>
                  </a:moveTo>
                  <a:lnTo>
                    <a:pt x="1" y="251"/>
                  </a:lnTo>
                  <a:lnTo>
                    <a:pt x="988" y="1615"/>
                  </a:lnTo>
                  <a:lnTo>
                    <a:pt x="1208" y="1364"/>
                  </a:lnTo>
                  <a:lnTo>
                    <a:pt x="220"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14"/>
            <p:cNvSpPr/>
            <p:nvPr/>
          </p:nvSpPr>
          <p:spPr>
            <a:xfrm>
              <a:off x="2656950" y="2363225"/>
              <a:ext cx="11000" cy="10850"/>
            </a:xfrm>
            <a:custGeom>
              <a:avLst/>
              <a:gdLst/>
              <a:ahLst/>
              <a:cxnLst/>
              <a:rect l="l" t="t" r="r" b="b"/>
              <a:pathLst>
                <a:path w="440" h="434" extrusionOk="0">
                  <a:moveTo>
                    <a:pt x="332" y="1"/>
                  </a:moveTo>
                  <a:cubicBezTo>
                    <a:pt x="278" y="1"/>
                    <a:pt x="206" y="43"/>
                    <a:pt x="141" y="108"/>
                  </a:cubicBezTo>
                  <a:cubicBezTo>
                    <a:pt x="47" y="217"/>
                    <a:pt x="0" y="358"/>
                    <a:pt x="47" y="405"/>
                  </a:cubicBezTo>
                  <a:cubicBezTo>
                    <a:pt x="57" y="425"/>
                    <a:pt x="75" y="434"/>
                    <a:pt x="97" y="434"/>
                  </a:cubicBezTo>
                  <a:cubicBezTo>
                    <a:pt x="146" y="434"/>
                    <a:pt x="218" y="392"/>
                    <a:pt x="282" y="327"/>
                  </a:cubicBezTo>
                  <a:cubicBezTo>
                    <a:pt x="392" y="217"/>
                    <a:pt x="439" y="76"/>
                    <a:pt x="392" y="29"/>
                  </a:cubicBezTo>
                  <a:cubicBezTo>
                    <a:pt x="377" y="10"/>
                    <a:pt x="356" y="1"/>
                    <a:pt x="33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14"/>
            <p:cNvSpPr/>
            <p:nvPr/>
          </p:nvSpPr>
          <p:spPr>
            <a:xfrm>
              <a:off x="2533325" y="2163250"/>
              <a:ext cx="145200" cy="211525"/>
            </a:xfrm>
            <a:custGeom>
              <a:avLst/>
              <a:gdLst/>
              <a:ahLst/>
              <a:cxnLst/>
              <a:rect l="l" t="t" r="r" b="b"/>
              <a:pathLst>
                <a:path w="5808" h="8461" extrusionOk="0">
                  <a:moveTo>
                    <a:pt x="5293" y="0"/>
                  </a:moveTo>
                  <a:cubicBezTo>
                    <a:pt x="5277" y="0"/>
                    <a:pt x="5260" y="1"/>
                    <a:pt x="5243" y="3"/>
                  </a:cubicBezTo>
                  <a:cubicBezTo>
                    <a:pt x="4742" y="66"/>
                    <a:pt x="3158" y="3592"/>
                    <a:pt x="71" y="8216"/>
                  </a:cubicBezTo>
                  <a:cubicBezTo>
                    <a:pt x="1" y="8321"/>
                    <a:pt x="78" y="8461"/>
                    <a:pt x="168" y="8461"/>
                  </a:cubicBezTo>
                  <a:cubicBezTo>
                    <a:pt x="198" y="8461"/>
                    <a:pt x="231" y="8444"/>
                    <a:pt x="259" y="8404"/>
                  </a:cubicBezTo>
                  <a:cubicBezTo>
                    <a:pt x="3331" y="3780"/>
                    <a:pt x="5807" y="1194"/>
                    <a:pt x="5776" y="552"/>
                  </a:cubicBezTo>
                  <a:cubicBezTo>
                    <a:pt x="5761" y="227"/>
                    <a:pt x="5553" y="0"/>
                    <a:pt x="5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14"/>
            <p:cNvSpPr/>
            <p:nvPr/>
          </p:nvSpPr>
          <p:spPr>
            <a:xfrm>
              <a:off x="2529600" y="2368325"/>
              <a:ext cx="11000" cy="10850"/>
            </a:xfrm>
            <a:custGeom>
              <a:avLst/>
              <a:gdLst/>
              <a:ahLst/>
              <a:cxnLst/>
              <a:rect l="l" t="t" r="r" b="b"/>
              <a:pathLst>
                <a:path w="440" h="434" extrusionOk="0">
                  <a:moveTo>
                    <a:pt x="83" y="1"/>
                  </a:moveTo>
                  <a:cubicBezTo>
                    <a:pt x="59" y="1"/>
                    <a:pt x="41" y="10"/>
                    <a:pt x="32" y="29"/>
                  </a:cubicBezTo>
                  <a:cubicBezTo>
                    <a:pt x="0" y="76"/>
                    <a:pt x="47" y="217"/>
                    <a:pt x="141" y="327"/>
                  </a:cubicBezTo>
                  <a:cubicBezTo>
                    <a:pt x="217" y="391"/>
                    <a:pt x="292" y="434"/>
                    <a:pt x="342" y="434"/>
                  </a:cubicBezTo>
                  <a:cubicBezTo>
                    <a:pt x="365" y="434"/>
                    <a:pt x="382" y="425"/>
                    <a:pt x="392" y="405"/>
                  </a:cubicBezTo>
                  <a:cubicBezTo>
                    <a:pt x="439" y="358"/>
                    <a:pt x="392" y="217"/>
                    <a:pt x="282" y="123"/>
                  </a:cubicBezTo>
                  <a:cubicBezTo>
                    <a:pt x="217" y="47"/>
                    <a:pt x="137" y="1"/>
                    <a:pt x="83" y="1"/>
                  </a:cubicBezTo>
                  <a:close/>
                </a:path>
              </a:pathLst>
            </a:custGeom>
            <a:solidFill>
              <a:srgbClr val="8696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14"/>
            <p:cNvSpPr/>
            <p:nvPr/>
          </p:nvSpPr>
          <p:spPr>
            <a:xfrm>
              <a:off x="2533325" y="2281650"/>
              <a:ext cx="65650" cy="93125"/>
            </a:xfrm>
            <a:custGeom>
              <a:avLst/>
              <a:gdLst/>
              <a:ahLst/>
              <a:cxnLst/>
              <a:rect l="l" t="t" r="r" b="b"/>
              <a:pathLst>
                <a:path w="2626" h="3725" extrusionOk="0">
                  <a:moveTo>
                    <a:pt x="2265" y="1"/>
                  </a:moveTo>
                  <a:cubicBezTo>
                    <a:pt x="1638" y="1051"/>
                    <a:pt x="901" y="2226"/>
                    <a:pt x="71" y="3480"/>
                  </a:cubicBezTo>
                  <a:cubicBezTo>
                    <a:pt x="1" y="3585"/>
                    <a:pt x="78" y="3725"/>
                    <a:pt x="161" y="3725"/>
                  </a:cubicBezTo>
                  <a:cubicBezTo>
                    <a:pt x="190" y="3725"/>
                    <a:pt x="219" y="3708"/>
                    <a:pt x="243" y="3668"/>
                  </a:cubicBezTo>
                  <a:cubicBezTo>
                    <a:pt x="1105" y="2399"/>
                    <a:pt x="1904" y="1286"/>
                    <a:pt x="2626" y="314"/>
                  </a:cubicBezTo>
                  <a:cubicBezTo>
                    <a:pt x="2531" y="298"/>
                    <a:pt x="2437" y="251"/>
                    <a:pt x="2375" y="189"/>
                  </a:cubicBezTo>
                  <a:cubicBezTo>
                    <a:pt x="2328" y="126"/>
                    <a:pt x="2296" y="63"/>
                    <a:pt x="22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14"/>
            <p:cNvSpPr/>
            <p:nvPr/>
          </p:nvSpPr>
          <p:spPr>
            <a:xfrm>
              <a:off x="2517825" y="2244825"/>
              <a:ext cx="50575" cy="68975"/>
            </a:xfrm>
            <a:custGeom>
              <a:avLst/>
              <a:gdLst/>
              <a:ahLst/>
              <a:cxnLst/>
              <a:rect l="l" t="t" r="r" b="b"/>
              <a:pathLst>
                <a:path w="2023" h="2759" extrusionOk="0">
                  <a:moveTo>
                    <a:pt x="769" y="0"/>
                  </a:moveTo>
                  <a:cubicBezTo>
                    <a:pt x="769" y="0"/>
                    <a:pt x="1" y="1286"/>
                    <a:pt x="1004" y="2759"/>
                  </a:cubicBezTo>
                  <a:lnTo>
                    <a:pt x="2023" y="1223"/>
                  </a:lnTo>
                  <a:lnTo>
                    <a:pt x="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14"/>
            <p:cNvSpPr/>
            <p:nvPr/>
          </p:nvSpPr>
          <p:spPr>
            <a:xfrm>
              <a:off x="2620500" y="2252275"/>
              <a:ext cx="47050" cy="58800"/>
            </a:xfrm>
            <a:custGeom>
              <a:avLst/>
              <a:gdLst/>
              <a:ahLst/>
              <a:cxnLst/>
              <a:rect l="l" t="t" r="r" b="b"/>
              <a:pathLst>
                <a:path w="1882" h="2352" extrusionOk="0">
                  <a:moveTo>
                    <a:pt x="1113" y="0"/>
                  </a:moveTo>
                  <a:lnTo>
                    <a:pt x="1" y="1113"/>
                  </a:lnTo>
                  <a:lnTo>
                    <a:pt x="988" y="2351"/>
                  </a:lnTo>
                  <a:cubicBezTo>
                    <a:pt x="1881" y="1050"/>
                    <a:pt x="111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14"/>
            <p:cNvSpPr/>
            <p:nvPr/>
          </p:nvSpPr>
          <p:spPr>
            <a:xfrm>
              <a:off x="2367750"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14"/>
            <p:cNvSpPr/>
            <p:nvPr/>
          </p:nvSpPr>
          <p:spPr>
            <a:xfrm>
              <a:off x="2359925"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14"/>
            <p:cNvSpPr/>
            <p:nvPr/>
          </p:nvSpPr>
          <p:spPr>
            <a:xfrm>
              <a:off x="2350900"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14"/>
            <p:cNvSpPr/>
            <p:nvPr/>
          </p:nvSpPr>
          <p:spPr>
            <a:xfrm>
              <a:off x="2344625"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14"/>
            <p:cNvSpPr/>
            <p:nvPr/>
          </p:nvSpPr>
          <p:spPr>
            <a:xfrm>
              <a:off x="2342675"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14"/>
            <p:cNvSpPr/>
            <p:nvPr/>
          </p:nvSpPr>
          <p:spPr>
            <a:xfrm>
              <a:off x="2341500" y="2206800"/>
              <a:ext cx="5125" cy="20800"/>
            </a:xfrm>
            <a:custGeom>
              <a:avLst/>
              <a:gdLst/>
              <a:ahLst/>
              <a:cxnLst/>
              <a:rect l="l" t="t" r="r" b="b"/>
              <a:pathLst>
                <a:path w="205" h="832" extrusionOk="0">
                  <a:moveTo>
                    <a:pt x="189" y="1"/>
                  </a:moveTo>
                  <a:lnTo>
                    <a:pt x="0" y="16"/>
                  </a:lnTo>
                  <a:lnTo>
                    <a:pt x="32" y="832"/>
                  </a:lnTo>
                  <a:lnTo>
                    <a:pt x="204" y="832"/>
                  </a:lnTo>
                  <a:lnTo>
                    <a:pt x="1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14"/>
            <p:cNvSpPr/>
            <p:nvPr/>
          </p:nvSpPr>
          <p:spPr>
            <a:xfrm>
              <a:off x="2342275"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14"/>
            <p:cNvSpPr/>
            <p:nvPr/>
          </p:nvSpPr>
          <p:spPr>
            <a:xfrm>
              <a:off x="2348150" y="2138225"/>
              <a:ext cx="7475" cy="18450"/>
            </a:xfrm>
            <a:custGeom>
              <a:avLst/>
              <a:gdLst/>
              <a:ahLst/>
              <a:cxnLst/>
              <a:rect l="l" t="t" r="r" b="b"/>
              <a:pathLst>
                <a:path w="299" h="738" extrusionOk="0">
                  <a:moveTo>
                    <a:pt x="142" y="1"/>
                  </a:moveTo>
                  <a:lnTo>
                    <a:pt x="1" y="690"/>
                  </a:lnTo>
                  <a:lnTo>
                    <a:pt x="173" y="737"/>
                  </a:lnTo>
                  <a:lnTo>
                    <a:pt x="299" y="32"/>
                  </a:lnTo>
                  <a:lnTo>
                    <a:pt x="1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14"/>
            <p:cNvSpPr/>
            <p:nvPr/>
          </p:nvSpPr>
          <p:spPr>
            <a:xfrm>
              <a:off x="2357175" y="2106875"/>
              <a:ext cx="11000" cy="18450"/>
            </a:xfrm>
            <a:custGeom>
              <a:avLst/>
              <a:gdLst/>
              <a:ahLst/>
              <a:cxnLst/>
              <a:rect l="l" t="t" r="r" b="b"/>
              <a:pathLst>
                <a:path w="440" h="738" extrusionOk="0">
                  <a:moveTo>
                    <a:pt x="283" y="1"/>
                  </a:moveTo>
                  <a:lnTo>
                    <a:pt x="0" y="643"/>
                  </a:lnTo>
                  <a:lnTo>
                    <a:pt x="157" y="738"/>
                  </a:lnTo>
                  <a:lnTo>
                    <a:pt x="439" y="95"/>
                  </a:lnTo>
                  <a:lnTo>
                    <a:pt x="2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14"/>
            <p:cNvSpPr/>
            <p:nvPr/>
          </p:nvSpPr>
          <p:spPr>
            <a:xfrm>
              <a:off x="2370500" y="2088475"/>
              <a:ext cx="12550" cy="12550"/>
            </a:xfrm>
            <a:custGeom>
              <a:avLst/>
              <a:gdLst/>
              <a:ahLst/>
              <a:cxnLst/>
              <a:rect l="l" t="t" r="r" b="b"/>
              <a:pathLst>
                <a:path w="502" h="502" extrusionOk="0">
                  <a:moveTo>
                    <a:pt x="361" y="0"/>
                  </a:moveTo>
                  <a:lnTo>
                    <a:pt x="0" y="408"/>
                  </a:lnTo>
                  <a:lnTo>
                    <a:pt x="157" y="502"/>
                  </a:lnTo>
                  <a:lnTo>
                    <a:pt x="502" y="94"/>
                  </a:lnTo>
                  <a:lnTo>
                    <a:pt x="3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14"/>
            <p:cNvSpPr/>
            <p:nvPr/>
          </p:nvSpPr>
          <p:spPr>
            <a:xfrm>
              <a:off x="2388125"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14"/>
            <p:cNvSpPr/>
            <p:nvPr/>
          </p:nvSpPr>
          <p:spPr>
            <a:xfrm>
              <a:off x="2380300"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14"/>
            <p:cNvSpPr/>
            <p:nvPr/>
          </p:nvSpPr>
          <p:spPr>
            <a:xfrm>
              <a:off x="2371275"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14"/>
            <p:cNvSpPr/>
            <p:nvPr/>
          </p:nvSpPr>
          <p:spPr>
            <a:xfrm>
              <a:off x="2365000"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14"/>
            <p:cNvSpPr/>
            <p:nvPr/>
          </p:nvSpPr>
          <p:spPr>
            <a:xfrm>
              <a:off x="2363050"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14"/>
            <p:cNvSpPr/>
            <p:nvPr/>
          </p:nvSpPr>
          <p:spPr>
            <a:xfrm>
              <a:off x="2361875" y="2206800"/>
              <a:ext cx="5125" cy="20800"/>
            </a:xfrm>
            <a:custGeom>
              <a:avLst/>
              <a:gdLst/>
              <a:ahLst/>
              <a:cxnLst/>
              <a:rect l="l" t="t" r="r" b="b"/>
              <a:pathLst>
                <a:path w="205" h="832" extrusionOk="0">
                  <a:moveTo>
                    <a:pt x="173" y="1"/>
                  </a:moveTo>
                  <a:lnTo>
                    <a:pt x="1" y="16"/>
                  </a:lnTo>
                  <a:lnTo>
                    <a:pt x="32" y="832"/>
                  </a:lnTo>
                  <a:lnTo>
                    <a:pt x="204" y="832"/>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14"/>
            <p:cNvSpPr/>
            <p:nvPr/>
          </p:nvSpPr>
          <p:spPr>
            <a:xfrm>
              <a:off x="2362650"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14"/>
            <p:cNvSpPr/>
            <p:nvPr/>
          </p:nvSpPr>
          <p:spPr>
            <a:xfrm>
              <a:off x="2368550" y="2138225"/>
              <a:ext cx="7450" cy="18450"/>
            </a:xfrm>
            <a:custGeom>
              <a:avLst/>
              <a:gdLst/>
              <a:ahLst/>
              <a:cxnLst/>
              <a:rect l="l" t="t" r="r" b="b"/>
              <a:pathLst>
                <a:path w="298" h="738" extrusionOk="0">
                  <a:moveTo>
                    <a:pt x="141" y="1"/>
                  </a:moveTo>
                  <a:lnTo>
                    <a:pt x="0" y="690"/>
                  </a:lnTo>
                  <a:lnTo>
                    <a:pt x="172" y="737"/>
                  </a:lnTo>
                  <a:lnTo>
                    <a:pt x="298" y="32"/>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14"/>
            <p:cNvSpPr/>
            <p:nvPr/>
          </p:nvSpPr>
          <p:spPr>
            <a:xfrm>
              <a:off x="2377550" y="2106875"/>
              <a:ext cx="11000" cy="18450"/>
            </a:xfrm>
            <a:custGeom>
              <a:avLst/>
              <a:gdLst/>
              <a:ahLst/>
              <a:cxnLst/>
              <a:rect l="l" t="t" r="r" b="b"/>
              <a:pathLst>
                <a:path w="440" h="738" extrusionOk="0">
                  <a:moveTo>
                    <a:pt x="283" y="1"/>
                  </a:moveTo>
                  <a:lnTo>
                    <a:pt x="1" y="643"/>
                  </a:lnTo>
                  <a:lnTo>
                    <a:pt x="157" y="738"/>
                  </a:lnTo>
                  <a:lnTo>
                    <a:pt x="439" y="95"/>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14"/>
            <p:cNvSpPr/>
            <p:nvPr/>
          </p:nvSpPr>
          <p:spPr>
            <a:xfrm>
              <a:off x="2390875" y="2088475"/>
              <a:ext cx="12575" cy="12550"/>
            </a:xfrm>
            <a:custGeom>
              <a:avLst/>
              <a:gdLst/>
              <a:ahLst/>
              <a:cxnLst/>
              <a:rect l="l" t="t" r="r" b="b"/>
              <a:pathLst>
                <a:path w="503" h="502" extrusionOk="0">
                  <a:moveTo>
                    <a:pt x="361" y="0"/>
                  </a:moveTo>
                  <a:lnTo>
                    <a:pt x="0" y="408"/>
                  </a:lnTo>
                  <a:lnTo>
                    <a:pt x="157" y="502"/>
                  </a:lnTo>
                  <a:lnTo>
                    <a:pt x="502" y="94"/>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14"/>
            <p:cNvSpPr/>
            <p:nvPr/>
          </p:nvSpPr>
          <p:spPr>
            <a:xfrm>
              <a:off x="2504125" y="2192300"/>
              <a:ext cx="170475" cy="178725"/>
            </a:xfrm>
            <a:custGeom>
              <a:avLst/>
              <a:gdLst/>
              <a:ahLst/>
              <a:cxnLst/>
              <a:rect l="l" t="t" r="r" b="b"/>
              <a:pathLst>
                <a:path w="6819" h="7149" extrusionOk="0">
                  <a:moveTo>
                    <a:pt x="2649" y="1"/>
                  </a:moveTo>
                  <a:cubicBezTo>
                    <a:pt x="2148" y="95"/>
                    <a:pt x="1677" y="299"/>
                    <a:pt x="1286" y="596"/>
                  </a:cubicBezTo>
                  <a:lnTo>
                    <a:pt x="1411" y="816"/>
                  </a:lnTo>
                  <a:cubicBezTo>
                    <a:pt x="1787" y="534"/>
                    <a:pt x="2226" y="346"/>
                    <a:pt x="2681" y="267"/>
                  </a:cubicBezTo>
                  <a:lnTo>
                    <a:pt x="2649" y="1"/>
                  </a:lnTo>
                  <a:close/>
                  <a:moveTo>
                    <a:pt x="4107" y="95"/>
                  </a:moveTo>
                  <a:lnTo>
                    <a:pt x="4060" y="346"/>
                  </a:lnTo>
                  <a:cubicBezTo>
                    <a:pt x="4499" y="487"/>
                    <a:pt x="4922" y="706"/>
                    <a:pt x="5298" y="1020"/>
                  </a:cubicBezTo>
                  <a:lnTo>
                    <a:pt x="5424" y="800"/>
                  </a:lnTo>
                  <a:cubicBezTo>
                    <a:pt x="5032" y="471"/>
                    <a:pt x="4593" y="236"/>
                    <a:pt x="4107" y="95"/>
                  </a:cubicBezTo>
                  <a:close/>
                  <a:moveTo>
                    <a:pt x="314" y="1850"/>
                  </a:moveTo>
                  <a:cubicBezTo>
                    <a:pt x="110" y="2305"/>
                    <a:pt x="0" y="2791"/>
                    <a:pt x="0" y="3308"/>
                  </a:cubicBezTo>
                  <a:cubicBezTo>
                    <a:pt x="0" y="3355"/>
                    <a:pt x="0" y="3418"/>
                    <a:pt x="16" y="3481"/>
                  </a:cubicBezTo>
                  <a:lnTo>
                    <a:pt x="235" y="3465"/>
                  </a:lnTo>
                  <a:cubicBezTo>
                    <a:pt x="235" y="3418"/>
                    <a:pt x="235" y="3355"/>
                    <a:pt x="235" y="3308"/>
                  </a:cubicBezTo>
                  <a:cubicBezTo>
                    <a:pt x="235" y="2838"/>
                    <a:pt x="329" y="2383"/>
                    <a:pt x="518" y="1976"/>
                  </a:cubicBezTo>
                  <a:lnTo>
                    <a:pt x="314" y="1850"/>
                  </a:lnTo>
                  <a:close/>
                  <a:moveTo>
                    <a:pt x="6411" y="2039"/>
                  </a:moveTo>
                  <a:lnTo>
                    <a:pt x="6207" y="2180"/>
                  </a:lnTo>
                  <a:cubicBezTo>
                    <a:pt x="6442" y="2634"/>
                    <a:pt x="6568" y="3136"/>
                    <a:pt x="6599" y="3637"/>
                  </a:cubicBezTo>
                  <a:lnTo>
                    <a:pt x="6599" y="3653"/>
                  </a:lnTo>
                  <a:lnTo>
                    <a:pt x="6819" y="3637"/>
                  </a:lnTo>
                  <a:cubicBezTo>
                    <a:pt x="6803" y="3073"/>
                    <a:pt x="6662" y="2540"/>
                    <a:pt x="6411" y="2039"/>
                  </a:cubicBezTo>
                  <a:close/>
                  <a:moveTo>
                    <a:pt x="627" y="4938"/>
                  </a:moveTo>
                  <a:lnTo>
                    <a:pt x="424" y="5064"/>
                  </a:lnTo>
                  <a:cubicBezTo>
                    <a:pt x="659" y="5534"/>
                    <a:pt x="1003" y="5973"/>
                    <a:pt x="1395" y="6302"/>
                  </a:cubicBezTo>
                  <a:lnTo>
                    <a:pt x="1536" y="6098"/>
                  </a:lnTo>
                  <a:cubicBezTo>
                    <a:pt x="1160" y="5769"/>
                    <a:pt x="847" y="5377"/>
                    <a:pt x="627" y="4938"/>
                  </a:cubicBezTo>
                  <a:close/>
                  <a:moveTo>
                    <a:pt x="6317" y="5158"/>
                  </a:moveTo>
                  <a:cubicBezTo>
                    <a:pt x="6113" y="5612"/>
                    <a:pt x="5800" y="6004"/>
                    <a:pt x="5424" y="6302"/>
                  </a:cubicBezTo>
                  <a:lnTo>
                    <a:pt x="5549" y="6521"/>
                  </a:lnTo>
                  <a:cubicBezTo>
                    <a:pt x="5972" y="6192"/>
                    <a:pt x="6301" y="5769"/>
                    <a:pt x="6521" y="5267"/>
                  </a:cubicBezTo>
                  <a:lnTo>
                    <a:pt x="6317" y="5158"/>
                  </a:lnTo>
                  <a:close/>
                  <a:moveTo>
                    <a:pt x="2775" y="6756"/>
                  </a:moveTo>
                  <a:lnTo>
                    <a:pt x="2712" y="7023"/>
                  </a:lnTo>
                  <a:cubicBezTo>
                    <a:pt x="2994" y="7101"/>
                    <a:pt x="3292" y="7148"/>
                    <a:pt x="3574" y="7148"/>
                  </a:cubicBezTo>
                  <a:lnTo>
                    <a:pt x="3652" y="7148"/>
                  </a:lnTo>
                  <a:cubicBezTo>
                    <a:pt x="3841" y="7148"/>
                    <a:pt x="4013" y="7133"/>
                    <a:pt x="4185" y="7117"/>
                  </a:cubicBezTo>
                  <a:lnTo>
                    <a:pt x="4138" y="6851"/>
                  </a:lnTo>
                  <a:cubicBezTo>
                    <a:pt x="3982" y="6882"/>
                    <a:pt x="3825" y="6898"/>
                    <a:pt x="3652" y="6898"/>
                  </a:cubicBezTo>
                  <a:lnTo>
                    <a:pt x="3574" y="6882"/>
                  </a:lnTo>
                  <a:cubicBezTo>
                    <a:pt x="3308" y="6882"/>
                    <a:pt x="3041" y="6835"/>
                    <a:pt x="2775" y="67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2" name="Google Shape;3872;p14"/>
          <p:cNvGrpSpPr/>
          <p:nvPr/>
        </p:nvGrpSpPr>
        <p:grpSpPr>
          <a:xfrm rot="-3967123">
            <a:off x="3162914" y="-668676"/>
            <a:ext cx="1496650" cy="1808486"/>
            <a:chOff x="6068875" y="758513"/>
            <a:chExt cx="554100" cy="669550"/>
          </a:xfrm>
        </p:grpSpPr>
        <p:sp>
          <p:nvSpPr>
            <p:cNvPr id="3873" name="Google Shape;3873;p14"/>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14"/>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14"/>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14"/>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14"/>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14"/>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14"/>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14"/>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14"/>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14"/>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14"/>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14"/>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14"/>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14"/>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7" name="Google Shape;3887;p14"/>
          <p:cNvGrpSpPr/>
          <p:nvPr/>
        </p:nvGrpSpPr>
        <p:grpSpPr>
          <a:xfrm>
            <a:off x="8214576" y="1985503"/>
            <a:ext cx="832278" cy="755422"/>
            <a:chOff x="7435952" y="276894"/>
            <a:chExt cx="1111483" cy="1008844"/>
          </a:xfrm>
        </p:grpSpPr>
        <p:sp>
          <p:nvSpPr>
            <p:cNvPr id="3888" name="Google Shape;3888;p14"/>
            <p:cNvSpPr/>
            <p:nvPr/>
          </p:nvSpPr>
          <p:spPr>
            <a:xfrm>
              <a:off x="8129850" y="867480"/>
              <a:ext cx="364813" cy="418258"/>
            </a:xfrm>
            <a:custGeom>
              <a:avLst/>
              <a:gdLst/>
              <a:ahLst/>
              <a:cxnLst/>
              <a:rect l="l" t="t" r="r" b="b"/>
              <a:pathLst>
                <a:path w="8669" h="9939" extrusionOk="0">
                  <a:moveTo>
                    <a:pt x="5330" y="1"/>
                  </a:moveTo>
                  <a:lnTo>
                    <a:pt x="1" y="7681"/>
                  </a:lnTo>
                  <a:lnTo>
                    <a:pt x="1615" y="9938"/>
                  </a:lnTo>
                  <a:cubicBezTo>
                    <a:pt x="1615" y="9938"/>
                    <a:pt x="8668" y="8042"/>
                    <a:pt x="8543" y="3480"/>
                  </a:cubicBezTo>
                  <a:cubicBezTo>
                    <a:pt x="7932" y="1537"/>
                    <a:pt x="5330" y="1"/>
                    <a:pt x="53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14"/>
            <p:cNvSpPr/>
            <p:nvPr/>
          </p:nvSpPr>
          <p:spPr>
            <a:xfrm>
              <a:off x="7435952" y="276894"/>
              <a:ext cx="959102" cy="937219"/>
            </a:xfrm>
            <a:custGeom>
              <a:avLst/>
              <a:gdLst/>
              <a:ahLst/>
              <a:cxnLst/>
              <a:rect l="l" t="t" r="r" b="b"/>
              <a:pathLst>
                <a:path w="22791" h="22271" extrusionOk="0">
                  <a:moveTo>
                    <a:pt x="10906" y="0"/>
                  </a:moveTo>
                  <a:cubicBezTo>
                    <a:pt x="6143" y="0"/>
                    <a:pt x="1714" y="3714"/>
                    <a:pt x="1756" y="4991"/>
                  </a:cubicBezTo>
                  <a:cubicBezTo>
                    <a:pt x="1928" y="10053"/>
                    <a:pt x="11192" y="10414"/>
                    <a:pt x="10471" y="13470"/>
                  </a:cubicBezTo>
                  <a:cubicBezTo>
                    <a:pt x="10258" y="13836"/>
                    <a:pt x="9713" y="13960"/>
                    <a:pt x="8984" y="13960"/>
                  </a:cubicBezTo>
                  <a:cubicBezTo>
                    <a:pt x="7470" y="13960"/>
                    <a:pt x="5161" y="13428"/>
                    <a:pt x="3378" y="13428"/>
                  </a:cubicBezTo>
                  <a:cubicBezTo>
                    <a:pt x="2156" y="13428"/>
                    <a:pt x="1180" y="13678"/>
                    <a:pt x="878" y="14521"/>
                  </a:cubicBezTo>
                  <a:cubicBezTo>
                    <a:pt x="0" y="16997"/>
                    <a:pt x="5659" y="19803"/>
                    <a:pt x="8292" y="20916"/>
                  </a:cubicBezTo>
                  <a:cubicBezTo>
                    <a:pt x="10532" y="21855"/>
                    <a:pt x="12785" y="22271"/>
                    <a:pt x="14676" y="22271"/>
                  </a:cubicBezTo>
                  <a:cubicBezTo>
                    <a:pt x="15657" y="22271"/>
                    <a:pt x="16540" y="22159"/>
                    <a:pt x="17273" y="21950"/>
                  </a:cubicBezTo>
                  <a:cubicBezTo>
                    <a:pt x="19139" y="21417"/>
                    <a:pt x="22665" y="18016"/>
                    <a:pt x="22744" y="14113"/>
                  </a:cubicBezTo>
                  <a:cubicBezTo>
                    <a:pt x="22791" y="11746"/>
                    <a:pt x="20800" y="7373"/>
                    <a:pt x="18700" y="4708"/>
                  </a:cubicBezTo>
                  <a:cubicBezTo>
                    <a:pt x="18135" y="3987"/>
                    <a:pt x="16317" y="915"/>
                    <a:pt x="12587" y="163"/>
                  </a:cubicBezTo>
                  <a:cubicBezTo>
                    <a:pt x="12026" y="51"/>
                    <a:pt x="11464" y="0"/>
                    <a:pt x="10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14"/>
            <p:cNvSpPr/>
            <p:nvPr/>
          </p:nvSpPr>
          <p:spPr>
            <a:xfrm>
              <a:off x="7720892" y="679498"/>
              <a:ext cx="123386" cy="237514"/>
            </a:xfrm>
            <a:custGeom>
              <a:avLst/>
              <a:gdLst/>
              <a:ahLst/>
              <a:cxnLst/>
              <a:rect l="l" t="t" r="r" b="b"/>
              <a:pathLst>
                <a:path w="2932" h="5644" extrusionOk="0">
                  <a:moveTo>
                    <a:pt x="674" y="1"/>
                  </a:moveTo>
                  <a:lnTo>
                    <a:pt x="674" y="1"/>
                  </a:lnTo>
                  <a:cubicBezTo>
                    <a:pt x="1098" y="2806"/>
                    <a:pt x="0" y="4624"/>
                    <a:pt x="0" y="4624"/>
                  </a:cubicBezTo>
                  <a:lnTo>
                    <a:pt x="2555" y="5643"/>
                  </a:lnTo>
                  <a:cubicBezTo>
                    <a:pt x="1615" y="3198"/>
                    <a:pt x="2932" y="1239"/>
                    <a:pt x="2932" y="1239"/>
                  </a:cubicBezTo>
                  <a:lnTo>
                    <a:pt x="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14"/>
            <p:cNvSpPr/>
            <p:nvPr/>
          </p:nvSpPr>
          <p:spPr>
            <a:xfrm>
              <a:off x="7561273" y="612881"/>
              <a:ext cx="142491" cy="246730"/>
            </a:xfrm>
            <a:custGeom>
              <a:avLst/>
              <a:gdLst/>
              <a:ahLst/>
              <a:cxnLst/>
              <a:rect l="l" t="t" r="r" b="b"/>
              <a:pathLst>
                <a:path w="3386" h="5863" extrusionOk="0">
                  <a:moveTo>
                    <a:pt x="878" y="0"/>
                  </a:moveTo>
                  <a:cubicBezTo>
                    <a:pt x="1019" y="3590"/>
                    <a:pt x="0" y="5722"/>
                    <a:pt x="0" y="5722"/>
                  </a:cubicBezTo>
                  <a:lnTo>
                    <a:pt x="2634" y="5863"/>
                  </a:lnTo>
                  <a:cubicBezTo>
                    <a:pt x="1819" y="3010"/>
                    <a:pt x="3386" y="1474"/>
                    <a:pt x="3386" y="1474"/>
                  </a:cubicBezTo>
                  <a:lnTo>
                    <a:pt x="8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14"/>
            <p:cNvSpPr/>
            <p:nvPr/>
          </p:nvSpPr>
          <p:spPr>
            <a:xfrm>
              <a:off x="7466924" y="294274"/>
              <a:ext cx="902417" cy="892864"/>
            </a:xfrm>
            <a:custGeom>
              <a:avLst/>
              <a:gdLst/>
              <a:ahLst/>
              <a:cxnLst/>
              <a:rect l="l" t="t" r="r" b="b"/>
              <a:pathLst>
                <a:path w="21444" h="21217" extrusionOk="0">
                  <a:moveTo>
                    <a:pt x="10024" y="0"/>
                  </a:moveTo>
                  <a:cubicBezTo>
                    <a:pt x="5564" y="0"/>
                    <a:pt x="1715" y="3185"/>
                    <a:pt x="1756" y="4405"/>
                  </a:cubicBezTo>
                  <a:cubicBezTo>
                    <a:pt x="988" y="8042"/>
                    <a:pt x="11020" y="10299"/>
                    <a:pt x="10330" y="13246"/>
                  </a:cubicBezTo>
                  <a:cubicBezTo>
                    <a:pt x="10054" y="13723"/>
                    <a:pt x="9157" y="13860"/>
                    <a:pt x="8019" y="13860"/>
                  </a:cubicBezTo>
                  <a:cubicBezTo>
                    <a:pt x="6510" y="13860"/>
                    <a:pt x="4578" y="13621"/>
                    <a:pt x="3102" y="13621"/>
                  </a:cubicBezTo>
                  <a:cubicBezTo>
                    <a:pt x="1966" y="13621"/>
                    <a:pt x="1101" y="13762"/>
                    <a:pt x="910" y="14264"/>
                  </a:cubicBezTo>
                  <a:cubicBezTo>
                    <a:pt x="1" y="16616"/>
                    <a:pt x="5408" y="18716"/>
                    <a:pt x="7948" y="19782"/>
                  </a:cubicBezTo>
                  <a:cubicBezTo>
                    <a:pt x="10246" y="20738"/>
                    <a:pt x="12413" y="21217"/>
                    <a:pt x="14217" y="21217"/>
                  </a:cubicBezTo>
                  <a:cubicBezTo>
                    <a:pt x="14984" y="21217"/>
                    <a:pt x="15685" y="21130"/>
                    <a:pt x="16302" y="20957"/>
                  </a:cubicBezTo>
                  <a:cubicBezTo>
                    <a:pt x="18120" y="20456"/>
                    <a:pt x="21334" y="17211"/>
                    <a:pt x="21412" y="13449"/>
                  </a:cubicBezTo>
                  <a:cubicBezTo>
                    <a:pt x="21443" y="11161"/>
                    <a:pt x="19703" y="7117"/>
                    <a:pt x="17697" y="4546"/>
                  </a:cubicBezTo>
                  <a:cubicBezTo>
                    <a:pt x="17149" y="3841"/>
                    <a:pt x="15393" y="894"/>
                    <a:pt x="11788" y="173"/>
                  </a:cubicBezTo>
                  <a:cubicBezTo>
                    <a:pt x="11194" y="54"/>
                    <a:pt x="10604" y="0"/>
                    <a:pt x="100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14"/>
            <p:cNvSpPr/>
            <p:nvPr/>
          </p:nvSpPr>
          <p:spPr>
            <a:xfrm>
              <a:off x="7532236" y="902493"/>
              <a:ext cx="645503" cy="269875"/>
            </a:xfrm>
            <a:custGeom>
              <a:avLst/>
              <a:gdLst/>
              <a:ahLst/>
              <a:cxnLst/>
              <a:rect l="l" t="t" r="r" b="b"/>
              <a:pathLst>
                <a:path w="15339" h="6413" extrusionOk="0">
                  <a:moveTo>
                    <a:pt x="2099" y="1"/>
                  </a:moveTo>
                  <a:cubicBezTo>
                    <a:pt x="898" y="1"/>
                    <a:pt x="63" y="124"/>
                    <a:pt x="48" y="532"/>
                  </a:cubicBezTo>
                  <a:cubicBezTo>
                    <a:pt x="1" y="1771"/>
                    <a:pt x="1646" y="2978"/>
                    <a:pt x="6741" y="5172"/>
                  </a:cubicBezTo>
                  <a:cubicBezTo>
                    <a:pt x="8645" y="5982"/>
                    <a:pt x="10909" y="6413"/>
                    <a:pt x="12601" y="6413"/>
                  </a:cubicBezTo>
                  <a:cubicBezTo>
                    <a:pt x="13987" y="6413"/>
                    <a:pt x="14989" y="6124"/>
                    <a:pt x="15095" y="5517"/>
                  </a:cubicBezTo>
                  <a:cubicBezTo>
                    <a:pt x="15338" y="4195"/>
                    <a:pt x="11823" y="176"/>
                    <a:pt x="10209" y="176"/>
                  </a:cubicBezTo>
                  <a:cubicBezTo>
                    <a:pt x="10159" y="176"/>
                    <a:pt x="10110" y="179"/>
                    <a:pt x="10064" y="188"/>
                  </a:cubicBezTo>
                  <a:cubicBezTo>
                    <a:pt x="9657" y="259"/>
                    <a:pt x="9132" y="286"/>
                    <a:pt x="8535" y="286"/>
                  </a:cubicBezTo>
                  <a:cubicBezTo>
                    <a:pt x="6605" y="286"/>
                    <a:pt x="3927" y="1"/>
                    <a:pt x="209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14"/>
            <p:cNvSpPr/>
            <p:nvPr/>
          </p:nvSpPr>
          <p:spPr>
            <a:xfrm>
              <a:off x="7554035" y="407013"/>
              <a:ext cx="606198" cy="522202"/>
            </a:xfrm>
            <a:custGeom>
              <a:avLst/>
              <a:gdLst/>
              <a:ahLst/>
              <a:cxnLst/>
              <a:rect l="l" t="t" r="r" b="b"/>
              <a:pathLst>
                <a:path w="14405" h="12409" extrusionOk="0">
                  <a:moveTo>
                    <a:pt x="3614" y="0"/>
                  </a:moveTo>
                  <a:cubicBezTo>
                    <a:pt x="2476" y="0"/>
                    <a:pt x="0" y="2670"/>
                    <a:pt x="1379" y="3419"/>
                  </a:cubicBezTo>
                  <a:cubicBezTo>
                    <a:pt x="5392" y="5613"/>
                    <a:pt x="11458" y="12228"/>
                    <a:pt x="11944" y="12385"/>
                  </a:cubicBezTo>
                  <a:cubicBezTo>
                    <a:pt x="11993" y="12401"/>
                    <a:pt x="12050" y="12408"/>
                    <a:pt x="12113" y="12408"/>
                  </a:cubicBezTo>
                  <a:cubicBezTo>
                    <a:pt x="12783" y="12408"/>
                    <a:pt x="14115" y="11537"/>
                    <a:pt x="14201" y="10849"/>
                  </a:cubicBezTo>
                  <a:cubicBezTo>
                    <a:pt x="14405" y="9172"/>
                    <a:pt x="5047" y="347"/>
                    <a:pt x="3762" y="18"/>
                  </a:cubicBezTo>
                  <a:cubicBezTo>
                    <a:pt x="3716" y="6"/>
                    <a:pt x="3666" y="0"/>
                    <a:pt x="36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14"/>
            <p:cNvSpPr/>
            <p:nvPr/>
          </p:nvSpPr>
          <p:spPr>
            <a:xfrm>
              <a:off x="7667195" y="350707"/>
              <a:ext cx="583390" cy="501245"/>
            </a:xfrm>
            <a:custGeom>
              <a:avLst/>
              <a:gdLst/>
              <a:ahLst/>
              <a:cxnLst/>
              <a:rect l="l" t="t" r="r" b="b"/>
              <a:pathLst>
                <a:path w="13863" h="11911" extrusionOk="0">
                  <a:moveTo>
                    <a:pt x="4311" y="1"/>
                  </a:moveTo>
                  <a:cubicBezTo>
                    <a:pt x="2794" y="1"/>
                    <a:pt x="0" y="503"/>
                    <a:pt x="1323" y="1826"/>
                  </a:cubicBezTo>
                  <a:cubicBezTo>
                    <a:pt x="3957" y="4459"/>
                    <a:pt x="11386" y="11763"/>
                    <a:pt x="11778" y="11889"/>
                  </a:cubicBezTo>
                  <a:cubicBezTo>
                    <a:pt x="11818" y="11904"/>
                    <a:pt x="11865" y="11911"/>
                    <a:pt x="11916" y="11911"/>
                  </a:cubicBezTo>
                  <a:cubicBezTo>
                    <a:pt x="12462" y="11911"/>
                    <a:pt x="13558" y="11116"/>
                    <a:pt x="13644" y="10557"/>
                  </a:cubicBezTo>
                  <a:cubicBezTo>
                    <a:pt x="13863" y="9177"/>
                    <a:pt x="6120" y="368"/>
                    <a:pt x="5070" y="70"/>
                  </a:cubicBezTo>
                  <a:cubicBezTo>
                    <a:pt x="4917" y="25"/>
                    <a:pt x="4645" y="1"/>
                    <a:pt x="431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14"/>
            <p:cNvSpPr/>
            <p:nvPr/>
          </p:nvSpPr>
          <p:spPr>
            <a:xfrm>
              <a:off x="7878659" y="341281"/>
              <a:ext cx="470230" cy="445107"/>
            </a:xfrm>
            <a:custGeom>
              <a:avLst/>
              <a:gdLst/>
              <a:ahLst/>
              <a:cxnLst/>
              <a:rect l="l" t="t" r="r" b="b"/>
              <a:pathLst>
                <a:path w="11174" h="10577" extrusionOk="0">
                  <a:moveTo>
                    <a:pt x="1017" y="1"/>
                  </a:moveTo>
                  <a:cubicBezTo>
                    <a:pt x="351" y="1"/>
                    <a:pt x="1" y="154"/>
                    <a:pt x="546" y="624"/>
                  </a:cubicBezTo>
                  <a:cubicBezTo>
                    <a:pt x="3164" y="2896"/>
                    <a:pt x="8399" y="10342"/>
                    <a:pt x="8791" y="10483"/>
                  </a:cubicBezTo>
                  <a:cubicBezTo>
                    <a:pt x="8948" y="10540"/>
                    <a:pt x="9232" y="10577"/>
                    <a:pt x="9544" y="10577"/>
                  </a:cubicBezTo>
                  <a:cubicBezTo>
                    <a:pt x="10169" y="10577"/>
                    <a:pt x="10907" y="10430"/>
                    <a:pt x="10970" y="10013"/>
                  </a:cubicBezTo>
                  <a:cubicBezTo>
                    <a:pt x="11173" y="8649"/>
                    <a:pt x="5217" y="780"/>
                    <a:pt x="4167" y="483"/>
                  </a:cubicBezTo>
                  <a:cubicBezTo>
                    <a:pt x="3663" y="333"/>
                    <a:pt x="1998" y="1"/>
                    <a:pt x="10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14"/>
            <p:cNvSpPr/>
            <p:nvPr/>
          </p:nvSpPr>
          <p:spPr>
            <a:xfrm>
              <a:off x="7553151" y="400533"/>
              <a:ext cx="587303" cy="506126"/>
            </a:xfrm>
            <a:custGeom>
              <a:avLst/>
              <a:gdLst/>
              <a:ahLst/>
              <a:cxnLst/>
              <a:rect l="l" t="t" r="r" b="b"/>
              <a:pathLst>
                <a:path w="13956" h="12027" extrusionOk="0">
                  <a:moveTo>
                    <a:pt x="2832" y="0"/>
                  </a:moveTo>
                  <a:cubicBezTo>
                    <a:pt x="1736" y="0"/>
                    <a:pt x="1" y="1406"/>
                    <a:pt x="507" y="2852"/>
                  </a:cubicBezTo>
                  <a:cubicBezTo>
                    <a:pt x="946" y="4075"/>
                    <a:pt x="3986" y="5532"/>
                    <a:pt x="6698" y="7648"/>
                  </a:cubicBezTo>
                  <a:cubicBezTo>
                    <a:pt x="8767" y="9278"/>
                    <a:pt x="11589" y="11990"/>
                    <a:pt x="11965" y="12022"/>
                  </a:cubicBezTo>
                  <a:cubicBezTo>
                    <a:pt x="11996" y="12025"/>
                    <a:pt x="12028" y="12026"/>
                    <a:pt x="12062" y="12026"/>
                  </a:cubicBezTo>
                  <a:cubicBezTo>
                    <a:pt x="12685" y="12026"/>
                    <a:pt x="13677" y="11482"/>
                    <a:pt x="13752" y="10768"/>
                  </a:cubicBezTo>
                  <a:cubicBezTo>
                    <a:pt x="13955" y="9090"/>
                    <a:pt x="4378" y="344"/>
                    <a:pt x="3093" y="31"/>
                  </a:cubicBezTo>
                  <a:cubicBezTo>
                    <a:pt x="3012" y="10"/>
                    <a:pt x="2924" y="0"/>
                    <a:pt x="28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14"/>
            <p:cNvSpPr/>
            <p:nvPr/>
          </p:nvSpPr>
          <p:spPr>
            <a:xfrm>
              <a:off x="7701282" y="337956"/>
              <a:ext cx="540087" cy="484201"/>
            </a:xfrm>
            <a:custGeom>
              <a:avLst/>
              <a:gdLst/>
              <a:ahLst/>
              <a:cxnLst/>
              <a:rect l="l" t="t" r="r" b="b"/>
              <a:pathLst>
                <a:path w="12834" h="11506" extrusionOk="0">
                  <a:moveTo>
                    <a:pt x="2885" y="1"/>
                  </a:moveTo>
                  <a:cubicBezTo>
                    <a:pt x="1554" y="1"/>
                    <a:pt x="0" y="460"/>
                    <a:pt x="482" y="1424"/>
                  </a:cubicBezTo>
                  <a:cubicBezTo>
                    <a:pt x="827" y="2098"/>
                    <a:pt x="3539" y="3681"/>
                    <a:pt x="6062" y="6236"/>
                  </a:cubicBezTo>
                  <a:cubicBezTo>
                    <a:pt x="8586" y="8806"/>
                    <a:pt x="10592" y="11424"/>
                    <a:pt x="10921" y="11487"/>
                  </a:cubicBezTo>
                  <a:cubicBezTo>
                    <a:pt x="10980" y="11500"/>
                    <a:pt x="11041" y="11506"/>
                    <a:pt x="11104" y="11506"/>
                  </a:cubicBezTo>
                  <a:cubicBezTo>
                    <a:pt x="11648" y="11506"/>
                    <a:pt x="12317" y="11040"/>
                    <a:pt x="12457" y="10436"/>
                  </a:cubicBezTo>
                  <a:cubicBezTo>
                    <a:pt x="12834" y="8932"/>
                    <a:pt x="5326" y="734"/>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14"/>
            <p:cNvSpPr/>
            <p:nvPr/>
          </p:nvSpPr>
          <p:spPr>
            <a:xfrm>
              <a:off x="7905761" y="325542"/>
              <a:ext cx="423981" cy="434207"/>
            </a:xfrm>
            <a:custGeom>
              <a:avLst/>
              <a:gdLst/>
              <a:ahLst/>
              <a:cxnLst/>
              <a:rect l="l" t="t" r="r" b="b"/>
              <a:pathLst>
                <a:path w="10075" h="10318" extrusionOk="0">
                  <a:moveTo>
                    <a:pt x="717" y="1"/>
                  </a:moveTo>
                  <a:cubicBezTo>
                    <a:pt x="265" y="1"/>
                    <a:pt x="0" y="143"/>
                    <a:pt x="153" y="527"/>
                  </a:cubicBezTo>
                  <a:cubicBezTo>
                    <a:pt x="372" y="1107"/>
                    <a:pt x="3162" y="3458"/>
                    <a:pt x="5012" y="5747"/>
                  </a:cubicBezTo>
                  <a:cubicBezTo>
                    <a:pt x="6877" y="8035"/>
                    <a:pt x="7880" y="10120"/>
                    <a:pt x="8147" y="10214"/>
                  </a:cubicBezTo>
                  <a:cubicBezTo>
                    <a:pt x="8323" y="10271"/>
                    <a:pt x="8678" y="10317"/>
                    <a:pt x="9030" y="10317"/>
                  </a:cubicBezTo>
                  <a:cubicBezTo>
                    <a:pt x="9556" y="10317"/>
                    <a:pt x="10075" y="10213"/>
                    <a:pt x="9981" y="9885"/>
                  </a:cubicBezTo>
                  <a:cubicBezTo>
                    <a:pt x="8727" y="5574"/>
                    <a:pt x="4667" y="1389"/>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14"/>
            <p:cNvSpPr/>
            <p:nvPr/>
          </p:nvSpPr>
          <p:spPr>
            <a:xfrm>
              <a:off x="7521674" y="894118"/>
              <a:ext cx="636287" cy="269202"/>
            </a:xfrm>
            <a:custGeom>
              <a:avLst/>
              <a:gdLst/>
              <a:ahLst/>
              <a:cxnLst/>
              <a:rect l="l" t="t" r="r" b="b"/>
              <a:pathLst>
                <a:path w="15120" h="6397" extrusionOk="0">
                  <a:moveTo>
                    <a:pt x="1787" y="1"/>
                  </a:moveTo>
                  <a:cubicBezTo>
                    <a:pt x="754" y="1"/>
                    <a:pt x="57" y="121"/>
                    <a:pt x="48" y="496"/>
                  </a:cubicBezTo>
                  <a:cubicBezTo>
                    <a:pt x="1" y="1750"/>
                    <a:pt x="2038" y="3067"/>
                    <a:pt x="6992" y="5183"/>
                  </a:cubicBezTo>
                  <a:cubicBezTo>
                    <a:pt x="8837" y="5968"/>
                    <a:pt x="10981" y="6397"/>
                    <a:pt x="12574" y="6397"/>
                  </a:cubicBezTo>
                  <a:cubicBezTo>
                    <a:pt x="13876" y="6397"/>
                    <a:pt x="14808" y="6110"/>
                    <a:pt x="14907" y="5496"/>
                  </a:cubicBezTo>
                  <a:cubicBezTo>
                    <a:pt x="15119" y="4177"/>
                    <a:pt x="11606" y="247"/>
                    <a:pt x="10043" y="247"/>
                  </a:cubicBezTo>
                  <a:cubicBezTo>
                    <a:pt x="9990" y="247"/>
                    <a:pt x="9939" y="252"/>
                    <a:pt x="9891" y="261"/>
                  </a:cubicBezTo>
                  <a:cubicBezTo>
                    <a:pt x="9505" y="338"/>
                    <a:pt x="9005" y="368"/>
                    <a:pt x="8436" y="368"/>
                  </a:cubicBezTo>
                  <a:cubicBezTo>
                    <a:pt x="6443" y="368"/>
                    <a:pt x="3598" y="1"/>
                    <a:pt x="17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14"/>
            <p:cNvSpPr/>
            <p:nvPr/>
          </p:nvSpPr>
          <p:spPr>
            <a:xfrm>
              <a:off x="8086337" y="787439"/>
              <a:ext cx="325214" cy="322815"/>
            </a:xfrm>
            <a:custGeom>
              <a:avLst/>
              <a:gdLst/>
              <a:ahLst/>
              <a:cxnLst/>
              <a:rect l="l" t="t" r="r" b="b"/>
              <a:pathLst>
                <a:path w="7728" h="7671" extrusionOk="0">
                  <a:moveTo>
                    <a:pt x="5294" y="0"/>
                  </a:moveTo>
                  <a:cubicBezTo>
                    <a:pt x="4546" y="0"/>
                    <a:pt x="604" y="2937"/>
                    <a:pt x="314" y="3533"/>
                  </a:cubicBezTo>
                  <a:cubicBezTo>
                    <a:pt x="0" y="4144"/>
                    <a:pt x="2241" y="7671"/>
                    <a:pt x="2727" y="7671"/>
                  </a:cubicBezTo>
                  <a:cubicBezTo>
                    <a:pt x="5031" y="7671"/>
                    <a:pt x="7727" y="633"/>
                    <a:pt x="5345" y="6"/>
                  </a:cubicBezTo>
                  <a:cubicBezTo>
                    <a:pt x="5330" y="2"/>
                    <a:pt x="5313" y="0"/>
                    <a:pt x="529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14"/>
            <p:cNvSpPr/>
            <p:nvPr/>
          </p:nvSpPr>
          <p:spPr>
            <a:xfrm>
              <a:off x="8102160" y="794719"/>
              <a:ext cx="300174" cy="298407"/>
            </a:xfrm>
            <a:custGeom>
              <a:avLst/>
              <a:gdLst/>
              <a:ahLst/>
              <a:cxnLst/>
              <a:rect l="l" t="t" r="r" b="b"/>
              <a:pathLst>
                <a:path w="7133" h="7091" extrusionOk="0">
                  <a:moveTo>
                    <a:pt x="4892" y="0"/>
                  </a:moveTo>
                  <a:cubicBezTo>
                    <a:pt x="4206" y="0"/>
                    <a:pt x="542" y="2731"/>
                    <a:pt x="282" y="3281"/>
                  </a:cubicBezTo>
                  <a:cubicBezTo>
                    <a:pt x="0" y="3846"/>
                    <a:pt x="2069" y="7090"/>
                    <a:pt x="2508" y="7090"/>
                  </a:cubicBezTo>
                  <a:cubicBezTo>
                    <a:pt x="4640" y="7090"/>
                    <a:pt x="7132" y="601"/>
                    <a:pt x="4938" y="6"/>
                  </a:cubicBezTo>
                  <a:cubicBezTo>
                    <a:pt x="4924" y="2"/>
                    <a:pt x="4909" y="0"/>
                    <a:pt x="4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03" name="Google Shape;3903;p14"/>
            <p:cNvGrpSpPr/>
            <p:nvPr/>
          </p:nvGrpSpPr>
          <p:grpSpPr>
            <a:xfrm>
              <a:off x="7493310" y="287036"/>
              <a:ext cx="881292" cy="908309"/>
              <a:chOff x="7493310" y="287036"/>
              <a:chExt cx="881292" cy="908309"/>
            </a:xfrm>
          </p:grpSpPr>
          <p:sp>
            <p:nvSpPr>
              <p:cNvPr id="3904" name="Google Shape;3904;p14"/>
              <p:cNvSpPr/>
              <p:nvPr/>
            </p:nvSpPr>
            <p:spPr>
              <a:xfrm>
                <a:off x="7582357" y="575259"/>
                <a:ext cx="28406" cy="27774"/>
              </a:xfrm>
              <a:custGeom>
                <a:avLst/>
                <a:gdLst/>
                <a:ahLst/>
                <a:cxnLst/>
                <a:rect l="l" t="t" r="r" b="b"/>
                <a:pathLst>
                  <a:path w="675" h="660" extrusionOk="0">
                    <a:moveTo>
                      <a:pt x="283" y="1"/>
                    </a:moveTo>
                    <a:lnTo>
                      <a:pt x="1" y="283"/>
                    </a:lnTo>
                    <a:lnTo>
                      <a:pt x="393" y="659"/>
                    </a:lnTo>
                    <a:lnTo>
                      <a:pt x="675" y="377"/>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14"/>
              <p:cNvSpPr/>
              <p:nvPr/>
            </p:nvSpPr>
            <p:spPr>
              <a:xfrm>
                <a:off x="7626585" y="610230"/>
                <a:ext cx="29037" cy="27774"/>
              </a:xfrm>
              <a:custGeom>
                <a:avLst/>
                <a:gdLst/>
                <a:ahLst/>
                <a:cxnLst/>
                <a:rect l="l" t="t" r="r" b="b"/>
                <a:pathLst>
                  <a:path w="690" h="660" extrusionOk="0">
                    <a:moveTo>
                      <a:pt x="251" y="1"/>
                    </a:moveTo>
                    <a:lnTo>
                      <a:pt x="0" y="314"/>
                    </a:lnTo>
                    <a:lnTo>
                      <a:pt x="439" y="659"/>
                    </a:lnTo>
                    <a:lnTo>
                      <a:pt x="690" y="346"/>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14"/>
              <p:cNvSpPr/>
              <p:nvPr/>
            </p:nvSpPr>
            <p:spPr>
              <a:xfrm>
                <a:off x="7672750" y="641245"/>
                <a:ext cx="29037" cy="27101"/>
              </a:xfrm>
              <a:custGeom>
                <a:avLst/>
                <a:gdLst/>
                <a:ahLst/>
                <a:cxnLst/>
                <a:rect l="l" t="t" r="r" b="b"/>
                <a:pathLst>
                  <a:path w="690" h="644" extrusionOk="0">
                    <a:moveTo>
                      <a:pt x="251" y="0"/>
                    </a:moveTo>
                    <a:lnTo>
                      <a:pt x="0" y="314"/>
                    </a:lnTo>
                    <a:lnTo>
                      <a:pt x="439" y="643"/>
                    </a:lnTo>
                    <a:lnTo>
                      <a:pt x="690" y="330"/>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14"/>
              <p:cNvSpPr/>
              <p:nvPr/>
            </p:nvSpPr>
            <p:spPr>
              <a:xfrm>
                <a:off x="7712981" y="668304"/>
                <a:ext cx="28406" cy="27059"/>
              </a:xfrm>
              <a:custGeom>
                <a:avLst/>
                <a:gdLst/>
                <a:ahLst/>
                <a:cxnLst/>
                <a:rect l="l" t="t" r="r" b="b"/>
                <a:pathLst>
                  <a:path w="675" h="643" extrusionOk="0">
                    <a:moveTo>
                      <a:pt x="251" y="0"/>
                    </a:moveTo>
                    <a:lnTo>
                      <a:pt x="0" y="314"/>
                    </a:lnTo>
                    <a:lnTo>
                      <a:pt x="439" y="643"/>
                    </a:lnTo>
                    <a:lnTo>
                      <a:pt x="674" y="329"/>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14"/>
              <p:cNvSpPr/>
              <p:nvPr/>
            </p:nvSpPr>
            <p:spPr>
              <a:xfrm>
                <a:off x="7753212" y="691365"/>
                <a:ext cx="28406" cy="27101"/>
              </a:xfrm>
              <a:custGeom>
                <a:avLst/>
                <a:gdLst/>
                <a:ahLst/>
                <a:cxnLst/>
                <a:rect l="l" t="t" r="r" b="b"/>
                <a:pathLst>
                  <a:path w="675" h="644" extrusionOk="0">
                    <a:moveTo>
                      <a:pt x="251" y="1"/>
                    </a:moveTo>
                    <a:lnTo>
                      <a:pt x="1" y="314"/>
                    </a:lnTo>
                    <a:lnTo>
                      <a:pt x="439"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14"/>
              <p:cNvSpPr/>
              <p:nvPr/>
            </p:nvSpPr>
            <p:spPr>
              <a:xfrm>
                <a:off x="7798745" y="719728"/>
                <a:ext cx="28406" cy="27101"/>
              </a:xfrm>
              <a:custGeom>
                <a:avLst/>
                <a:gdLst/>
                <a:ahLst/>
                <a:cxnLst/>
                <a:rect l="l" t="t" r="r" b="b"/>
                <a:pathLst>
                  <a:path w="675" h="644" extrusionOk="0">
                    <a:moveTo>
                      <a:pt x="251" y="1"/>
                    </a:moveTo>
                    <a:lnTo>
                      <a:pt x="0" y="314"/>
                    </a:lnTo>
                    <a:lnTo>
                      <a:pt x="439" y="643"/>
                    </a:lnTo>
                    <a:lnTo>
                      <a:pt x="674"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14"/>
              <p:cNvSpPr/>
              <p:nvPr/>
            </p:nvSpPr>
            <p:spPr>
              <a:xfrm>
                <a:off x="7850170" y="759959"/>
                <a:ext cx="28406" cy="27101"/>
              </a:xfrm>
              <a:custGeom>
                <a:avLst/>
                <a:gdLst/>
                <a:ahLst/>
                <a:cxnLst/>
                <a:rect l="l" t="t" r="r" b="b"/>
                <a:pathLst>
                  <a:path w="675" h="644" extrusionOk="0">
                    <a:moveTo>
                      <a:pt x="251" y="1"/>
                    </a:moveTo>
                    <a:lnTo>
                      <a:pt x="1" y="314"/>
                    </a:lnTo>
                    <a:lnTo>
                      <a:pt x="440"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14"/>
              <p:cNvSpPr/>
              <p:nvPr/>
            </p:nvSpPr>
            <p:spPr>
              <a:xfrm>
                <a:off x="7887791" y="804819"/>
                <a:ext cx="21799" cy="26428"/>
              </a:xfrm>
              <a:custGeom>
                <a:avLst/>
                <a:gdLst/>
                <a:ahLst/>
                <a:cxnLst/>
                <a:rect l="l" t="t" r="r" b="b"/>
                <a:pathLst>
                  <a:path w="518" h="628" extrusionOk="0">
                    <a:moveTo>
                      <a:pt x="392" y="1"/>
                    </a:moveTo>
                    <a:lnTo>
                      <a:pt x="0" y="79"/>
                    </a:lnTo>
                    <a:lnTo>
                      <a:pt x="125" y="628"/>
                    </a:lnTo>
                    <a:lnTo>
                      <a:pt x="517" y="534"/>
                    </a:lnTo>
                    <a:lnTo>
                      <a:pt x="3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14"/>
              <p:cNvSpPr/>
              <p:nvPr/>
            </p:nvSpPr>
            <p:spPr>
              <a:xfrm>
                <a:off x="7867339" y="852330"/>
                <a:ext cx="27732" cy="23777"/>
              </a:xfrm>
              <a:custGeom>
                <a:avLst/>
                <a:gdLst/>
                <a:ahLst/>
                <a:cxnLst/>
                <a:rect l="l" t="t" r="r" b="b"/>
                <a:pathLst>
                  <a:path w="659" h="565" extrusionOk="0">
                    <a:moveTo>
                      <a:pt x="486" y="0"/>
                    </a:moveTo>
                    <a:lnTo>
                      <a:pt x="0" y="251"/>
                    </a:lnTo>
                    <a:lnTo>
                      <a:pt x="173" y="564"/>
                    </a:lnTo>
                    <a:lnTo>
                      <a:pt x="658" y="329"/>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14"/>
              <p:cNvSpPr/>
              <p:nvPr/>
            </p:nvSpPr>
            <p:spPr>
              <a:xfrm>
                <a:off x="7828413" y="871436"/>
                <a:ext cx="24450" cy="15865"/>
              </a:xfrm>
              <a:custGeom>
                <a:avLst/>
                <a:gdLst/>
                <a:ahLst/>
                <a:cxnLst/>
                <a:rect l="l" t="t" r="r" b="b"/>
                <a:pathLst>
                  <a:path w="581" h="377" extrusionOk="0">
                    <a:moveTo>
                      <a:pt x="549" y="1"/>
                    </a:moveTo>
                    <a:lnTo>
                      <a:pt x="0" y="16"/>
                    </a:lnTo>
                    <a:lnTo>
                      <a:pt x="32" y="377"/>
                    </a:lnTo>
                    <a:lnTo>
                      <a:pt x="580"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14"/>
              <p:cNvSpPr/>
              <p:nvPr/>
            </p:nvSpPr>
            <p:spPr>
              <a:xfrm>
                <a:off x="7774968" y="868153"/>
                <a:ext cx="23819" cy="15865"/>
              </a:xfrm>
              <a:custGeom>
                <a:avLst/>
                <a:gdLst/>
                <a:ahLst/>
                <a:cxnLst/>
                <a:rect l="l" t="t" r="r" b="b"/>
                <a:pathLst>
                  <a:path w="566" h="377" extrusionOk="0">
                    <a:moveTo>
                      <a:pt x="549" y="0"/>
                    </a:moveTo>
                    <a:lnTo>
                      <a:pt x="1" y="32"/>
                    </a:lnTo>
                    <a:lnTo>
                      <a:pt x="16" y="377"/>
                    </a:lnTo>
                    <a:lnTo>
                      <a:pt x="565"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14"/>
              <p:cNvSpPr/>
              <p:nvPr/>
            </p:nvSpPr>
            <p:spPr>
              <a:xfrm>
                <a:off x="7717610" y="864871"/>
                <a:ext cx="24450" cy="15865"/>
              </a:xfrm>
              <a:custGeom>
                <a:avLst/>
                <a:gdLst/>
                <a:ahLst/>
                <a:cxnLst/>
                <a:rect l="l" t="t" r="r" b="b"/>
                <a:pathLst>
                  <a:path w="581" h="377" extrusionOk="0">
                    <a:moveTo>
                      <a:pt x="549" y="0"/>
                    </a:moveTo>
                    <a:lnTo>
                      <a:pt x="0" y="16"/>
                    </a:lnTo>
                    <a:lnTo>
                      <a:pt x="31" y="376"/>
                    </a:lnTo>
                    <a:lnTo>
                      <a:pt x="580" y="345"/>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14"/>
              <p:cNvSpPr/>
              <p:nvPr/>
            </p:nvSpPr>
            <p:spPr>
              <a:xfrm>
                <a:off x="7664838" y="861546"/>
                <a:ext cx="23777" cy="15865"/>
              </a:xfrm>
              <a:custGeom>
                <a:avLst/>
                <a:gdLst/>
                <a:ahLst/>
                <a:cxnLst/>
                <a:rect l="l" t="t" r="r" b="b"/>
                <a:pathLst>
                  <a:path w="565" h="377" extrusionOk="0">
                    <a:moveTo>
                      <a:pt x="549" y="1"/>
                    </a:moveTo>
                    <a:lnTo>
                      <a:pt x="0" y="16"/>
                    </a:lnTo>
                    <a:lnTo>
                      <a:pt x="16" y="377"/>
                    </a:lnTo>
                    <a:lnTo>
                      <a:pt x="564"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14"/>
              <p:cNvSpPr/>
              <p:nvPr/>
            </p:nvSpPr>
            <p:spPr>
              <a:xfrm>
                <a:off x="7610720" y="857591"/>
                <a:ext cx="23819" cy="15865"/>
              </a:xfrm>
              <a:custGeom>
                <a:avLst/>
                <a:gdLst/>
                <a:ahLst/>
                <a:cxnLst/>
                <a:rect l="l" t="t" r="r" b="b"/>
                <a:pathLst>
                  <a:path w="566" h="377" extrusionOk="0">
                    <a:moveTo>
                      <a:pt x="549" y="1"/>
                    </a:moveTo>
                    <a:lnTo>
                      <a:pt x="1" y="32"/>
                    </a:lnTo>
                    <a:lnTo>
                      <a:pt x="17"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14"/>
              <p:cNvSpPr/>
              <p:nvPr/>
            </p:nvSpPr>
            <p:spPr>
              <a:xfrm>
                <a:off x="7561273" y="859569"/>
                <a:ext cx="23777" cy="15865"/>
              </a:xfrm>
              <a:custGeom>
                <a:avLst/>
                <a:gdLst/>
                <a:ahLst/>
                <a:cxnLst/>
                <a:rect l="l" t="t" r="r" b="b"/>
                <a:pathLst>
                  <a:path w="565" h="377" extrusionOk="0">
                    <a:moveTo>
                      <a:pt x="549" y="1"/>
                    </a:moveTo>
                    <a:lnTo>
                      <a:pt x="0" y="16"/>
                    </a:lnTo>
                    <a:lnTo>
                      <a:pt x="16"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14"/>
              <p:cNvSpPr/>
              <p:nvPr/>
            </p:nvSpPr>
            <p:spPr>
              <a:xfrm>
                <a:off x="7499917" y="871436"/>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14"/>
              <p:cNvSpPr/>
              <p:nvPr/>
            </p:nvSpPr>
            <p:spPr>
              <a:xfrm>
                <a:off x="7493310" y="920252"/>
                <a:ext cx="21167" cy="26428"/>
              </a:xfrm>
              <a:custGeom>
                <a:avLst/>
                <a:gdLst/>
                <a:ahLst/>
                <a:cxnLst/>
                <a:rect l="l" t="t" r="r" b="b"/>
                <a:pathLst>
                  <a:path w="503" h="628" extrusionOk="0">
                    <a:moveTo>
                      <a:pt x="330" y="1"/>
                    </a:moveTo>
                    <a:lnTo>
                      <a:pt x="1" y="110"/>
                    </a:lnTo>
                    <a:lnTo>
                      <a:pt x="173" y="628"/>
                    </a:lnTo>
                    <a:lnTo>
                      <a:pt x="502" y="518"/>
                    </a:lnTo>
                    <a:lnTo>
                      <a:pt x="3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14"/>
              <p:cNvSpPr/>
              <p:nvPr/>
            </p:nvSpPr>
            <p:spPr>
              <a:xfrm>
                <a:off x="7528954" y="975674"/>
                <a:ext cx="27732" cy="25754"/>
              </a:xfrm>
              <a:custGeom>
                <a:avLst/>
                <a:gdLst/>
                <a:ahLst/>
                <a:cxnLst/>
                <a:rect l="l" t="t" r="r" b="b"/>
                <a:pathLst>
                  <a:path w="659" h="612" extrusionOk="0">
                    <a:moveTo>
                      <a:pt x="204" y="0"/>
                    </a:moveTo>
                    <a:lnTo>
                      <a:pt x="0" y="298"/>
                    </a:lnTo>
                    <a:lnTo>
                      <a:pt x="455" y="612"/>
                    </a:lnTo>
                    <a:lnTo>
                      <a:pt x="659" y="314"/>
                    </a:lnTo>
                    <a:lnTo>
                      <a:pt x="2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14"/>
              <p:cNvSpPr/>
              <p:nvPr/>
            </p:nvSpPr>
            <p:spPr>
              <a:xfrm>
                <a:off x="7582357" y="1016578"/>
                <a:ext cx="27101" cy="25754"/>
              </a:xfrm>
              <a:custGeom>
                <a:avLst/>
                <a:gdLst/>
                <a:ahLst/>
                <a:cxnLst/>
                <a:rect l="l" t="t" r="r" b="b"/>
                <a:pathLst>
                  <a:path w="644" h="612" extrusionOk="0">
                    <a:moveTo>
                      <a:pt x="189" y="0"/>
                    </a:moveTo>
                    <a:lnTo>
                      <a:pt x="1" y="298"/>
                    </a:lnTo>
                    <a:lnTo>
                      <a:pt x="440" y="611"/>
                    </a:lnTo>
                    <a:lnTo>
                      <a:pt x="644" y="314"/>
                    </a:lnTo>
                    <a:lnTo>
                      <a:pt x="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14"/>
              <p:cNvSpPr/>
              <p:nvPr/>
            </p:nvSpPr>
            <p:spPr>
              <a:xfrm>
                <a:off x="7631172" y="1044269"/>
                <a:ext cx="27101" cy="25754"/>
              </a:xfrm>
              <a:custGeom>
                <a:avLst/>
                <a:gdLst/>
                <a:ahLst/>
                <a:cxnLst/>
                <a:rect l="l" t="t" r="r" b="b"/>
                <a:pathLst>
                  <a:path w="644" h="612" extrusionOk="0">
                    <a:moveTo>
                      <a:pt x="205" y="0"/>
                    </a:moveTo>
                    <a:lnTo>
                      <a:pt x="1" y="298"/>
                    </a:lnTo>
                    <a:lnTo>
                      <a:pt x="455" y="612"/>
                    </a:lnTo>
                    <a:lnTo>
                      <a:pt x="643" y="314"/>
                    </a:lnTo>
                    <a:lnTo>
                      <a:pt x="2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14"/>
              <p:cNvSpPr/>
              <p:nvPr/>
            </p:nvSpPr>
            <p:spPr>
              <a:xfrm>
                <a:off x="7689246" y="1074610"/>
                <a:ext cx="26428" cy="21799"/>
              </a:xfrm>
              <a:custGeom>
                <a:avLst/>
                <a:gdLst/>
                <a:ahLst/>
                <a:cxnLst/>
                <a:rect l="l" t="t" r="r" b="b"/>
                <a:pathLst>
                  <a:path w="628" h="518" extrusionOk="0">
                    <a:moveTo>
                      <a:pt x="110" y="0"/>
                    </a:moveTo>
                    <a:lnTo>
                      <a:pt x="0" y="330"/>
                    </a:lnTo>
                    <a:lnTo>
                      <a:pt x="502"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14"/>
              <p:cNvSpPr/>
              <p:nvPr/>
            </p:nvSpPr>
            <p:spPr>
              <a:xfrm>
                <a:off x="7749929" y="1099018"/>
                <a:ext cx="26428" cy="21799"/>
              </a:xfrm>
              <a:custGeom>
                <a:avLst/>
                <a:gdLst/>
                <a:ahLst/>
                <a:cxnLst/>
                <a:rect l="l" t="t" r="r" b="b"/>
                <a:pathLst>
                  <a:path w="628" h="518" extrusionOk="0">
                    <a:moveTo>
                      <a:pt x="110" y="0"/>
                    </a:moveTo>
                    <a:lnTo>
                      <a:pt x="0" y="345"/>
                    </a:lnTo>
                    <a:lnTo>
                      <a:pt x="517"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14"/>
              <p:cNvSpPr/>
              <p:nvPr/>
            </p:nvSpPr>
            <p:spPr>
              <a:xfrm>
                <a:off x="7805310" y="1123426"/>
                <a:ext cx="26428" cy="21799"/>
              </a:xfrm>
              <a:custGeom>
                <a:avLst/>
                <a:gdLst/>
                <a:ahLst/>
                <a:cxnLst/>
                <a:rect l="l" t="t" r="r" b="b"/>
                <a:pathLst>
                  <a:path w="628" h="518" extrusionOk="0">
                    <a:moveTo>
                      <a:pt x="111" y="0"/>
                    </a:moveTo>
                    <a:lnTo>
                      <a:pt x="1" y="330"/>
                    </a:lnTo>
                    <a:lnTo>
                      <a:pt x="518" y="518"/>
                    </a:lnTo>
                    <a:lnTo>
                      <a:pt x="628" y="173"/>
                    </a:lnTo>
                    <a:lnTo>
                      <a:pt x="1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14"/>
              <p:cNvSpPr/>
              <p:nvPr/>
            </p:nvSpPr>
            <p:spPr>
              <a:xfrm>
                <a:off x="7862037" y="1143878"/>
                <a:ext cx="26428" cy="21799"/>
              </a:xfrm>
              <a:custGeom>
                <a:avLst/>
                <a:gdLst/>
                <a:ahLst/>
                <a:cxnLst/>
                <a:rect l="l" t="t" r="r" b="b"/>
                <a:pathLst>
                  <a:path w="628" h="518" extrusionOk="0">
                    <a:moveTo>
                      <a:pt x="110" y="0"/>
                    </a:moveTo>
                    <a:lnTo>
                      <a:pt x="1" y="329"/>
                    </a:lnTo>
                    <a:lnTo>
                      <a:pt x="518" y="518"/>
                    </a:lnTo>
                    <a:lnTo>
                      <a:pt x="628"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14"/>
              <p:cNvSpPr/>
              <p:nvPr/>
            </p:nvSpPr>
            <p:spPr>
              <a:xfrm>
                <a:off x="7925371" y="1162352"/>
                <a:ext cx="25754" cy="20494"/>
              </a:xfrm>
              <a:custGeom>
                <a:avLst/>
                <a:gdLst/>
                <a:ahLst/>
                <a:cxnLst/>
                <a:rect l="l" t="t" r="r" b="b"/>
                <a:pathLst>
                  <a:path w="612" h="487" extrusionOk="0">
                    <a:moveTo>
                      <a:pt x="95" y="0"/>
                    </a:moveTo>
                    <a:lnTo>
                      <a:pt x="1" y="345"/>
                    </a:lnTo>
                    <a:lnTo>
                      <a:pt x="533" y="486"/>
                    </a:lnTo>
                    <a:lnTo>
                      <a:pt x="612" y="141"/>
                    </a:lnTo>
                    <a:lnTo>
                      <a:pt x="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14"/>
              <p:cNvSpPr/>
              <p:nvPr/>
            </p:nvSpPr>
            <p:spPr>
              <a:xfrm>
                <a:off x="7983403" y="1174851"/>
                <a:ext cx="23819" cy="16538"/>
              </a:xfrm>
              <a:custGeom>
                <a:avLst/>
                <a:gdLst/>
                <a:ahLst/>
                <a:cxnLst/>
                <a:rect l="l" t="t" r="r" b="b"/>
                <a:pathLst>
                  <a:path w="566" h="393" extrusionOk="0">
                    <a:moveTo>
                      <a:pt x="17" y="1"/>
                    </a:moveTo>
                    <a:lnTo>
                      <a:pt x="1" y="361"/>
                    </a:lnTo>
                    <a:lnTo>
                      <a:pt x="549" y="393"/>
                    </a:lnTo>
                    <a:lnTo>
                      <a:pt x="565" y="32"/>
                    </a:lnTo>
                    <a:lnTo>
                      <a:pt x="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14"/>
              <p:cNvSpPr/>
              <p:nvPr/>
            </p:nvSpPr>
            <p:spPr>
              <a:xfrm>
                <a:off x="8039499" y="1178806"/>
                <a:ext cx="23777" cy="16538"/>
              </a:xfrm>
              <a:custGeom>
                <a:avLst/>
                <a:gdLst/>
                <a:ahLst/>
                <a:cxnLst/>
                <a:rect l="l" t="t" r="r" b="b"/>
                <a:pathLst>
                  <a:path w="565" h="393" extrusionOk="0">
                    <a:moveTo>
                      <a:pt x="16" y="1"/>
                    </a:moveTo>
                    <a:lnTo>
                      <a:pt x="0" y="362"/>
                    </a:lnTo>
                    <a:lnTo>
                      <a:pt x="549" y="393"/>
                    </a:lnTo>
                    <a:lnTo>
                      <a:pt x="564" y="32"/>
                    </a:lnTo>
                    <a:lnTo>
                      <a:pt x="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14"/>
              <p:cNvSpPr/>
              <p:nvPr/>
            </p:nvSpPr>
            <p:spPr>
              <a:xfrm>
                <a:off x="8099508" y="1174219"/>
                <a:ext cx="25754" cy="19148"/>
              </a:xfrm>
              <a:custGeom>
                <a:avLst/>
                <a:gdLst/>
                <a:ahLst/>
                <a:cxnLst/>
                <a:rect l="l" t="t" r="r" b="b"/>
                <a:pathLst>
                  <a:path w="612" h="455" extrusionOk="0">
                    <a:moveTo>
                      <a:pt x="533" y="0"/>
                    </a:moveTo>
                    <a:lnTo>
                      <a:pt x="1" y="94"/>
                    </a:lnTo>
                    <a:lnTo>
                      <a:pt x="79" y="455"/>
                    </a:lnTo>
                    <a:lnTo>
                      <a:pt x="612" y="361"/>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14"/>
              <p:cNvSpPr/>
              <p:nvPr/>
            </p:nvSpPr>
            <p:spPr>
              <a:xfrm>
                <a:off x="8164147" y="1153767"/>
                <a:ext cx="27732" cy="23103"/>
              </a:xfrm>
              <a:custGeom>
                <a:avLst/>
                <a:gdLst/>
                <a:ahLst/>
                <a:cxnLst/>
                <a:rect l="l" t="t" r="r" b="b"/>
                <a:pathLst>
                  <a:path w="659" h="549" extrusionOk="0">
                    <a:moveTo>
                      <a:pt x="502" y="0"/>
                    </a:moveTo>
                    <a:lnTo>
                      <a:pt x="1" y="220"/>
                    </a:lnTo>
                    <a:lnTo>
                      <a:pt x="157" y="549"/>
                    </a:lnTo>
                    <a:lnTo>
                      <a:pt x="659" y="330"/>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14"/>
              <p:cNvSpPr/>
              <p:nvPr/>
            </p:nvSpPr>
            <p:spPr>
              <a:xfrm>
                <a:off x="8222852" y="1110212"/>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14"/>
              <p:cNvSpPr/>
              <p:nvPr/>
            </p:nvSpPr>
            <p:spPr>
              <a:xfrm>
                <a:off x="8272341" y="1058114"/>
                <a:ext cx="25754" cy="27101"/>
              </a:xfrm>
              <a:custGeom>
                <a:avLst/>
                <a:gdLst/>
                <a:ahLst/>
                <a:cxnLst/>
                <a:rect l="l" t="t" r="r" b="b"/>
                <a:pathLst>
                  <a:path w="612" h="644" extrusionOk="0">
                    <a:moveTo>
                      <a:pt x="298" y="1"/>
                    </a:moveTo>
                    <a:lnTo>
                      <a:pt x="0" y="455"/>
                    </a:lnTo>
                    <a:lnTo>
                      <a:pt x="314" y="643"/>
                    </a:lnTo>
                    <a:lnTo>
                      <a:pt x="611"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14"/>
              <p:cNvSpPr/>
              <p:nvPr/>
            </p:nvSpPr>
            <p:spPr>
              <a:xfrm>
                <a:off x="8309921" y="1006647"/>
                <a:ext cx="25754" cy="27101"/>
              </a:xfrm>
              <a:custGeom>
                <a:avLst/>
                <a:gdLst/>
                <a:ahLst/>
                <a:cxnLst/>
                <a:rect l="l" t="t" r="r" b="b"/>
                <a:pathLst>
                  <a:path w="612" h="644" extrusionOk="0">
                    <a:moveTo>
                      <a:pt x="298" y="1"/>
                    </a:moveTo>
                    <a:lnTo>
                      <a:pt x="1" y="440"/>
                    </a:lnTo>
                    <a:lnTo>
                      <a:pt x="314" y="644"/>
                    </a:lnTo>
                    <a:lnTo>
                      <a:pt x="612"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14"/>
              <p:cNvSpPr/>
              <p:nvPr/>
            </p:nvSpPr>
            <p:spPr>
              <a:xfrm>
                <a:off x="8336980" y="949289"/>
                <a:ext cx="22472" cy="26428"/>
              </a:xfrm>
              <a:custGeom>
                <a:avLst/>
                <a:gdLst/>
                <a:ahLst/>
                <a:cxnLst/>
                <a:rect l="l" t="t" r="r" b="b"/>
                <a:pathLst>
                  <a:path w="534" h="628" extrusionOk="0">
                    <a:moveTo>
                      <a:pt x="188" y="0"/>
                    </a:moveTo>
                    <a:lnTo>
                      <a:pt x="0" y="518"/>
                    </a:lnTo>
                    <a:lnTo>
                      <a:pt x="345" y="627"/>
                    </a:lnTo>
                    <a:lnTo>
                      <a:pt x="533" y="110"/>
                    </a:lnTo>
                    <a:lnTo>
                      <a:pt x="1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14"/>
              <p:cNvSpPr/>
              <p:nvPr/>
            </p:nvSpPr>
            <p:spPr>
              <a:xfrm>
                <a:off x="8351498" y="894539"/>
                <a:ext cx="18474" cy="24450"/>
              </a:xfrm>
              <a:custGeom>
                <a:avLst/>
                <a:gdLst/>
                <a:ahLst/>
                <a:cxnLst/>
                <a:rect l="l" t="t" r="r" b="b"/>
                <a:pathLst>
                  <a:path w="439" h="581" extrusionOk="0">
                    <a:moveTo>
                      <a:pt x="94" y="0"/>
                    </a:moveTo>
                    <a:lnTo>
                      <a:pt x="0" y="533"/>
                    </a:lnTo>
                    <a:lnTo>
                      <a:pt x="361" y="580"/>
                    </a:lnTo>
                    <a:lnTo>
                      <a:pt x="439" y="47"/>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14"/>
              <p:cNvSpPr/>
              <p:nvPr/>
            </p:nvSpPr>
            <p:spPr>
              <a:xfrm>
                <a:off x="8358063" y="833856"/>
                <a:ext cx="16538" cy="24450"/>
              </a:xfrm>
              <a:custGeom>
                <a:avLst/>
                <a:gdLst/>
                <a:ahLst/>
                <a:cxnLst/>
                <a:rect l="l" t="t" r="r" b="b"/>
                <a:pathLst>
                  <a:path w="393" h="581" extrusionOk="0">
                    <a:moveTo>
                      <a:pt x="361" y="0"/>
                    </a:moveTo>
                    <a:lnTo>
                      <a:pt x="1" y="32"/>
                    </a:lnTo>
                    <a:lnTo>
                      <a:pt x="32" y="580"/>
                    </a:lnTo>
                    <a:lnTo>
                      <a:pt x="393" y="549"/>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14"/>
              <p:cNvSpPr/>
              <p:nvPr/>
            </p:nvSpPr>
            <p:spPr>
              <a:xfrm>
                <a:off x="8345565" y="768544"/>
                <a:ext cx="21125" cy="26428"/>
              </a:xfrm>
              <a:custGeom>
                <a:avLst/>
                <a:gdLst/>
                <a:ahLst/>
                <a:cxnLst/>
                <a:rect l="l" t="t" r="r" b="b"/>
                <a:pathLst>
                  <a:path w="502" h="628" extrusionOk="0">
                    <a:moveTo>
                      <a:pt x="345" y="1"/>
                    </a:moveTo>
                    <a:lnTo>
                      <a:pt x="0" y="110"/>
                    </a:lnTo>
                    <a:lnTo>
                      <a:pt x="157" y="628"/>
                    </a:lnTo>
                    <a:lnTo>
                      <a:pt x="502" y="518"/>
                    </a:lnTo>
                    <a:lnTo>
                      <a:pt x="3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14"/>
              <p:cNvSpPr/>
              <p:nvPr/>
            </p:nvSpPr>
            <p:spPr>
              <a:xfrm>
                <a:off x="8327722" y="699276"/>
                <a:ext cx="21167" cy="26428"/>
              </a:xfrm>
              <a:custGeom>
                <a:avLst/>
                <a:gdLst/>
                <a:ahLst/>
                <a:cxnLst/>
                <a:rect l="l" t="t" r="r" b="b"/>
                <a:pathLst>
                  <a:path w="503" h="628" extrusionOk="0">
                    <a:moveTo>
                      <a:pt x="346" y="1"/>
                    </a:moveTo>
                    <a:lnTo>
                      <a:pt x="1" y="95"/>
                    </a:lnTo>
                    <a:lnTo>
                      <a:pt x="158" y="628"/>
                    </a:lnTo>
                    <a:lnTo>
                      <a:pt x="502" y="518"/>
                    </a:lnTo>
                    <a:lnTo>
                      <a:pt x="3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14"/>
              <p:cNvSpPr/>
              <p:nvPr/>
            </p:nvSpPr>
            <p:spPr>
              <a:xfrm>
                <a:off x="8300705" y="636616"/>
                <a:ext cx="23777" cy="27774"/>
              </a:xfrm>
              <a:custGeom>
                <a:avLst/>
                <a:gdLst/>
                <a:ahLst/>
                <a:cxnLst/>
                <a:rect l="l" t="t" r="r" b="b"/>
                <a:pathLst>
                  <a:path w="565" h="660" extrusionOk="0">
                    <a:moveTo>
                      <a:pt x="329" y="1"/>
                    </a:moveTo>
                    <a:lnTo>
                      <a:pt x="0" y="173"/>
                    </a:lnTo>
                    <a:lnTo>
                      <a:pt x="251" y="659"/>
                    </a:lnTo>
                    <a:lnTo>
                      <a:pt x="564" y="487"/>
                    </a:lnTo>
                    <a:lnTo>
                      <a:pt x="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14"/>
              <p:cNvSpPr/>
              <p:nvPr/>
            </p:nvSpPr>
            <p:spPr>
              <a:xfrm>
                <a:off x="8270995" y="581235"/>
                <a:ext cx="23819" cy="27059"/>
              </a:xfrm>
              <a:custGeom>
                <a:avLst/>
                <a:gdLst/>
                <a:ahLst/>
                <a:cxnLst/>
                <a:rect l="l" t="t" r="r" b="b"/>
                <a:pathLst>
                  <a:path w="566" h="643" extrusionOk="0">
                    <a:moveTo>
                      <a:pt x="330" y="0"/>
                    </a:moveTo>
                    <a:lnTo>
                      <a:pt x="1" y="157"/>
                    </a:lnTo>
                    <a:lnTo>
                      <a:pt x="252" y="643"/>
                    </a:lnTo>
                    <a:lnTo>
                      <a:pt x="565" y="486"/>
                    </a:lnTo>
                    <a:lnTo>
                      <a:pt x="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14"/>
              <p:cNvSpPr/>
              <p:nvPr/>
            </p:nvSpPr>
            <p:spPr>
              <a:xfrm>
                <a:off x="8241326" y="531073"/>
                <a:ext cx="23145" cy="27101"/>
              </a:xfrm>
              <a:custGeom>
                <a:avLst/>
                <a:gdLst/>
                <a:ahLst/>
                <a:cxnLst/>
                <a:rect l="l" t="t" r="r" b="b"/>
                <a:pathLst>
                  <a:path w="550" h="644" extrusionOk="0">
                    <a:moveTo>
                      <a:pt x="314" y="1"/>
                    </a:moveTo>
                    <a:lnTo>
                      <a:pt x="1" y="158"/>
                    </a:lnTo>
                    <a:lnTo>
                      <a:pt x="236" y="643"/>
                    </a:lnTo>
                    <a:lnTo>
                      <a:pt x="549" y="471"/>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14"/>
              <p:cNvSpPr/>
              <p:nvPr/>
            </p:nvSpPr>
            <p:spPr>
              <a:xfrm>
                <a:off x="8209680" y="484235"/>
                <a:ext cx="24450" cy="27774"/>
              </a:xfrm>
              <a:custGeom>
                <a:avLst/>
                <a:gdLst/>
                <a:ahLst/>
                <a:cxnLst/>
                <a:rect l="l" t="t" r="r" b="b"/>
                <a:pathLst>
                  <a:path w="581" h="660" extrusionOk="0">
                    <a:moveTo>
                      <a:pt x="298" y="1"/>
                    </a:moveTo>
                    <a:lnTo>
                      <a:pt x="0" y="189"/>
                    </a:lnTo>
                    <a:lnTo>
                      <a:pt x="282" y="659"/>
                    </a:lnTo>
                    <a:lnTo>
                      <a:pt x="580" y="455"/>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14"/>
              <p:cNvSpPr/>
              <p:nvPr/>
            </p:nvSpPr>
            <p:spPr>
              <a:xfrm>
                <a:off x="8174037" y="438744"/>
                <a:ext cx="24450" cy="27732"/>
              </a:xfrm>
              <a:custGeom>
                <a:avLst/>
                <a:gdLst/>
                <a:ahLst/>
                <a:cxnLst/>
                <a:rect l="l" t="t" r="r" b="b"/>
                <a:pathLst>
                  <a:path w="581" h="659" extrusionOk="0">
                    <a:moveTo>
                      <a:pt x="299" y="0"/>
                    </a:moveTo>
                    <a:lnTo>
                      <a:pt x="1" y="204"/>
                    </a:lnTo>
                    <a:lnTo>
                      <a:pt x="283" y="659"/>
                    </a:lnTo>
                    <a:lnTo>
                      <a:pt x="581" y="471"/>
                    </a:lnTo>
                    <a:lnTo>
                      <a:pt x="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14"/>
              <p:cNvSpPr/>
              <p:nvPr/>
            </p:nvSpPr>
            <p:spPr>
              <a:xfrm>
                <a:off x="8138435" y="395188"/>
                <a:ext cx="25081" cy="27774"/>
              </a:xfrm>
              <a:custGeom>
                <a:avLst/>
                <a:gdLst/>
                <a:ahLst/>
                <a:cxnLst/>
                <a:rect l="l" t="t" r="r" b="b"/>
                <a:pathLst>
                  <a:path w="596" h="660" extrusionOk="0">
                    <a:moveTo>
                      <a:pt x="314" y="1"/>
                    </a:moveTo>
                    <a:lnTo>
                      <a:pt x="0" y="189"/>
                    </a:lnTo>
                    <a:lnTo>
                      <a:pt x="282" y="659"/>
                    </a:lnTo>
                    <a:lnTo>
                      <a:pt x="596" y="455"/>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14"/>
              <p:cNvSpPr/>
              <p:nvPr/>
            </p:nvSpPr>
            <p:spPr>
              <a:xfrm>
                <a:off x="8097531" y="356935"/>
                <a:ext cx="27101" cy="26428"/>
              </a:xfrm>
              <a:custGeom>
                <a:avLst/>
                <a:gdLst/>
                <a:ahLst/>
                <a:cxnLst/>
                <a:rect l="l" t="t" r="r" b="b"/>
                <a:pathLst>
                  <a:path w="644" h="628" extrusionOk="0">
                    <a:moveTo>
                      <a:pt x="220" y="1"/>
                    </a:moveTo>
                    <a:lnTo>
                      <a:pt x="1" y="283"/>
                    </a:lnTo>
                    <a:lnTo>
                      <a:pt x="408" y="628"/>
                    </a:lnTo>
                    <a:lnTo>
                      <a:pt x="643" y="346"/>
                    </a:lnTo>
                    <a:lnTo>
                      <a:pt x="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14"/>
              <p:cNvSpPr/>
              <p:nvPr/>
            </p:nvSpPr>
            <p:spPr>
              <a:xfrm>
                <a:off x="8053344" y="326594"/>
                <a:ext cx="27059" cy="27101"/>
              </a:xfrm>
              <a:custGeom>
                <a:avLst/>
                <a:gdLst/>
                <a:ahLst/>
                <a:cxnLst/>
                <a:rect l="l" t="t" r="r" b="b"/>
                <a:pathLst>
                  <a:path w="643" h="644" extrusionOk="0">
                    <a:moveTo>
                      <a:pt x="235" y="1"/>
                    </a:moveTo>
                    <a:lnTo>
                      <a:pt x="0" y="283"/>
                    </a:lnTo>
                    <a:lnTo>
                      <a:pt x="424" y="643"/>
                    </a:lnTo>
                    <a:lnTo>
                      <a:pt x="643" y="361"/>
                    </a:lnTo>
                    <a:lnTo>
                      <a:pt x="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14"/>
              <p:cNvSpPr/>
              <p:nvPr/>
            </p:nvSpPr>
            <p:spPr>
              <a:xfrm>
                <a:off x="7998595" y="304837"/>
                <a:ext cx="26428" cy="23145"/>
              </a:xfrm>
              <a:custGeom>
                <a:avLst/>
                <a:gdLst/>
                <a:ahLst/>
                <a:cxnLst/>
                <a:rect l="l" t="t" r="r" b="b"/>
                <a:pathLst>
                  <a:path w="628" h="550" extrusionOk="0">
                    <a:moveTo>
                      <a:pt x="141" y="1"/>
                    </a:moveTo>
                    <a:lnTo>
                      <a:pt x="0" y="330"/>
                    </a:lnTo>
                    <a:lnTo>
                      <a:pt x="486" y="549"/>
                    </a:lnTo>
                    <a:lnTo>
                      <a:pt x="627" y="220"/>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14"/>
              <p:cNvSpPr/>
              <p:nvPr/>
            </p:nvSpPr>
            <p:spPr>
              <a:xfrm>
                <a:off x="7940563" y="290992"/>
                <a:ext cx="25754" cy="20494"/>
              </a:xfrm>
              <a:custGeom>
                <a:avLst/>
                <a:gdLst/>
                <a:ahLst/>
                <a:cxnLst/>
                <a:rect l="l" t="t" r="r" b="b"/>
                <a:pathLst>
                  <a:path w="612" h="487" extrusionOk="0">
                    <a:moveTo>
                      <a:pt x="94" y="0"/>
                    </a:moveTo>
                    <a:lnTo>
                      <a:pt x="0" y="345"/>
                    </a:lnTo>
                    <a:lnTo>
                      <a:pt x="533" y="486"/>
                    </a:lnTo>
                    <a:lnTo>
                      <a:pt x="611" y="126"/>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14"/>
              <p:cNvSpPr/>
              <p:nvPr/>
            </p:nvSpPr>
            <p:spPr>
              <a:xfrm>
                <a:off x="7868644" y="287036"/>
                <a:ext cx="23145" cy="15192"/>
              </a:xfrm>
              <a:custGeom>
                <a:avLst/>
                <a:gdLst/>
                <a:ahLst/>
                <a:cxnLst/>
                <a:rect l="l" t="t" r="r" b="b"/>
                <a:pathLst>
                  <a:path w="550" h="361" extrusionOk="0">
                    <a:moveTo>
                      <a:pt x="1" y="0"/>
                    </a:moveTo>
                    <a:lnTo>
                      <a:pt x="1" y="361"/>
                    </a:lnTo>
                    <a:lnTo>
                      <a:pt x="549"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14"/>
              <p:cNvSpPr/>
              <p:nvPr/>
            </p:nvSpPr>
            <p:spPr>
              <a:xfrm>
                <a:off x="7802027" y="291665"/>
                <a:ext cx="25754" cy="18474"/>
              </a:xfrm>
              <a:custGeom>
                <a:avLst/>
                <a:gdLst/>
                <a:ahLst/>
                <a:cxnLst/>
                <a:rect l="l" t="t" r="r" b="b"/>
                <a:pathLst>
                  <a:path w="612" h="439" extrusionOk="0">
                    <a:moveTo>
                      <a:pt x="533" y="0"/>
                    </a:moveTo>
                    <a:lnTo>
                      <a:pt x="0" y="94"/>
                    </a:lnTo>
                    <a:lnTo>
                      <a:pt x="79" y="439"/>
                    </a:lnTo>
                    <a:lnTo>
                      <a:pt x="612" y="345"/>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14"/>
              <p:cNvSpPr/>
              <p:nvPr/>
            </p:nvSpPr>
            <p:spPr>
              <a:xfrm>
                <a:off x="7734064" y="305510"/>
                <a:ext cx="27101" cy="21799"/>
              </a:xfrm>
              <a:custGeom>
                <a:avLst/>
                <a:gdLst/>
                <a:ahLst/>
                <a:cxnLst/>
                <a:rect l="l" t="t" r="r" b="b"/>
                <a:pathLst>
                  <a:path w="644" h="518" extrusionOk="0">
                    <a:moveTo>
                      <a:pt x="518" y="0"/>
                    </a:moveTo>
                    <a:lnTo>
                      <a:pt x="1" y="188"/>
                    </a:lnTo>
                    <a:lnTo>
                      <a:pt x="126" y="517"/>
                    </a:lnTo>
                    <a:lnTo>
                      <a:pt x="644" y="329"/>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14"/>
              <p:cNvSpPr/>
              <p:nvPr/>
            </p:nvSpPr>
            <p:spPr>
              <a:xfrm>
                <a:off x="7687268" y="327940"/>
                <a:ext cx="27059" cy="21799"/>
              </a:xfrm>
              <a:custGeom>
                <a:avLst/>
                <a:gdLst/>
                <a:ahLst/>
                <a:cxnLst/>
                <a:rect l="l" t="t" r="r" b="b"/>
                <a:pathLst>
                  <a:path w="643" h="518" extrusionOk="0">
                    <a:moveTo>
                      <a:pt x="502" y="0"/>
                    </a:moveTo>
                    <a:lnTo>
                      <a:pt x="0" y="188"/>
                    </a:lnTo>
                    <a:lnTo>
                      <a:pt x="125" y="517"/>
                    </a:lnTo>
                    <a:lnTo>
                      <a:pt x="643" y="329"/>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14"/>
              <p:cNvSpPr/>
              <p:nvPr/>
            </p:nvSpPr>
            <p:spPr>
              <a:xfrm>
                <a:off x="7646364" y="347719"/>
                <a:ext cx="27059" cy="23103"/>
              </a:xfrm>
              <a:custGeom>
                <a:avLst/>
                <a:gdLst/>
                <a:ahLst/>
                <a:cxnLst/>
                <a:rect l="l" t="t" r="r" b="b"/>
                <a:pathLst>
                  <a:path w="643" h="549" extrusionOk="0">
                    <a:moveTo>
                      <a:pt x="486" y="0"/>
                    </a:moveTo>
                    <a:lnTo>
                      <a:pt x="0" y="235"/>
                    </a:lnTo>
                    <a:lnTo>
                      <a:pt x="157" y="549"/>
                    </a:lnTo>
                    <a:lnTo>
                      <a:pt x="643" y="314"/>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14"/>
              <p:cNvSpPr/>
              <p:nvPr/>
            </p:nvSpPr>
            <p:spPr>
              <a:xfrm>
                <a:off x="7600831" y="376756"/>
                <a:ext cx="27774" cy="24408"/>
              </a:xfrm>
              <a:custGeom>
                <a:avLst/>
                <a:gdLst/>
                <a:ahLst/>
                <a:cxnLst/>
                <a:rect l="l" t="t" r="r" b="b"/>
                <a:pathLst>
                  <a:path w="660" h="580" extrusionOk="0">
                    <a:moveTo>
                      <a:pt x="471" y="0"/>
                    </a:moveTo>
                    <a:lnTo>
                      <a:pt x="1" y="282"/>
                    </a:lnTo>
                    <a:lnTo>
                      <a:pt x="189" y="580"/>
                    </a:lnTo>
                    <a:lnTo>
                      <a:pt x="659" y="298"/>
                    </a:lnTo>
                    <a:lnTo>
                      <a:pt x="4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14"/>
              <p:cNvSpPr/>
              <p:nvPr/>
            </p:nvSpPr>
            <p:spPr>
              <a:xfrm>
                <a:off x="7552015" y="541635"/>
                <a:ext cx="27101" cy="28406"/>
              </a:xfrm>
              <a:custGeom>
                <a:avLst/>
                <a:gdLst/>
                <a:ahLst/>
                <a:cxnLst/>
                <a:rect l="l" t="t" r="r" b="b"/>
                <a:pathLst>
                  <a:path w="644" h="675" extrusionOk="0">
                    <a:moveTo>
                      <a:pt x="314" y="1"/>
                    </a:moveTo>
                    <a:lnTo>
                      <a:pt x="1" y="236"/>
                    </a:lnTo>
                    <a:lnTo>
                      <a:pt x="330" y="675"/>
                    </a:lnTo>
                    <a:lnTo>
                      <a:pt x="643" y="424"/>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14"/>
              <p:cNvSpPr/>
              <p:nvPr/>
            </p:nvSpPr>
            <p:spPr>
              <a:xfrm>
                <a:off x="7532910" y="500100"/>
                <a:ext cx="23103" cy="26428"/>
              </a:xfrm>
              <a:custGeom>
                <a:avLst/>
                <a:gdLst/>
                <a:ahLst/>
                <a:cxnLst/>
                <a:rect l="l" t="t" r="r" b="b"/>
                <a:pathLst>
                  <a:path w="549" h="628" extrusionOk="0">
                    <a:moveTo>
                      <a:pt x="392" y="0"/>
                    </a:moveTo>
                    <a:lnTo>
                      <a:pt x="0" y="110"/>
                    </a:lnTo>
                    <a:lnTo>
                      <a:pt x="157" y="627"/>
                    </a:lnTo>
                    <a:lnTo>
                      <a:pt x="549" y="517"/>
                    </a:lnTo>
                    <a:lnTo>
                      <a:pt x="3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14"/>
              <p:cNvSpPr/>
              <p:nvPr/>
            </p:nvSpPr>
            <p:spPr>
              <a:xfrm>
                <a:off x="7531563" y="455871"/>
                <a:ext cx="25123" cy="27774"/>
              </a:xfrm>
              <a:custGeom>
                <a:avLst/>
                <a:gdLst/>
                <a:ahLst/>
                <a:cxnLst/>
                <a:rect l="l" t="t" r="r" b="b"/>
                <a:pathLst>
                  <a:path w="597" h="660" extrusionOk="0">
                    <a:moveTo>
                      <a:pt x="236" y="1"/>
                    </a:moveTo>
                    <a:lnTo>
                      <a:pt x="1" y="503"/>
                    </a:lnTo>
                    <a:lnTo>
                      <a:pt x="361" y="659"/>
                    </a:lnTo>
                    <a:lnTo>
                      <a:pt x="597" y="173"/>
                    </a:lnTo>
                    <a:lnTo>
                      <a:pt x="2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14"/>
              <p:cNvSpPr/>
              <p:nvPr/>
            </p:nvSpPr>
            <p:spPr>
              <a:xfrm>
                <a:off x="7553362" y="413662"/>
                <a:ext cx="28406" cy="28406"/>
              </a:xfrm>
              <a:custGeom>
                <a:avLst/>
                <a:gdLst/>
                <a:ahLst/>
                <a:cxnLst/>
                <a:rect l="l" t="t" r="r" b="b"/>
                <a:pathLst>
                  <a:path w="675" h="675" extrusionOk="0">
                    <a:moveTo>
                      <a:pt x="376" y="1"/>
                    </a:moveTo>
                    <a:lnTo>
                      <a:pt x="0" y="393"/>
                    </a:lnTo>
                    <a:lnTo>
                      <a:pt x="298" y="675"/>
                    </a:lnTo>
                    <a:lnTo>
                      <a:pt x="674" y="267"/>
                    </a:lnTo>
                    <a:lnTo>
                      <a:pt x="3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1" name="Google Shape;3961;p14"/>
            <p:cNvSpPr/>
            <p:nvPr/>
          </p:nvSpPr>
          <p:spPr>
            <a:xfrm>
              <a:off x="7550711" y="968394"/>
              <a:ext cx="600938" cy="194926"/>
            </a:xfrm>
            <a:custGeom>
              <a:avLst/>
              <a:gdLst/>
              <a:ahLst/>
              <a:cxnLst/>
              <a:rect l="l" t="t" r="r" b="b"/>
              <a:pathLst>
                <a:path w="14280" h="4632" extrusionOk="0">
                  <a:moveTo>
                    <a:pt x="0" y="1"/>
                  </a:moveTo>
                  <a:lnTo>
                    <a:pt x="0" y="1"/>
                  </a:lnTo>
                  <a:cubicBezTo>
                    <a:pt x="941" y="926"/>
                    <a:pt x="2947" y="1992"/>
                    <a:pt x="6302" y="3418"/>
                  </a:cubicBezTo>
                  <a:cubicBezTo>
                    <a:pt x="8147" y="4203"/>
                    <a:pt x="10291" y="4632"/>
                    <a:pt x="11884" y="4632"/>
                  </a:cubicBezTo>
                  <a:cubicBezTo>
                    <a:pt x="13186" y="4632"/>
                    <a:pt x="14118" y="4345"/>
                    <a:pt x="14217" y="3731"/>
                  </a:cubicBezTo>
                  <a:cubicBezTo>
                    <a:pt x="14280" y="3308"/>
                    <a:pt x="13966" y="2619"/>
                    <a:pt x="13465" y="1882"/>
                  </a:cubicBezTo>
                  <a:cubicBezTo>
                    <a:pt x="12511" y="2138"/>
                    <a:pt x="11331" y="2272"/>
                    <a:pt x="10010" y="2272"/>
                  </a:cubicBezTo>
                  <a:cubicBezTo>
                    <a:pt x="8748" y="2272"/>
                    <a:pt x="7357" y="2150"/>
                    <a:pt x="5910" y="1897"/>
                  </a:cubicBezTo>
                  <a:cubicBezTo>
                    <a:pt x="3590" y="1474"/>
                    <a:pt x="1537" y="800"/>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14"/>
            <p:cNvSpPr/>
            <p:nvPr/>
          </p:nvSpPr>
          <p:spPr>
            <a:xfrm>
              <a:off x="7553067" y="399986"/>
              <a:ext cx="392798" cy="259775"/>
            </a:xfrm>
            <a:custGeom>
              <a:avLst/>
              <a:gdLst/>
              <a:ahLst/>
              <a:cxnLst/>
              <a:rect l="l" t="t" r="r" b="b"/>
              <a:pathLst>
                <a:path w="9334" h="6173" extrusionOk="0">
                  <a:moveTo>
                    <a:pt x="2848" y="1"/>
                  </a:moveTo>
                  <a:cubicBezTo>
                    <a:pt x="1753" y="1"/>
                    <a:pt x="0" y="1413"/>
                    <a:pt x="509" y="2865"/>
                  </a:cubicBezTo>
                  <a:cubicBezTo>
                    <a:pt x="838" y="3774"/>
                    <a:pt x="2609" y="4824"/>
                    <a:pt x="4615" y="6172"/>
                  </a:cubicBezTo>
                  <a:cubicBezTo>
                    <a:pt x="6010" y="6016"/>
                    <a:pt x="7515" y="5733"/>
                    <a:pt x="9051" y="5310"/>
                  </a:cubicBezTo>
                  <a:cubicBezTo>
                    <a:pt x="9145" y="5279"/>
                    <a:pt x="9239" y="5263"/>
                    <a:pt x="9333" y="5232"/>
                  </a:cubicBezTo>
                  <a:cubicBezTo>
                    <a:pt x="6716" y="2677"/>
                    <a:pt x="3769" y="200"/>
                    <a:pt x="3095" y="28"/>
                  </a:cubicBezTo>
                  <a:cubicBezTo>
                    <a:pt x="3018" y="10"/>
                    <a:pt x="2935" y="1"/>
                    <a:pt x="2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14"/>
            <p:cNvSpPr/>
            <p:nvPr/>
          </p:nvSpPr>
          <p:spPr>
            <a:xfrm>
              <a:off x="7701282" y="337956"/>
              <a:ext cx="393640" cy="275640"/>
            </a:xfrm>
            <a:custGeom>
              <a:avLst/>
              <a:gdLst/>
              <a:ahLst/>
              <a:cxnLst/>
              <a:rect l="l" t="t" r="r" b="b"/>
              <a:pathLst>
                <a:path w="9354" h="6550" extrusionOk="0">
                  <a:moveTo>
                    <a:pt x="2885" y="1"/>
                  </a:moveTo>
                  <a:cubicBezTo>
                    <a:pt x="1554" y="1"/>
                    <a:pt x="0" y="460"/>
                    <a:pt x="482" y="1424"/>
                  </a:cubicBezTo>
                  <a:cubicBezTo>
                    <a:pt x="827" y="2098"/>
                    <a:pt x="3539" y="3681"/>
                    <a:pt x="6062" y="6236"/>
                  </a:cubicBezTo>
                  <a:cubicBezTo>
                    <a:pt x="6156" y="6330"/>
                    <a:pt x="6266" y="6439"/>
                    <a:pt x="6360" y="6549"/>
                  </a:cubicBezTo>
                  <a:cubicBezTo>
                    <a:pt x="7426" y="6236"/>
                    <a:pt x="8429" y="5875"/>
                    <a:pt x="9354" y="5499"/>
                  </a:cubicBezTo>
                  <a:cubicBezTo>
                    <a:pt x="7269" y="3007"/>
                    <a:pt x="4824" y="499"/>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14"/>
            <p:cNvSpPr/>
            <p:nvPr/>
          </p:nvSpPr>
          <p:spPr>
            <a:xfrm>
              <a:off x="7905761" y="325542"/>
              <a:ext cx="300637" cy="235914"/>
            </a:xfrm>
            <a:custGeom>
              <a:avLst/>
              <a:gdLst/>
              <a:ahLst/>
              <a:cxnLst/>
              <a:rect l="l" t="t" r="r" b="b"/>
              <a:pathLst>
                <a:path w="7144" h="5606" extrusionOk="0">
                  <a:moveTo>
                    <a:pt x="717" y="1"/>
                  </a:moveTo>
                  <a:cubicBezTo>
                    <a:pt x="265" y="1"/>
                    <a:pt x="0" y="143"/>
                    <a:pt x="153" y="527"/>
                  </a:cubicBezTo>
                  <a:cubicBezTo>
                    <a:pt x="372" y="1107"/>
                    <a:pt x="3053" y="3364"/>
                    <a:pt x="4902" y="5606"/>
                  </a:cubicBezTo>
                  <a:cubicBezTo>
                    <a:pt x="5717" y="5261"/>
                    <a:pt x="6470" y="4885"/>
                    <a:pt x="7144" y="4493"/>
                  </a:cubicBezTo>
                  <a:cubicBezTo>
                    <a:pt x="5733" y="2565"/>
                    <a:pt x="4275" y="1170"/>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14"/>
            <p:cNvSpPr/>
            <p:nvPr/>
          </p:nvSpPr>
          <p:spPr>
            <a:xfrm>
              <a:off x="8154931" y="905733"/>
              <a:ext cx="186047" cy="187393"/>
            </a:xfrm>
            <a:custGeom>
              <a:avLst/>
              <a:gdLst/>
              <a:ahLst/>
              <a:cxnLst/>
              <a:rect l="l" t="t" r="r" b="b"/>
              <a:pathLst>
                <a:path w="4421" h="4453" extrusionOk="0">
                  <a:moveTo>
                    <a:pt x="4420" y="1"/>
                  </a:moveTo>
                  <a:cubicBezTo>
                    <a:pt x="3684" y="847"/>
                    <a:pt x="2524" y="1741"/>
                    <a:pt x="1129" y="2446"/>
                  </a:cubicBezTo>
                  <a:cubicBezTo>
                    <a:pt x="753" y="2650"/>
                    <a:pt x="361" y="2807"/>
                    <a:pt x="0" y="2963"/>
                  </a:cubicBezTo>
                  <a:cubicBezTo>
                    <a:pt x="502" y="3763"/>
                    <a:pt x="1050" y="4452"/>
                    <a:pt x="1254" y="4452"/>
                  </a:cubicBezTo>
                  <a:cubicBezTo>
                    <a:pt x="2555" y="4452"/>
                    <a:pt x="3997" y="2023"/>
                    <a:pt x="44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14"/>
            <p:cNvSpPr/>
            <p:nvPr/>
          </p:nvSpPr>
          <p:spPr>
            <a:xfrm>
              <a:off x="7867886" y="911667"/>
              <a:ext cx="167025" cy="56096"/>
            </a:xfrm>
            <a:custGeom>
              <a:avLst/>
              <a:gdLst/>
              <a:ahLst/>
              <a:cxnLst/>
              <a:rect l="l" t="t" r="r" b="b"/>
              <a:pathLst>
                <a:path w="3969" h="1333" extrusionOk="0">
                  <a:moveTo>
                    <a:pt x="1853" y="1"/>
                  </a:moveTo>
                  <a:cubicBezTo>
                    <a:pt x="1367" y="1"/>
                    <a:pt x="435" y="120"/>
                    <a:pt x="254" y="314"/>
                  </a:cubicBezTo>
                  <a:cubicBezTo>
                    <a:pt x="1" y="609"/>
                    <a:pt x="2909" y="1333"/>
                    <a:pt x="3639" y="1333"/>
                  </a:cubicBezTo>
                  <a:cubicBezTo>
                    <a:pt x="3723" y="1333"/>
                    <a:pt x="3778" y="1323"/>
                    <a:pt x="3796" y="1302"/>
                  </a:cubicBezTo>
                  <a:cubicBezTo>
                    <a:pt x="3968" y="1082"/>
                    <a:pt x="2370" y="79"/>
                    <a:pt x="2088" y="17"/>
                  </a:cubicBezTo>
                  <a:cubicBezTo>
                    <a:pt x="2036" y="6"/>
                    <a:pt x="1954" y="1"/>
                    <a:pt x="185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14"/>
            <p:cNvSpPr/>
            <p:nvPr/>
          </p:nvSpPr>
          <p:spPr>
            <a:xfrm>
              <a:off x="7524998" y="903292"/>
              <a:ext cx="275767" cy="58873"/>
            </a:xfrm>
            <a:custGeom>
              <a:avLst/>
              <a:gdLst/>
              <a:ahLst/>
              <a:cxnLst/>
              <a:rect l="l" t="t" r="r" b="b"/>
              <a:pathLst>
                <a:path w="6553" h="1399" extrusionOk="0">
                  <a:moveTo>
                    <a:pt x="1340" y="0"/>
                  </a:moveTo>
                  <a:cubicBezTo>
                    <a:pt x="831" y="0"/>
                    <a:pt x="466" y="22"/>
                    <a:pt x="376" y="75"/>
                  </a:cubicBezTo>
                  <a:cubicBezTo>
                    <a:pt x="0" y="310"/>
                    <a:pt x="894" y="1297"/>
                    <a:pt x="1066" y="1375"/>
                  </a:cubicBezTo>
                  <a:cubicBezTo>
                    <a:pt x="1095" y="1391"/>
                    <a:pt x="1126" y="1399"/>
                    <a:pt x="1160" y="1399"/>
                  </a:cubicBezTo>
                  <a:cubicBezTo>
                    <a:pt x="1462" y="1399"/>
                    <a:pt x="1992" y="835"/>
                    <a:pt x="2978" y="764"/>
                  </a:cubicBezTo>
                  <a:cubicBezTo>
                    <a:pt x="4687" y="654"/>
                    <a:pt x="6552" y="545"/>
                    <a:pt x="6364" y="419"/>
                  </a:cubicBezTo>
                  <a:cubicBezTo>
                    <a:pt x="6101" y="228"/>
                    <a:pt x="2975" y="0"/>
                    <a:pt x="134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14"/>
            <p:cNvSpPr/>
            <p:nvPr/>
          </p:nvSpPr>
          <p:spPr>
            <a:xfrm>
              <a:off x="8118824" y="803262"/>
              <a:ext cx="200397" cy="185710"/>
            </a:xfrm>
            <a:custGeom>
              <a:avLst/>
              <a:gdLst/>
              <a:ahLst/>
              <a:cxnLst/>
              <a:rect l="l" t="t" r="r" b="b"/>
              <a:pathLst>
                <a:path w="4762" h="4413" extrusionOk="0">
                  <a:moveTo>
                    <a:pt x="4533" y="0"/>
                  </a:moveTo>
                  <a:cubicBezTo>
                    <a:pt x="4150" y="0"/>
                    <a:pt x="460" y="2725"/>
                    <a:pt x="231" y="3000"/>
                  </a:cubicBezTo>
                  <a:cubicBezTo>
                    <a:pt x="1" y="3277"/>
                    <a:pt x="313" y="4412"/>
                    <a:pt x="650" y="4412"/>
                  </a:cubicBezTo>
                  <a:cubicBezTo>
                    <a:pt x="657" y="4412"/>
                    <a:pt x="663" y="4412"/>
                    <a:pt x="670" y="4411"/>
                  </a:cubicBezTo>
                  <a:cubicBezTo>
                    <a:pt x="1125" y="4348"/>
                    <a:pt x="1501" y="3188"/>
                    <a:pt x="1673" y="2890"/>
                  </a:cubicBezTo>
                  <a:cubicBezTo>
                    <a:pt x="1830" y="2608"/>
                    <a:pt x="4761" y="163"/>
                    <a:pt x="4557" y="6"/>
                  </a:cubicBezTo>
                  <a:cubicBezTo>
                    <a:pt x="4552" y="2"/>
                    <a:pt x="4544" y="0"/>
                    <a:pt x="4533"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14"/>
            <p:cNvSpPr/>
            <p:nvPr/>
          </p:nvSpPr>
          <p:spPr>
            <a:xfrm>
              <a:off x="7563882" y="406803"/>
              <a:ext cx="149814" cy="136095"/>
            </a:xfrm>
            <a:custGeom>
              <a:avLst/>
              <a:gdLst/>
              <a:ahLst/>
              <a:cxnLst/>
              <a:rect l="l" t="t" r="r" b="b"/>
              <a:pathLst>
                <a:path w="3560" h="3234" extrusionOk="0">
                  <a:moveTo>
                    <a:pt x="2522" y="1"/>
                  </a:moveTo>
                  <a:cubicBezTo>
                    <a:pt x="2146" y="1"/>
                    <a:pt x="1678" y="153"/>
                    <a:pt x="1145" y="634"/>
                  </a:cubicBezTo>
                  <a:cubicBezTo>
                    <a:pt x="1" y="1653"/>
                    <a:pt x="283" y="2750"/>
                    <a:pt x="800" y="3205"/>
                  </a:cubicBezTo>
                  <a:cubicBezTo>
                    <a:pt x="821" y="3224"/>
                    <a:pt x="839" y="3233"/>
                    <a:pt x="854" y="3233"/>
                  </a:cubicBezTo>
                  <a:cubicBezTo>
                    <a:pt x="1035" y="3233"/>
                    <a:pt x="889" y="1939"/>
                    <a:pt x="1757" y="1245"/>
                  </a:cubicBezTo>
                  <a:cubicBezTo>
                    <a:pt x="2587" y="587"/>
                    <a:pt x="3559" y="509"/>
                    <a:pt x="3481" y="415"/>
                  </a:cubicBezTo>
                  <a:cubicBezTo>
                    <a:pt x="3398" y="304"/>
                    <a:pt x="3052" y="1"/>
                    <a:pt x="252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14"/>
            <p:cNvSpPr/>
            <p:nvPr/>
          </p:nvSpPr>
          <p:spPr>
            <a:xfrm>
              <a:off x="7722197" y="344437"/>
              <a:ext cx="178598" cy="61483"/>
            </a:xfrm>
            <a:custGeom>
              <a:avLst/>
              <a:gdLst/>
              <a:ahLst/>
              <a:cxnLst/>
              <a:rect l="l" t="t" r="r" b="b"/>
              <a:pathLst>
                <a:path w="4244" h="1461" extrusionOk="0">
                  <a:moveTo>
                    <a:pt x="2365" y="0"/>
                  </a:moveTo>
                  <a:cubicBezTo>
                    <a:pt x="2106" y="0"/>
                    <a:pt x="1816" y="24"/>
                    <a:pt x="1490" y="78"/>
                  </a:cubicBezTo>
                  <a:cubicBezTo>
                    <a:pt x="1" y="329"/>
                    <a:pt x="16" y="972"/>
                    <a:pt x="346" y="1379"/>
                  </a:cubicBezTo>
                  <a:cubicBezTo>
                    <a:pt x="393" y="1436"/>
                    <a:pt x="452" y="1460"/>
                    <a:pt x="525" y="1460"/>
                  </a:cubicBezTo>
                  <a:cubicBezTo>
                    <a:pt x="819" y="1460"/>
                    <a:pt x="1346" y="1069"/>
                    <a:pt x="2274" y="768"/>
                  </a:cubicBezTo>
                  <a:cubicBezTo>
                    <a:pt x="2606" y="663"/>
                    <a:pt x="2947" y="630"/>
                    <a:pt x="3249" y="630"/>
                  </a:cubicBezTo>
                  <a:cubicBezTo>
                    <a:pt x="3746" y="630"/>
                    <a:pt x="4139" y="718"/>
                    <a:pt x="4222" y="718"/>
                  </a:cubicBezTo>
                  <a:cubicBezTo>
                    <a:pt x="4239" y="718"/>
                    <a:pt x="4243" y="714"/>
                    <a:pt x="4233" y="705"/>
                  </a:cubicBezTo>
                  <a:cubicBezTo>
                    <a:pt x="3839" y="324"/>
                    <a:pt x="3310" y="0"/>
                    <a:pt x="236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14"/>
            <p:cNvSpPr/>
            <p:nvPr/>
          </p:nvSpPr>
          <p:spPr>
            <a:xfrm>
              <a:off x="7919858" y="334842"/>
              <a:ext cx="169130" cy="58958"/>
            </a:xfrm>
            <a:custGeom>
              <a:avLst/>
              <a:gdLst/>
              <a:ahLst/>
              <a:cxnLst/>
              <a:rect l="l" t="t" r="r" b="b"/>
              <a:pathLst>
                <a:path w="4019" h="1401" extrusionOk="0">
                  <a:moveTo>
                    <a:pt x="673" y="1"/>
                  </a:moveTo>
                  <a:cubicBezTo>
                    <a:pt x="1" y="1"/>
                    <a:pt x="106" y="290"/>
                    <a:pt x="382" y="730"/>
                  </a:cubicBezTo>
                  <a:cubicBezTo>
                    <a:pt x="538" y="973"/>
                    <a:pt x="845" y="1029"/>
                    <a:pt x="1246" y="1029"/>
                  </a:cubicBezTo>
                  <a:cubicBezTo>
                    <a:pt x="1491" y="1029"/>
                    <a:pt x="1772" y="1008"/>
                    <a:pt x="2075" y="996"/>
                  </a:cubicBezTo>
                  <a:cubicBezTo>
                    <a:pt x="2081" y="996"/>
                    <a:pt x="2086" y="996"/>
                    <a:pt x="2092" y="996"/>
                  </a:cubicBezTo>
                  <a:cubicBezTo>
                    <a:pt x="2460" y="996"/>
                    <a:pt x="3736" y="1400"/>
                    <a:pt x="3972" y="1400"/>
                  </a:cubicBezTo>
                  <a:cubicBezTo>
                    <a:pt x="4006" y="1400"/>
                    <a:pt x="4019" y="1392"/>
                    <a:pt x="4003" y="1372"/>
                  </a:cubicBezTo>
                  <a:cubicBezTo>
                    <a:pt x="3345" y="526"/>
                    <a:pt x="1934" y="134"/>
                    <a:pt x="1323" y="56"/>
                  </a:cubicBezTo>
                  <a:cubicBezTo>
                    <a:pt x="1053" y="18"/>
                    <a:pt x="839" y="1"/>
                    <a:pt x="67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14"/>
            <p:cNvSpPr/>
            <p:nvPr/>
          </p:nvSpPr>
          <p:spPr>
            <a:xfrm>
              <a:off x="8172732" y="958673"/>
              <a:ext cx="374703" cy="307286"/>
            </a:xfrm>
            <a:custGeom>
              <a:avLst/>
              <a:gdLst/>
              <a:ahLst/>
              <a:cxnLst/>
              <a:rect l="l" t="t" r="r" b="b"/>
              <a:pathLst>
                <a:path w="8904" h="7302" extrusionOk="0">
                  <a:moveTo>
                    <a:pt x="5820" y="1"/>
                  </a:moveTo>
                  <a:cubicBezTo>
                    <a:pt x="4732" y="1"/>
                    <a:pt x="3558" y="4123"/>
                    <a:pt x="0" y="6078"/>
                  </a:cubicBezTo>
                  <a:lnTo>
                    <a:pt x="1019" y="7301"/>
                  </a:lnTo>
                  <a:cubicBezTo>
                    <a:pt x="1019" y="7301"/>
                    <a:pt x="8903" y="4589"/>
                    <a:pt x="6490" y="561"/>
                  </a:cubicBezTo>
                  <a:cubicBezTo>
                    <a:pt x="6257" y="170"/>
                    <a:pt x="6040" y="1"/>
                    <a:pt x="58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14"/>
            <p:cNvSpPr/>
            <p:nvPr/>
          </p:nvSpPr>
          <p:spPr>
            <a:xfrm>
              <a:off x="8400945" y="1002565"/>
              <a:ext cx="52814" cy="45870"/>
            </a:xfrm>
            <a:custGeom>
              <a:avLst/>
              <a:gdLst/>
              <a:ahLst/>
              <a:cxnLst/>
              <a:rect l="l" t="t" r="r" b="b"/>
              <a:pathLst>
                <a:path w="1255" h="1090" extrusionOk="0">
                  <a:moveTo>
                    <a:pt x="638" y="1"/>
                  </a:moveTo>
                  <a:cubicBezTo>
                    <a:pt x="589" y="1"/>
                    <a:pt x="538" y="7"/>
                    <a:pt x="487" y="20"/>
                  </a:cubicBezTo>
                  <a:cubicBezTo>
                    <a:pt x="189" y="114"/>
                    <a:pt x="1" y="411"/>
                    <a:pt x="79" y="694"/>
                  </a:cubicBezTo>
                  <a:cubicBezTo>
                    <a:pt x="144" y="940"/>
                    <a:pt x="370" y="1090"/>
                    <a:pt x="614" y="1090"/>
                  </a:cubicBezTo>
                  <a:cubicBezTo>
                    <a:pt x="665" y="1090"/>
                    <a:pt x="717" y="1083"/>
                    <a:pt x="769" y="1070"/>
                  </a:cubicBezTo>
                  <a:cubicBezTo>
                    <a:pt x="1082" y="991"/>
                    <a:pt x="1255" y="694"/>
                    <a:pt x="1176" y="396"/>
                  </a:cubicBezTo>
                  <a:cubicBezTo>
                    <a:pt x="1111" y="160"/>
                    <a:pt x="892" y="1"/>
                    <a:pt x="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4" name="Google Shape;3974;p14"/>
          <p:cNvGrpSpPr/>
          <p:nvPr/>
        </p:nvGrpSpPr>
        <p:grpSpPr>
          <a:xfrm>
            <a:off x="4687258" y="4239896"/>
            <a:ext cx="538970" cy="475799"/>
            <a:chOff x="3503083" y="4268071"/>
            <a:chExt cx="538970" cy="475799"/>
          </a:xfrm>
        </p:grpSpPr>
        <p:sp>
          <p:nvSpPr>
            <p:cNvPr id="3975" name="Google Shape;3975;p14"/>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76" name="Google Shape;3976;p14"/>
            <p:cNvGrpSpPr/>
            <p:nvPr/>
          </p:nvGrpSpPr>
          <p:grpSpPr>
            <a:xfrm>
              <a:off x="3550326" y="4310672"/>
              <a:ext cx="393741" cy="373040"/>
              <a:chOff x="3550326" y="4310672"/>
              <a:chExt cx="393741" cy="373040"/>
            </a:xfrm>
          </p:grpSpPr>
          <p:sp>
            <p:nvSpPr>
              <p:cNvPr id="3977" name="Google Shape;3977;p14"/>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14"/>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14"/>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14"/>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14"/>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14"/>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14"/>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14"/>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14"/>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14"/>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14"/>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14"/>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14"/>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14"/>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14"/>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14"/>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14"/>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14"/>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14"/>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14"/>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14"/>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14"/>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14"/>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14"/>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14"/>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14"/>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14"/>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14"/>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14"/>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14"/>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14"/>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14"/>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14"/>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14"/>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14"/>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14"/>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14"/>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14"/>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14"/>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14"/>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14"/>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14"/>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14"/>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14"/>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14"/>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14"/>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14"/>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14"/>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14"/>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14"/>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14"/>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14"/>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14"/>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14"/>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14"/>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14"/>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14"/>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14"/>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14"/>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14"/>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14"/>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14"/>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14"/>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40" name="Google Shape;4040;p14"/>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14"/>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14"/>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3" name="Google Shape;4043;p14"/>
          <p:cNvGrpSpPr/>
          <p:nvPr/>
        </p:nvGrpSpPr>
        <p:grpSpPr>
          <a:xfrm rot="-889676">
            <a:off x="-55268" y="70819"/>
            <a:ext cx="774445" cy="1697916"/>
            <a:chOff x="3350150" y="1475625"/>
            <a:chExt cx="433400" cy="950250"/>
          </a:xfrm>
        </p:grpSpPr>
        <p:sp>
          <p:nvSpPr>
            <p:cNvPr id="4044" name="Google Shape;4044;p14"/>
            <p:cNvSpPr/>
            <p:nvPr/>
          </p:nvSpPr>
          <p:spPr>
            <a:xfrm>
              <a:off x="3357200" y="1475625"/>
              <a:ext cx="367575" cy="50950"/>
            </a:xfrm>
            <a:custGeom>
              <a:avLst/>
              <a:gdLst/>
              <a:ahLst/>
              <a:cxnLst/>
              <a:rect l="l" t="t" r="r" b="b"/>
              <a:pathLst>
                <a:path w="14703" h="2038" extrusionOk="0">
                  <a:moveTo>
                    <a:pt x="7884" y="1"/>
                  </a:moveTo>
                  <a:cubicBezTo>
                    <a:pt x="5350" y="1"/>
                    <a:pt x="2744" y="471"/>
                    <a:pt x="0" y="1724"/>
                  </a:cubicBezTo>
                  <a:lnTo>
                    <a:pt x="63" y="2037"/>
                  </a:lnTo>
                  <a:lnTo>
                    <a:pt x="14703" y="1347"/>
                  </a:lnTo>
                  <a:lnTo>
                    <a:pt x="14703" y="940"/>
                  </a:lnTo>
                  <a:cubicBezTo>
                    <a:pt x="12457" y="394"/>
                    <a:pt x="10201" y="1"/>
                    <a:pt x="78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14"/>
            <p:cNvSpPr/>
            <p:nvPr/>
          </p:nvSpPr>
          <p:spPr>
            <a:xfrm>
              <a:off x="3364650" y="1485425"/>
              <a:ext cx="363650" cy="74450"/>
            </a:xfrm>
            <a:custGeom>
              <a:avLst/>
              <a:gdLst/>
              <a:ahLst/>
              <a:cxnLst/>
              <a:rect l="l" t="t" r="r" b="b"/>
              <a:pathLst>
                <a:path w="14546" h="2978" extrusionOk="0">
                  <a:moveTo>
                    <a:pt x="8348" y="0"/>
                  </a:moveTo>
                  <a:cubicBezTo>
                    <a:pt x="5797" y="0"/>
                    <a:pt x="3335" y="470"/>
                    <a:pt x="0" y="1457"/>
                  </a:cubicBezTo>
                  <a:lnTo>
                    <a:pt x="47" y="2977"/>
                  </a:lnTo>
                  <a:lnTo>
                    <a:pt x="14546" y="2366"/>
                  </a:lnTo>
                  <a:lnTo>
                    <a:pt x="14311" y="705"/>
                  </a:lnTo>
                  <a:cubicBezTo>
                    <a:pt x="12043" y="241"/>
                    <a:pt x="10172" y="0"/>
                    <a:pt x="83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14"/>
            <p:cNvSpPr/>
            <p:nvPr/>
          </p:nvSpPr>
          <p:spPr>
            <a:xfrm>
              <a:off x="3423425" y="2389425"/>
              <a:ext cx="50175" cy="35675"/>
            </a:xfrm>
            <a:custGeom>
              <a:avLst/>
              <a:gdLst/>
              <a:ahLst/>
              <a:cxnLst/>
              <a:rect l="l" t="t" r="r" b="b"/>
              <a:pathLst>
                <a:path w="2007" h="1427" extrusionOk="0">
                  <a:moveTo>
                    <a:pt x="2007" y="0"/>
                  </a:moveTo>
                  <a:lnTo>
                    <a:pt x="0" y="314"/>
                  </a:lnTo>
                  <a:lnTo>
                    <a:pt x="141" y="1395"/>
                  </a:lnTo>
                  <a:lnTo>
                    <a:pt x="1819" y="1426"/>
                  </a:lnTo>
                  <a:lnTo>
                    <a:pt x="20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14"/>
            <p:cNvSpPr/>
            <p:nvPr/>
          </p:nvSpPr>
          <p:spPr>
            <a:xfrm>
              <a:off x="3718875" y="2394500"/>
              <a:ext cx="57625" cy="31375"/>
            </a:xfrm>
            <a:custGeom>
              <a:avLst/>
              <a:gdLst/>
              <a:ahLst/>
              <a:cxnLst/>
              <a:rect l="l" t="t" r="r" b="b"/>
              <a:pathLst>
                <a:path w="2305" h="1255" extrusionOk="0">
                  <a:moveTo>
                    <a:pt x="2305" y="1"/>
                  </a:moveTo>
                  <a:lnTo>
                    <a:pt x="1" y="63"/>
                  </a:lnTo>
                  <a:lnTo>
                    <a:pt x="236" y="1255"/>
                  </a:lnTo>
                  <a:lnTo>
                    <a:pt x="2305" y="1192"/>
                  </a:lnTo>
                  <a:lnTo>
                    <a:pt x="23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14"/>
            <p:cNvSpPr/>
            <p:nvPr/>
          </p:nvSpPr>
          <p:spPr>
            <a:xfrm>
              <a:off x="3350150" y="1505250"/>
              <a:ext cx="433400" cy="908725"/>
            </a:xfrm>
            <a:custGeom>
              <a:avLst/>
              <a:gdLst/>
              <a:ahLst/>
              <a:cxnLst/>
              <a:rect l="l" t="t" r="r" b="b"/>
              <a:pathLst>
                <a:path w="17336" h="36349" extrusionOk="0">
                  <a:moveTo>
                    <a:pt x="9540" y="1"/>
                  </a:moveTo>
                  <a:cubicBezTo>
                    <a:pt x="5192" y="1"/>
                    <a:pt x="1588" y="979"/>
                    <a:pt x="455" y="1260"/>
                  </a:cubicBezTo>
                  <a:cubicBezTo>
                    <a:pt x="235" y="1307"/>
                    <a:pt x="79" y="1495"/>
                    <a:pt x="79" y="1714"/>
                  </a:cubicBezTo>
                  <a:cubicBezTo>
                    <a:pt x="0" y="4583"/>
                    <a:pt x="533" y="14943"/>
                    <a:pt x="988" y="19034"/>
                  </a:cubicBezTo>
                  <a:cubicBezTo>
                    <a:pt x="1285" y="21715"/>
                    <a:pt x="2367" y="32311"/>
                    <a:pt x="2665" y="35822"/>
                  </a:cubicBezTo>
                  <a:cubicBezTo>
                    <a:pt x="2681" y="36088"/>
                    <a:pt x="2900" y="36292"/>
                    <a:pt x="3166" y="36292"/>
                  </a:cubicBezTo>
                  <a:lnTo>
                    <a:pt x="4687" y="36292"/>
                  </a:lnTo>
                  <a:cubicBezTo>
                    <a:pt x="4906" y="36292"/>
                    <a:pt x="5094" y="36104"/>
                    <a:pt x="5110" y="35884"/>
                  </a:cubicBezTo>
                  <a:cubicBezTo>
                    <a:pt x="5361" y="32781"/>
                    <a:pt x="7289" y="12890"/>
                    <a:pt x="7289" y="10178"/>
                  </a:cubicBezTo>
                  <a:cubicBezTo>
                    <a:pt x="7289" y="9849"/>
                    <a:pt x="7640" y="9628"/>
                    <a:pt x="7988" y="9628"/>
                  </a:cubicBezTo>
                  <a:cubicBezTo>
                    <a:pt x="8285" y="9628"/>
                    <a:pt x="8580" y="9789"/>
                    <a:pt x="8652" y="10178"/>
                  </a:cubicBezTo>
                  <a:cubicBezTo>
                    <a:pt x="9060" y="12420"/>
                    <a:pt x="13841" y="32687"/>
                    <a:pt x="14530" y="35869"/>
                  </a:cubicBezTo>
                  <a:cubicBezTo>
                    <a:pt x="14577" y="36119"/>
                    <a:pt x="14781" y="36245"/>
                    <a:pt x="15032" y="36307"/>
                  </a:cubicBezTo>
                  <a:cubicBezTo>
                    <a:pt x="15128" y="36336"/>
                    <a:pt x="15268" y="36349"/>
                    <a:pt x="15431" y="36349"/>
                  </a:cubicBezTo>
                  <a:cubicBezTo>
                    <a:pt x="16067" y="36349"/>
                    <a:pt x="17061" y="36159"/>
                    <a:pt x="17211" y="36010"/>
                  </a:cubicBezTo>
                  <a:cubicBezTo>
                    <a:pt x="17289" y="35931"/>
                    <a:pt x="17336" y="35822"/>
                    <a:pt x="17320" y="35712"/>
                  </a:cubicBezTo>
                  <a:cubicBezTo>
                    <a:pt x="17242" y="31182"/>
                    <a:pt x="16035" y="13157"/>
                    <a:pt x="16035" y="11072"/>
                  </a:cubicBezTo>
                  <a:cubicBezTo>
                    <a:pt x="16035" y="5116"/>
                    <a:pt x="15627" y="2404"/>
                    <a:pt x="15486" y="1119"/>
                  </a:cubicBezTo>
                  <a:cubicBezTo>
                    <a:pt x="15455" y="852"/>
                    <a:pt x="15236" y="633"/>
                    <a:pt x="14969" y="570"/>
                  </a:cubicBezTo>
                  <a:cubicBezTo>
                    <a:pt x="13114" y="155"/>
                    <a:pt x="11268" y="1"/>
                    <a:pt x="9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14"/>
            <p:cNvSpPr/>
            <p:nvPr/>
          </p:nvSpPr>
          <p:spPr>
            <a:xfrm>
              <a:off x="3365425" y="1532800"/>
              <a:ext cx="70175" cy="879750"/>
            </a:xfrm>
            <a:custGeom>
              <a:avLst/>
              <a:gdLst/>
              <a:ahLst/>
              <a:cxnLst/>
              <a:rect l="l" t="t" r="r" b="b"/>
              <a:pathLst>
                <a:path w="2807" h="35190" extrusionOk="0">
                  <a:moveTo>
                    <a:pt x="424" y="1"/>
                  </a:moveTo>
                  <a:cubicBezTo>
                    <a:pt x="267" y="48"/>
                    <a:pt x="126" y="79"/>
                    <a:pt x="0" y="111"/>
                  </a:cubicBezTo>
                  <a:lnTo>
                    <a:pt x="2477" y="35174"/>
                  </a:lnTo>
                  <a:cubicBezTo>
                    <a:pt x="2508" y="35174"/>
                    <a:pt x="2540" y="35190"/>
                    <a:pt x="2555" y="35190"/>
                  </a:cubicBezTo>
                  <a:lnTo>
                    <a:pt x="2806" y="35190"/>
                  </a:ln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14"/>
            <p:cNvSpPr/>
            <p:nvPr/>
          </p:nvSpPr>
          <p:spPr>
            <a:xfrm>
              <a:off x="3408525" y="1523025"/>
              <a:ext cx="59975" cy="889525"/>
            </a:xfrm>
            <a:custGeom>
              <a:avLst/>
              <a:gdLst/>
              <a:ahLst/>
              <a:cxnLst/>
              <a:rect l="l" t="t" r="r" b="b"/>
              <a:pathLst>
                <a:path w="2399" h="35581" extrusionOk="0">
                  <a:moveTo>
                    <a:pt x="440" y="0"/>
                  </a:moveTo>
                  <a:cubicBezTo>
                    <a:pt x="283" y="31"/>
                    <a:pt x="142" y="63"/>
                    <a:pt x="1" y="94"/>
                  </a:cubicBezTo>
                  <a:lnTo>
                    <a:pt x="2070" y="35581"/>
                  </a:lnTo>
                  <a:lnTo>
                    <a:pt x="2352" y="35581"/>
                  </a:lnTo>
                  <a:cubicBezTo>
                    <a:pt x="2367" y="35581"/>
                    <a:pt x="2383" y="35565"/>
                    <a:pt x="2399" y="35565"/>
                  </a:cubicBezTo>
                  <a:lnTo>
                    <a:pt x="440"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14"/>
            <p:cNvSpPr/>
            <p:nvPr/>
          </p:nvSpPr>
          <p:spPr>
            <a:xfrm>
              <a:off x="3466525" y="1513225"/>
              <a:ext cx="23525" cy="832325"/>
            </a:xfrm>
            <a:custGeom>
              <a:avLst/>
              <a:gdLst/>
              <a:ahLst/>
              <a:cxnLst/>
              <a:rect l="l" t="t" r="r" b="b"/>
              <a:pathLst>
                <a:path w="941" h="33293" extrusionOk="0">
                  <a:moveTo>
                    <a:pt x="439" y="0"/>
                  </a:moveTo>
                  <a:cubicBezTo>
                    <a:pt x="298" y="16"/>
                    <a:pt x="142" y="32"/>
                    <a:pt x="0" y="63"/>
                  </a:cubicBezTo>
                  <a:lnTo>
                    <a:pt x="659" y="33293"/>
                  </a:lnTo>
                  <a:cubicBezTo>
                    <a:pt x="737" y="32430"/>
                    <a:pt x="831" y="31396"/>
                    <a:pt x="941" y="30236"/>
                  </a:cubicBezTo>
                  <a:lnTo>
                    <a:pt x="439"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14"/>
            <p:cNvSpPr/>
            <p:nvPr/>
          </p:nvSpPr>
          <p:spPr>
            <a:xfrm>
              <a:off x="3502575" y="1508900"/>
              <a:ext cx="18050" cy="509050"/>
            </a:xfrm>
            <a:custGeom>
              <a:avLst/>
              <a:gdLst/>
              <a:ahLst/>
              <a:cxnLst/>
              <a:rect l="l" t="t" r="r" b="b"/>
              <a:pathLst>
                <a:path w="722" h="20362" extrusionOk="0">
                  <a:moveTo>
                    <a:pt x="439" y="1"/>
                  </a:moveTo>
                  <a:cubicBezTo>
                    <a:pt x="298" y="16"/>
                    <a:pt x="142" y="32"/>
                    <a:pt x="1" y="48"/>
                  </a:cubicBezTo>
                  <a:lnTo>
                    <a:pt x="408" y="20362"/>
                  </a:lnTo>
                  <a:cubicBezTo>
                    <a:pt x="518" y="19108"/>
                    <a:pt x="627" y="17870"/>
                    <a:pt x="722" y="16725"/>
                  </a:cubicBezTo>
                  <a:lnTo>
                    <a:pt x="439"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14"/>
            <p:cNvSpPr/>
            <p:nvPr/>
          </p:nvSpPr>
          <p:spPr>
            <a:xfrm>
              <a:off x="3542925" y="1506175"/>
              <a:ext cx="21975" cy="248850"/>
            </a:xfrm>
            <a:custGeom>
              <a:avLst/>
              <a:gdLst/>
              <a:ahLst/>
              <a:cxnLst/>
              <a:rect l="l" t="t" r="r" b="b"/>
              <a:pathLst>
                <a:path w="879" h="9954" extrusionOk="0">
                  <a:moveTo>
                    <a:pt x="456" y="0"/>
                  </a:moveTo>
                  <a:cubicBezTo>
                    <a:pt x="299" y="0"/>
                    <a:pt x="158" y="0"/>
                    <a:pt x="1" y="16"/>
                  </a:cubicBezTo>
                  <a:lnTo>
                    <a:pt x="456" y="9608"/>
                  </a:lnTo>
                  <a:cubicBezTo>
                    <a:pt x="628" y="9655"/>
                    <a:pt x="785" y="9765"/>
                    <a:pt x="879" y="9953"/>
                  </a:cubicBezTo>
                  <a:lnTo>
                    <a:pt x="456"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14"/>
            <p:cNvSpPr/>
            <p:nvPr/>
          </p:nvSpPr>
          <p:spPr>
            <a:xfrm>
              <a:off x="3588775" y="1505000"/>
              <a:ext cx="46275" cy="557625"/>
            </a:xfrm>
            <a:custGeom>
              <a:avLst/>
              <a:gdLst/>
              <a:ahLst/>
              <a:cxnLst/>
              <a:rect l="l" t="t" r="r" b="b"/>
              <a:pathLst>
                <a:path w="1851" h="22305" extrusionOk="0">
                  <a:moveTo>
                    <a:pt x="1" y="0"/>
                  </a:moveTo>
                  <a:lnTo>
                    <a:pt x="1333" y="20079"/>
                  </a:lnTo>
                  <a:cubicBezTo>
                    <a:pt x="1506" y="20816"/>
                    <a:pt x="1678" y="21568"/>
                    <a:pt x="1850" y="22305"/>
                  </a:cubicBezTo>
                  <a:lnTo>
                    <a:pt x="440" y="16"/>
                  </a:lnTo>
                  <a:cubicBezTo>
                    <a:pt x="299" y="16"/>
                    <a:pt x="142" y="0"/>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14"/>
            <p:cNvSpPr/>
            <p:nvPr/>
          </p:nvSpPr>
          <p:spPr>
            <a:xfrm>
              <a:off x="3626800" y="1506175"/>
              <a:ext cx="80350" cy="867975"/>
            </a:xfrm>
            <a:custGeom>
              <a:avLst/>
              <a:gdLst/>
              <a:ahLst/>
              <a:cxnLst/>
              <a:rect l="l" t="t" r="r" b="b"/>
              <a:pathLst>
                <a:path w="3214" h="34719" extrusionOk="0">
                  <a:moveTo>
                    <a:pt x="0" y="0"/>
                  </a:moveTo>
                  <a:lnTo>
                    <a:pt x="2712" y="32509"/>
                  </a:lnTo>
                  <a:cubicBezTo>
                    <a:pt x="2900" y="33371"/>
                    <a:pt x="3072" y="34123"/>
                    <a:pt x="3213" y="34719"/>
                  </a:cubicBezTo>
                  <a:lnTo>
                    <a:pt x="455" y="31"/>
                  </a:lnTo>
                  <a:cubicBezTo>
                    <a:pt x="298" y="16"/>
                    <a:pt x="157"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14"/>
            <p:cNvSpPr/>
            <p:nvPr/>
          </p:nvSpPr>
          <p:spPr>
            <a:xfrm>
              <a:off x="3674200" y="1510475"/>
              <a:ext cx="73300" cy="903650"/>
            </a:xfrm>
            <a:custGeom>
              <a:avLst/>
              <a:gdLst/>
              <a:ahLst/>
              <a:cxnLst/>
              <a:rect l="l" t="t" r="r" b="b"/>
              <a:pathLst>
                <a:path w="2932" h="36146" extrusionOk="0">
                  <a:moveTo>
                    <a:pt x="1" y="1"/>
                  </a:moveTo>
                  <a:lnTo>
                    <a:pt x="2618" y="36146"/>
                  </a:lnTo>
                  <a:cubicBezTo>
                    <a:pt x="2728" y="36130"/>
                    <a:pt x="2822" y="36130"/>
                    <a:pt x="2932" y="36114"/>
                  </a:cubicBezTo>
                  <a:lnTo>
                    <a:pt x="440" y="79"/>
                  </a:lnTo>
                  <a:cubicBezTo>
                    <a:pt x="299" y="48"/>
                    <a:pt x="142" y="32"/>
                    <a:pt x="1"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14"/>
            <p:cNvSpPr/>
            <p:nvPr/>
          </p:nvSpPr>
          <p:spPr>
            <a:xfrm>
              <a:off x="3716150" y="1517925"/>
              <a:ext cx="59575" cy="892275"/>
            </a:xfrm>
            <a:custGeom>
              <a:avLst/>
              <a:gdLst/>
              <a:ahLst/>
              <a:cxnLst/>
              <a:rect l="l" t="t" r="r" b="b"/>
              <a:pathLst>
                <a:path w="2383" h="35691" extrusionOk="0">
                  <a:moveTo>
                    <a:pt x="0" y="0"/>
                  </a:moveTo>
                  <a:lnTo>
                    <a:pt x="2069" y="35691"/>
                  </a:lnTo>
                  <a:cubicBezTo>
                    <a:pt x="2179" y="35659"/>
                    <a:pt x="2288" y="35628"/>
                    <a:pt x="2383" y="35597"/>
                  </a:cubicBezTo>
                  <a:lnTo>
                    <a:pt x="455" y="110"/>
                  </a:lnTo>
                  <a:cubicBezTo>
                    <a:pt x="408" y="94"/>
                    <a:pt x="376" y="79"/>
                    <a:pt x="329" y="63"/>
                  </a:cubicBezTo>
                  <a:cubicBezTo>
                    <a:pt x="219" y="32"/>
                    <a:pt x="110"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14"/>
            <p:cNvSpPr/>
            <p:nvPr/>
          </p:nvSpPr>
          <p:spPr>
            <a:xfrm>
              <a:off x="3465750" y="1723650"/>
              <a:ext cx="282925" cy="690375"/>
            </a:xfrm>
            <a:custGeom>
              <a:avLst/>
              <a:gdLst/>
              <a:ahLst/>
              <a:cxnLst/>
              <a:rect l="l" t="t" r="r" b="b"/>
              <a:pathLst>
                <a:path w="11317" h="27615" extrusionOk="0">
                  <a:moveTo>
                    <a:pt x="5706" y="0"/>
                  </a:moveTo>
                  <a:cubicBezTo>
                    <a:pt x="5705" y="0"/>
                    <a:pt x="4260" y="344"/>
                    <a:pt x="2737" y="344"/>
                  </a:cubicBezTo>
                  <a:cubicBezTo>
                    <a:pt x="2229" y="344"/>
                    <a:pt x="1713" y="306"/>
                    <a:pt x="1238" y="204"/>
                  </a:cubicBezTo>
                  <a:cubicBezTo>
                    <a:pt x="1235" y="204"/>
                    <a:pt x="1232" y="203"/>
                    <a:pt x="1230" y="203"/>
                  </a:cubicBezTo>
                  <a:cubicBezTo>
                    <a:pt x="1112" y="203"/>
                    <a:pt x="2272" y="975"/>
                    <a:pt x="2210" y="1129"/>
                  </a:cubicBezTo>
                  <a:cubicBezTo>
                    <a:pt x="1897" y="1772"/>
                    <a:pt x="1474" y="8809"/>
                    <a:pt x="0" y="27556"/>
                  </a:cubicBezTo>
                  <a:lnTo>
                    <a:pt x="63" y="27556"/>
                  </a:lnTo>
                  <a:cubicBezTo>
                    <a:pt x="282" y="27556"/>
                    <a:pt x="470" y="27368"/>
                    <a:pt x="486" y="27148"/>
                  </a:cubicBezTo>
                  <a:cubicBezTo>
                    <a:pt x="737" y="24045"/>
                    <a:pt x="2665" y="4154"/>
                    <a:pt x="2665" y="1442"/>
                  </a:cubicBezTo>
                  <a:cubicBezTo>
                    <a:pt x="2665" y="1113"/>
                    <a:pt x="3016" y="892"/>
                    <a:pt x="3364" y="892"/>
                  </a:cubicBezTo>
                  <a:cubicBezTo>
                    <a:pt x="3661" y="892"/>
                    <a:pt x="3956" y="1053"/>
                    <a:pt x="4028" y="1442"/>
                  </a:cubicBezTo>
                  <a:cubicBezTo>
                    <a:pt x="4436" y="3684"/>
                    <a:pt x="9217" y="23951"/>
                    <a:pt x="9906" y="27133"/>
                  </a:cubicBezTo>
                  <a:cubicBezTo>
                    <a:pt x="9953" y="27383"/>
                    <a:pt x="10157" y="27509"/>
                    <a:pt x="10408" y="27571"/>
                  </a:cubicBezTo>
                  <a:cubicBezTo>
                    <a:pt x="10502" y="27603"/>
                    <a:pt x="10639" y="27615"/>
                    <a:pt x="10798" y="27615"/>
                  </a:cubicBezTo>
                  <a:cubicBezTo>
                    <a:pt x="10956" y="27615"/>
                    <a:pt x="11137" y="27603"/>
                    <a:pt x="11317" y="27587"/>
                  </a:cubicBezTo>
                  <a:cubicBezTo>
                    <a:pt x="9608" y="25785"/>
                    <a:pt x="5815" y="5439"/>
                    <a:pt x="4499" y="1160"/>
                  </a:cubicBezTo>
                  <a:cubicBezTo>
                    <a:pt x="4483" y="1082"/>
                    <a:pt x="5768" y="47"/>
                    <a:pt x="57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14"/>
            <p:cNvSpPr/>
            <p:nvPr/>
          </p:nvSpPr>
          <p:spPr>
            <a:xfrm>
              <a:off x="3665975" y="1489700"/>
              <a:ext cx="10225" cy="31000"/>
            </a:xfrm>
            <a:custGeom>
              <a:avLst/>
              <a:gdLst/>
              <a:ahLst/>
              <a:cxnLst/>
              <a:rect l="l" t="t" r="r" b="b"/>
              <a:pathLst>
                <a:path w="409" h="1240" extrusionOk="0">
                  <a:moveTo>
                    <a:pt x="16" y="1"/>
                  </a:moveTo>
                  <a:lnTo>
                    <a:pt x="1" y="1239"/>
                  </a:lnTo>
                  <a:lnTo>
                    <a:pt x="393" y="1239"/>
                  </a:lnTo>
                  <a:lnTo>
                    <a:pt x="408" y="16"/>
                  </a:lnTo>
                  <a:lnTo>
                    <a:pt x="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14"/>
            <p:cNvSpPr/>
            <p:nvPr/>
          </p:nvSpPr>
          <p:spPr>
            <a:xfrm>
              <a:off x="3717325" y="1499900"/>
              <a:ext cx="10200" cy="30575"/>
            </a:xfrm>
            <a:custGeom>
              <a:avLst/>
              <a:gdLst/>
              <a:ahLst/>
              <a:cxnLst/>
              <a:rect l="l" t="t" r="r" b="b"/>
              <a:pathLst>
                <a:path w="408" h="1223" extrusionOk="0">
                  <a:moveTo>
                    <a:pt x="16" y="0"/>
                  </a:moveTo>
                  <a:lnTo>
                    <a:pt x="0" y="1223"/>
                  </a:lnTo>
                  <a:lnTo>
                    <a:pt x="392" y="1223"/>
                  </a:lnTo>
                  <a:lnTo>
                    <a:pt x="4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14"/>
            <p:cNvSpPr/>
            <p:nvPr/>
          </p:nvSpPr>
          <p:spPr>
            <a:xfrm>
              <a:off x="3594650" y="1481475"/>
              <a:ext cx="10625" cy="30975"/>
            </a:xfrm>
            <a:custGeom>
              <a:avLst/>
              <a:gdLst/>
              <a:ahLst/>
              <a:cxnLst/>
              <a:rect l="l" t="t" r="r" b="b"/>
              <a:pathLst>
                <a:path w="425" h="1239" extrusionOk="0">
                  <a:moveTo>
                    <a:pt x="32" y="1"/>
                  </a:moveTo>
                  <a:lnTo>
                    <a:pt x="1" y="1223"/>
                  </a:lnTo>
                  <a:lnTo>
                    <a:pt x="393" y="1239"/>
                  </a:lnTo>
                  <a:lnTo>
                    <a:pt x="424" y="16"/>
                  </a:lnTo>
                  <a:lnTo>
                    <a:pt x="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14"/>
            <p:cNvSpPr/>
            <p:nvPr/>
          </p:nvSpPr>
          <p:spPr>
            <a:xfrm>
              <a:off x="3479850" y="1487350"/>
              <a:ext cx="12950" cy="31775"/>
            </a:xfrm>
            <a:custGeom>
              <a:avLst/>
              <a:gdLst/>
              <a:ahLst/>
              <a:cxnLst/>
              <a:rect l="l" t="t" r="r" b="b"/>
              <a:pathLst>
                <a:path w="518" h="1271" extrusionOk="0">
                  <a:moveTo>
                    <a:pt x="392" y="1"/>
                  </a:moveTo>
                  <a:lnTo>
                    <a:pt x="0" y="48"/>
                  </a:lnTo>
                  <a:lnTo>
                    <a:pt x="126" y="1270"/>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14"/>
            <p:cNvSpPr/>
            <p:nvPr/>
          </p:nvSpPr>
          <p:spPr>
            <a:xfrm>
              <a:off x="3432825" y="1495575"/>
              <a:ext cx="12950" cy="31375"/>
            </a:xfrm>
            <a:custGeom>
              <a:avLst/>
              <a:gdLst/>
              <a:ahLst/>
              <a:cxnLst/>
              <a:rect l="l" t="t" r="r" b="b"/>
              <a:pathLst>
                <a:path w="518" h="1255" extrusionOk="0">
                  <a:moveTo>
                    <a:pt x="392" y="1"/>
                  </a:moveTo>
                  <a:lnTo>
                    <a:pt x="0" y="48"/>
                  </a:lnTo>
                  <a:lnTo>
                    <a:pt x="126" y="1255"/>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14"/>
            <p:cNvSpPr/>
            <p:nvPr/>
          </p:nvSpPr>
          <p:spPr>
            <a:xfrm>
              <a:off x="3391275" y="1505775"/>
              <a:ext cx="13350" cy="31775"/>
            </a:xfrm>
            <a:custGeom>
              <a:avLst/>
              <a:gdLst/>
              <a:ahLst/>
              <a:cxnLst/>
              <a:rect l="l" t="t" r="r" b="b"/>
              <a:pathLst>
                <a:path w="534" h="1271" extrusionOk="0">
                  <a:moveTo>
                    <a:pt x="393" y="0"/>
                  </a:moveTo>
                  <a:lnTo>
                    <a:pt x="1" y="47"/>
                  </a:lnTo>
                  <a:lnTo>
                    <a:pt x="126" y="1270"/>
                  </a:lnTo>
                  <a:lnTo>
                    <a:pt x="534" y="1223"/>
                  </a:lnTo>
                  <a:lnTo>
                    <a:pt x="3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14"/>
            <p:cNvSpPr/>
            <p:nvPr/>
          </p:nvSpPr>
          <p:spPr>
            <a:xfrm>
              <a:off x="3497100" y="1479125"/>
              <a:ext cx="72125" cy="45475"/>
            </a:xfrm>
            <a:custGeom>
              <a:avLst/>
              <a:gdLst/>
              <a:ahLst/>
              <a:cxnLst/>
              <a:rect l="l" t="t" r="r" b="b"/>
              <a:pathLst>
                <a:path w="2885" h="1819" extrusionOk="0">
                  <a:moveTo>
                    <a:pt x="2571" y="1"/>
                  </a:moveTo>
                  <a:lnTo>
                    <a:pt x="345" y="142"/>
                  </a:lnTo>
                  <a:lnTo>
                    <a:pt x="0" y="1819"/>
                  </a:lnTo>
                  <a:lnTo>
                    <a:pt x="2884" y="1599"/>
                  </a:lnTo>
                  <a:lnTo>
                    <a:pt x="257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14"/>
            <p:cNvSpPr/>
            <p:nvPr/>
          </p:nvSpPr>
          <p:spPr>
            <a:xfrm>
              <a:off x="3503750" y="1478350"/>
              <a:ext cx="57225" cy="34900"/>
            </a:xfrm>
            <a:custGeom>
              <a:avLst/>
              <a:gdLst/>
              <a:ahLst/>
              <a:cxnLst/>
              <a:rect l="l" t="t" r="r" b="b"/>
              <a:pathLst>
                <a:path w="2289" h="1396" extrusionOk="0">
                  <a:moveTo>
                    <a:pt x="2258" y="0"/>
                  </a:moveTo>
                  <a:lnTo>
                    <a:pt x="1" y="141"/>
                  </a:lnTo>
                  <a:lnTo>
                    <a:pt x="32" y="1395"/>
                  </a:lnTo>
                  <a:lnTo>
                    <a:pt x="2289" y="1254"/>
                  </a:lnTo>
                  <a:lnTo>
                    <a:pt x="22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14"/>
            <p:cNvSpPr/>
            <p:nvPr/>
          </p:nvSpPr>
          <p:spPr>
            <a:xfrm>
              <a:off x="3363075" y="1563775"/>
              <a:ext cx="36850" cy="107375"/>
            </a:xfrm>
            <a:custGeom>
              <a:avLst/>
              <a:gdLst/>
              <a:ahLst/>
              <a:cxnLst/>
              <a:rect l="l" t="t" r="r" b="b"/>
              <a:pathLst>
                <a:path w="1474" h="4295" extrusionOk="0">
                  <a:moveTo>
                    <a:pt x="1066" y="0"/>
                  </a:moveTo>
                  <a:lnTo>
                    <a:pt x="0" y="4295"/>
                  </a:lnTo>
                  <a:lnTo>
                    <a:pt x="1474" y="909"/>
                  </a:lnTo>
                  <a:lnTo>
                    <a:pt x="106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14"/>
            <p:cNvSpPr/>
            <p:nvPr/>
          </p:nvSpPr>
          <p:spPr>
            <a:xfrm>
              <a:off x="3691050" y="1571225"/>
              <a:ext cx="42750" cy="87800"/>
            </a:xfrm>
            <a:custGeom>
              <a:avLst/>
              <a:gdLst/>
              <a:ahLst/>
              <a:cxnLst/>
              <a:rect l="l" t="t" r="r" b="b"/>
              <a:pathLst>
                <a:path w="1710" h="3512" extrusionOk="0">
                  <a:moveTo>
                    <a:pt x="1" y="0"/>
                  </a:moveTo>
                  <a:lnTo>
                    <a:pt x="1709" y="3511"/>
                  </a:lnTo>
                  <a:lnTo>
                    <a:pt x="832" y="345"/>
                  </a:lnTo>
                  <a:lnTo>
                    <a:pt x="1"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14"/>
            <p:cNvSpPr/>
            <p:nvPr/>
          </p:nvSpPr>
          <p:spPr>
            <a:xfrm>
              <a:off x="3735350" y="1686800"/>
              <a:ext cx="35675" cy="466750"/>
            </a:xfrm>
            <a:custGeom>
              <a:avLst/>
              <a:gdLst/>
              <a:ahLst/>
              <a:cxnLst/>
              <a:rect l="l" t="t" r="r" b="b"/>
              <a:pathLst>
                <a:path w="1427" h="18670" extrusionOk="0">
                  <a:moveTo>
                    <a:pt x="549" y="1"/>
                  </a:moveTo>
                  <a:cubicBezTo>
                    <a:pt x="549" y="1"/>
                    <a:pt x="110" y="8026"/>
                    <a:pt x="47" y="10832"/>
                  </a:cubicBezTo>
                  <a:cubicBezTo>
                    <a:pt x="0" y="13622"/>
                    <a:pt x="1254" y="16961"/>
                    <a:pt x="1426" y="18669"/>
                  </a:cubicBezTo>
                  <a:lnTo>
                    <a:pt x="799" y="7384"/>
                  </a:lnTo>
                  <a:lnTo>
                    <a:pt x="549"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70" name="Google Shape;4070;p14"/>
          <p:cNvGrpSpPr/>
          <p:nvPr/>
        </p:nvGrpSpPr>
        <p:grpSpPr>
          <a:xfrm rot="-1494312">
            <a:off x="7316623" y="3348468"/>
            <a:ext cx="660557" cy="860538"/>
            <a:chOff x="1648300" y="568850"/>
            <a:chExt cx="505125" cy="658050"/>
          </a:xfrm>
        </p:grpSpPr>
        <p:sp>
          <p:nvSpPr>
            <p:cNvPr id="4071" name="Google Shape;4071;p14"/>
            <p:cNvSpPr/>
            <p:nvPr/>
          </p:nvSpPr>
          <p:spPr>
            <a:xfrm>
              <a:off x="1819550" y="1144475"/>
              <a:ext cx="156775" cy="82425"/>
            </a:xfrm>
            <a:custGeom>
              <a:avLst/>
              <a:gdLst/>
              <a:ahLst/>
              <a:cxnLst/>
              <a:rect l="l" t="t" r="r" b="b"/>
              <a:pathLst>
                <a:path w="6271" h="3297" extrusionOk="0">
                  <a:moveTo>
                    <a:pt x="0" y="1"/>
                  </a:moveTo>
                  <a:lnTo>
                    <a:pt x="768" y="2650"/>
                  </a:lnTo>
                  <a:cubicBezTo>
                    <a:pt x="894" y="3089"/>
                    <a:pt x="2018" y="3296"/>
                    <a:pt x="3141" y="3296"/>
                  </a:cubicBezTo>
                  <a:cubicBezTo>
                    <a:pt x="4264" y="3296"/>
                    <a:pt x="5384" y="3089"/>
                    <a:pt x="5502" y="2697"/>
                  </a:cubicBezTo>
                  <a:lnTo>
                    <a:pt x="6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14"/>
            <p:cNvSpPr/>
            <p:nvPr/>
          </p:nvSpPr>
          <p:spPr>
            <a:xfrm>
              <a:off x="1704725" y="757725"/>
              <a:ext cx="396600" cy="243750"/>
            </a:xfrm>
            <a:custGeom>
              <a:avLst/>
              <a:gdLst/>
              <a:ahLst/>
              <a:cxnLst/>
              <a:rect l="l" t="t" r="r" b="b"/>
              <a:pathLst>
                <a:path w="15864" h="9750" extrusionOk="0">
                  <a:moveTo>
                    <a:pt x="15252" y="0"/>
                  </a:moveTo>
                  <a:lnTo>
                    <a:pt x="314" y="314"/>
                  </a:lnTo>
                  <a:lnTo>
                    <a:pt x="1" y="5956"/>
                  </a:lnTo>
                  <a:lnTo>
                    <a:pt x="3324" y="9750"/>
                  </a:lnTo>
                  <a:lnTo>
                    <a:pt x="13073" y="9750"/>
                  </a:lnTo>
                  <a:lnTo>
                    <a:pt x="15863" y="5110"/>
                  </a:lnTo>
                  <a:lnTo>
                    <a:pt x="152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14"/>
            <p:cNvSpPr/>
            <p:nvPr/>
          </p:nvSpPr>
          <p:spPr>
            <a:xfrm>
              <a:off x="1774475" y="976375"/>
              <a:ext cx="264150" cy="25100"/>
            </a:xfrm>
            <a:custGeom>
              <a:avLst/>
              <a:gdLst/>
              <a:ahLst/>
              <a:cxnLst/>
              <a:rect l="l" t="t" r="r" b="b"/>
              <a:pathLst>
                <a:path w="10566" h="1004" extrusionOk="0">
                  <a:moveTo>
                    <a:pt x="1" y="0"/>
                  </a:moveTo>
                  <a:lnTo>
                    <a:pt x="1" y="1004"/>
                  </a:lnTo>
                  <a:lnTo>
                    <a:pt x="10565" y="1004"/>
                  </a:lnTo>
                  <a:lnTo>
                    <a:pt x="105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14"/>
            <p:cNvSpPr/>
            <p:nvPr/>
          </p:nvSpPr>
          <p:spPr>
            <a:xfrm>
              <a:off x="1678075" y="568850"/>
              <a:ext cx="458500" cy="235925"/>
            </a:xfrm>
            <a:custGeom>
              <a:avLst/>
              <a:gdLst/>
              <a:ahLst/>
              <a:cxnLst/>
              <a:rect l="l" t="t" r="r" b="b"/>
              <a:pathLst>
                <a:path w="18340" h="9437" extrusionOk="0">
                  <a:moveTo>
                    <a:pt x="8261" y="0"/>
                  </a:moveTo>
                  <a:cubicBezTo>
                    <a:pt x="220" y="0"/>
                    <a:pt x="1" y="9436"/>
                    <a:pt x="1" y="9436"/>
                  </a:cubicBezTo>
                  <a:lnTo>
                    <a:pt x="17650" y="9436"/>
                  </a:lnTo>
                  <a:cubicBezTo>
                    <a:pt x="17650" y="9436"/>
                    <a:pt x="18340" y="0"/>
                    <a:pt x="82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14"/>
            <p:cNvSpPr/>
            <p:nvPr/>
          </p:nvSpPr>
          <p:spPr>
            <a:xfrm>
              <a:off x="1932000" y="693050"/>
              <a:ext cx="195950" cy="490250"/>
            </a:xfrm>
            <a:custGeom>
              <a:avLst/>
              <a:gdLst/>
              <a:ahLst/>
              <a:cxnLst/>
              <a:rect l="l" t="t" r="r" b="b"/>
              <a:pathLst>
                <a:path w="7838" h="19610" extrusionOk="0">
                  <a:moveTo>
                    <a:pt x="5832" y="1"/>
                  </a:moveTo>
                  <a:lnTo>
                    <a:pt x="5832" y="8324"/>
                  </a:lnTo>
                  <a:lnTo>
                    <a:pt x="2901" y="10487"/>
                  </a:lnTo>
                  <a:lnTo>
                    <a:pt x="1" y="19609"/>
                  </a:lnTo>
                  <a:lnTo>
                    <a:pt x="2227" y="19609"/>
                  </a:lnTo>
                  <a:cubicBezTo>
                    <a:pt x="2587" y="19609"/>
                    <a:pt x="2916" y="19343"/>
                    <a:pt x="2979" y="18982"/>
                  </a:cubicBezTo>
                  <a:cubicBezTo>
                    <a:pt x="4390" y="12148"/>
                    <a:pt x="7728" y="7462"/>
                    <a:pt x="7728" y="7462"/>
                  </a:cubicBezTo>
                  <a:cubicBezTo>
                    <a:pt x="7838" y="2587"/>
                    <a:pt x="5832" y="1"/>
                    <a:pt x="58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14"/>
            <p:cNvSpPr/>
            <p:nvPr/>
          </p:nvSpPr>
          <p:spPr>
            <a:xfrm>
              <a:off x="1672200" y="694625"/>
              <a:ext cx="195950" cy="488675"/>
            </a:xfrm>
            <a:custGeom>
              <a:avLst/>
              <a:gdLst/>
              <a:ahLst/>
              <a:cxnLst/>
              <a:rect l="l" t="t" r="r" b="b"/>
              <a:pathLst>
                <a:path w="7838" h="19547" extrusionOk="0">
                  <a:moveTo>
                    <a:pt x="2007" y="1"/>
                  </a:moveTo>
                  <a:cubicBezTo>
                    <a:pt x="2007" y="1"/>
                    <a:pt x="1" y="2571"/>
                    <a:pt x="126" y="7430"/>
                  </a:cubicBezTo>
                  <a:cubicBezTo>
                    <a:pt x="126" y="7430"/>
                    <a:pt x="3480" y="12133"/>
                    <a:pt x="4860" y="18967"/>
                  </a:cubicBezTo>
                  <a:cubicBezTo>
                    <a:pt x="4938" y="19296"/>
                    <a:pt x="5220" y="19546"/>
                    <a:pt x="5565" y="19546"/>
                  </a:cubicBezTo>
                  <a:lnTo>
                    <a:pt x="7838" y="19546"/>
                  </a:lnTo>
                  <a:lnTo>
                    <a:pt x="5173" y="10424"/>
                  </a:lnTo>
                  <a:lnTo>
                    <a:pt x="2007" y="8277"/>
                  </a:lnTo>
                  <a:lnTo>
                    <a:pt x="20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14"/>
            <p:cNvSpPr/>
            <p:nvPr/>
          </p:nvSpPr>
          <p:spPr>
            <a:xfrm>
              <a:off x="1648300" y="781625"/>
              <a:ext cx="58800" cy="132850"/>
            </a:xfrm>
            <a:custGeom>
              <a:avLst/>
              <a:gdLst/>
              <a:ahLst/>
              <a:cxnLst/>
              <a:rect l="l" t="t" r="r" b="b"/>
              <a:pathLst>
                <a:path w="2352" h="5314" extrusionOk="0">
                  <a:moveTo>
                    <a:pt x="925" y="0"/>
                  </a:moveTo>
                  <a:cubicBezTo>
                    <a:pt x="408" y="0"/>
                    <a:pt x="1" y="126"/>
                    <a:pt x="220" y="1975"/>
                  </a:cubicBezTo>
                  <a:cubicBezTo>
                    <a:pt x="455" y="3825"/>
                    <a:pt x="1066" y="5314"/>
                    <a:pt x="1584" y="5314"/>
                  </a:cubicBezTo>
                  <a:cubicBezTo>
                    <a:pt x="2117" y="5314"/>
                    <a:pt x="2352" y="3825"/>
                    <a:pt x="2117" y="1975"/>
                  </a:cubicBezTo>
                  <a:cubicBezTo>
                    <a:pt x="1882" y="126"/>
                    <a:pt x="1443" y="0"/>
                    <a:pt x="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14"/>
            <p:cNvSpPr/>
            <p:nvPr/>
          </p:nvSpPr>
          <p:spPr>
            <a:xfrm>
              <a:off x="1675350" y="788675"/>
              <a:ext cx="33325" cy="119925"/>
            </a:xfrm>
            <a:custGeom>
              <a:avLst/>
              <a:gdLst/>
              <a:ahLst/>
              <a:cxnLst/>
              <a:rect l="l" t="t" r="r" b="b"/>
              <a:pathLst>
                <a:path w="1333" h="4797" extrusionOk="0">
                  <a:moveTo>
                    <a:pt x="564" y="0"/>
                  </a:moveTo>
                  <a:cubicBezTo>
                    <a:pt x="784" y="1160"/>
                    <a:pt x="658" y="2085"/>
                    <a:pt x="0" y="2383"/>
                  </a:cubicBezTo>
                  <a:cubicBezTo>
                    <a:pt x="690" y="2790"/>
                    <a:pt x="831" y="4797"/>
                    <a:pt x="831" y="4797"/>
                  </a:cubicBezTo>
                  <a:cubicBezTo>
                    <a:pt x="1332" y="1788"/>
                    <a:pt x="565" y="1"/>
                    <a:pt x="56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14"/>
            <p:cNvSpPr/>
            <p:nvPr/>
          </p:nvSpPr>
          <p:spPr>
            <a:xfrm>
              <a:off x="2094625" y="781625"/>
              <a:ext cx="58800" cy="132850"/>
            </a:xfrm>
            <a:custGeom>
              <a:avLst/>
              <a:gdLst/>
              <a:ahLst/>
              <a:cxnLst/>
              <a:rect l="l" t="t" r="r" b="b"/>
              <a:pathLst>
                <a:path w="2352" h="5314" extrusionOk="0">
                  <a:moveTo>
                    <a:pt x="1411" y="0"/>
                  </a:moveTo>
                  <a:cubicBezTo>
                    <a:pt x="894" y="0"/>
                    <a:pt x="455" y="126"/>
                    <a:pt x="220" y="1975"/>
                  </a:cubicBezTo>
                  <a:cubicBezTo>
                    <a:pt x="1" y="3825"/>
                    <a:pt x="236" y="5314"/>
                    <a:pt x="753" y="5314"/>
                  </a:cubicBezTo>
                  <a:cubicBezTo>
                    <a:pt x="1270" y="5314"/>
                    <a:pt x="1882" y="3825"/>
                    <a:pt x="2117" y="1975"/>
                  </a:cubicBezTo>
                  <a:cubicBezTo>
                    <a:pt x="2352" y="126"/>
                    <a:pt x="1944" y="0"/>
                    <a:pt x="14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14"/>
            <p:cNvSpPr/>
            <p:nvPr/>
          </p:nvSpPr>
          <p:spPr>
            <a:xfrm>
              <a:off x="2098150" y="788675"/>
              <a:ext cx="25500" cy="119925"/>
            </a:xfrm>
            <a:custGeom>
              <a:avLst/>
              <a:gdLst/>
              <a:ahLst/>
              <a:cxnLst/>
              <a:rect l="l" t="t" r="r" b="b"/>
              <a:pathLst>
                <a:path w="1020" h="4797" extrusionOk="0">
                  <a:moveTo>
                    <a:pt x="596" y="0"/>
                  </a:moveTo>
                  <a:cubicBezTo>
                    <a:pt x="596" y="1"/>
                    <a:pt x="1" y="1788"/>
                    <a:pt x="393" y="4797"/>
                  </a:cubicBezTo>
                  <a:cubicBezTo>
                    <a:pt x="393" y="4797"/>
                    <a:pt x="487" y="2790"/>
                    <a:pt x="1020" y="2383"/>
                  </a:cubicBezTo>
                  <a:cubicBezTo>
                    <a:pt x="518" y="2085"/>
                    <a:pt x="424" y="1160"/>
                    <a:pt x="59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14"/>
            <p:cNvSpPr/>
            <p:nvPr/>
          </p:nvSpPr>
          <p:spPr>
            <a:xfrm>
              <a:off x="1700800" y="575800"/>
              <a:ext cx="397775" cy="607500"/>
            </a:xfrm>
            <a:custGeom>
              <a:avLst/>
              <a:gdLst/>
              <a:ahLst/>
              <a:cxnLst/>
              <a:rect l="l" t="t" r="r" b="b"/>
              <a:pathLst>
                <a:path w="15911" h="24300" extrusionOk="0">
                  <a:moveTo>
                    <a:pt x="7757" y="0"/>
                  </a:moveTo>
                  <a:cubicBezTo>
                    <a:pt x="7644" y="0"/>
                    <a:pt x="7529" y="2"/>
                    <a:pt x="7415" y="4"/>
                  </a:cubicBezTo>
                  <a:cubicBezTo>
                    <a:pt x="3543" y="114"/>
                    <a:pt x="1" y="2340"/>
                    <a:pt x="1" y="7371"/>
                  </a:cubicBezTo>
                  <a:lnTo>
                    <a:pt x="1" y="13327"/>
                  </a:lnTo>
                  <a:cubicBezTo>
                    <a:pt x="1380" y="14597"/>
                    <a:pt x="2948" y="16838"/>
                    <a:pt x="4233" y="19566"/>
                  </a:cubicBezTo>
                  <a:cubicBezTo>
                    <a:pt x="5017" y="21227"/>
                    <a:pt x="5597" y="22857"/>
                    <a:pt x="5957" y="24299"/>
                  </a:cubicBezTo>
                  <a:lnTo>
                    <a:pt x="6663" y="24299"/>
                  </a:lnTo>
                  <a:lnTo>
                    <a:pt x="3951" y="15114"/>
                  </a:lnTo>
                  <a:lnTo>
                    <a:pt x="706" y="12967"/>
                  </a:lnTo>
                  <a:lnTo>
                    <a:pt x="706" y="9048"/>
                  </a:lnTo>
                  <a:lnTo>
                    <a:pt x="15236" y="9048"/>
                  </a:lnTo>
                  <a:lnTo>
                    <a:pt x="15236" y="12936"/>
                  </a:lnTo>
                  <a:lnTo>
                    <a:pt x="12243" y="15114"/>
                  </a:lnTo>
                  <a:lnTo>
                    <a:pt x="9280" y="24299"/>
                  </a:lnTo>
                  <a:lnTo>
                    <a:pt x="10095" y="24299"/>
                  </a:lnTo>
                  <a:cubicBezTo>
                    <a:pt x="10456" y="22857"/>
                    <a:pt x="11036" y="21227"/>
                    <a:pt x="11819" y="19566"/>
                  </a:cubicBezTo>
                  <a:cubicBezTo>
                    <a:pt x="13058" y="16948"/>
                    <a:pt x="14562" y="14769"/>
                    <a:pt x="15910" y="13484"/>
                  </a:cubicBezTo>
                  <a:lnTo>
                    <a:pt x="15910" y="7371"/>
                  </a:lnTo>
                  <a:cubicBezTo>
                    <a:pt x="15910" y="2084"/>
                    <a:pt x="12157" y="0"/>
                    <a:pt x="7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14"/>
            <p:cNvSpPr/>
            <p:nvPr/>
          </p:nvSpPr>
          <p:spPr>
            <a:xfrm>
              <a:off x="1874025" y="576800"/>
              <a:ext cx="198675" cy="96025"/>
            </a:xfrm>
            <a:custGeom>
              <a:avLst/>
              <a:gdLst/>
              <a:ahLst/>
              <a:cxnLst/>
              <a:rect l="l" t="t" r="r" b="b"/>
              <a:pathLst>
                <a:path w="7947" h="3841" extrusionOk="0">
                  <a:moveTo>
                    <a:pt x="1820" y="1"/>
                  </a:moveTo>
                  <a:cubicBezTo>
                    <a:pt x="1005" y="1"/>
                    <a:pt x="420" y="202"/>
                    <a:pt x="282" y="560"/>
                  </a:cubicBezTo>
                  <a:cubicBezTo>
                    <a:pt x="0" y="1265"/>
                    <a:pt x="1489" y="2284"/>
                    <a:pt x="3527" y="3083"/>
                  </a:cubicBezTo>
                  <a:cubicBezTo>
                    <a:pt x="4765" y="3556"/>
                    <a:pt x="5918" y="3841"/>
                    <a:pt x="6700" y="3841"/>
                  </a:cubicBezTo>
                  <a:cubicBezTo>
                    <a:pt x="7215" y="3841"/>
                    <a:pt x="7568" y="3718"/>
                    <a:pt x="7680" y="3444"/>
                  </a:cubicBezTo>
                  <a:cubicBezTo>
                    <a:pt x="7947" y="2739"/>
                    <a:pt x="6552" y="1344"/>
                    <a:pt x="4514" y="560"/>
                  </a:cubicBezTo>
                  <a:cubicBezTo>
                    <a:pt x="3533" y="175"/>
                    <a:pt x="2577" y="1"/>
                    <a:pt x="18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14"/>
            <p:cNvSpPr/>
            <p:nvPr/>
          </p:nvSpPr>
          <p:spPr>
            <a:xfrm>
              <a:off x="1699625" y="662500"/>
              <a:ext cx="399725" cy="520800"/>
            </a:xfrm>
            <a:custGeom>
              <a:avLst/>
              <a:gdLst/>
              <a:ahLst/>
              <a:cxnLst/>
              <a:rect l="l" t="t" r="r" b="b"/>
              <a:pathLst>
                <a:path w="15989" h="20832" extrusionOk="0">
                  <a:moveTo>
                    <a:pt x="1020" y="0"/>
                  </a:moveTo>
                  <a:cubicBezTo>
                    <a:pt x="377" y="1050"/>
                    <a:pt x="1" y="2383"/>
                    <a:pt x="1" y="3997"/>
                  </a:cubicBezTo>
                  <a:lnTo>
                    <a:pt x="1" y="9938"/>
                  </a:lnTo>
                  <a:cubicBezTo>
                    <a:pt x="1396" y="11192"/>
                    <a:pt x="2963" y="13418"/>
                    <a:pt x="4264" y="16129"/>
                  </a:cubicBezTo>
                  <a:cubicBezTo>
                    <a:pt x="5064" y="17775"/>
                    <a:pt x="5644" y="19405"/>
                    <a:pt x="5989" y="20831"/>
                  </a:cubicBezTo>
                  <a:lnTo>
                    <a:pt x="6710" y="20831"/>
                  </a:lnTo>
                  <a:lnTo>
                    <a:pt x="3967" y="11709"/>
                  </a:lnTo>
                  <a:lnTo>
                    <a:pt x="722" y="9562"/>
                  </a:lnTo>
                  <a:lnTo>
                    <a:pt x="722" y="5690"/>
                  </a:lnTo>
                  <a:lnTo>
                    <a:pt x="15330" y="5690"/>
                  </a:lnTo>
                  <a:lnTo>
                    <a:pt x="15330" y="9546"/>
                  </a:lnTo>
                  <a:lnTo>
                    <a:pt x="12305" y="11709"/>
                  </a:lnTo>
                  <a:lnTo>
                    <a:pt x="9343" y="20831"/>
                  </a:lnTo>
                  <a:lnTo>
                    <a:pt x="10158" y="20831"/>
                  </a:lnTo>
                  <a:cubicBezTo>
                    <a:pt x="10518" y="19405"/>
                    <a:pt x="11098" y="17775"/>
                    <a:pt x="11882" y="16129"/>
                  </a:cubicBezTo>
                  <a:cubicBezTo>
                    <a:pt x="13136" y="13527"/>
                    <a:pt x="14641" y="11364"/>
                    <a:pt x="15989" y="10079"/>
                  </a:cubicBezTo>
                  <a:lnTo>
                    <a:pt x="15989" y="4609"/>
                  </a:lnTo>
                  <a:cubicBezTo>
                    <a:pt x="15132" y="4917"/>
                    <a:pt x="14109" y="5073"/>
                    <a:pt x="12980" y="5073"/>
                  </a:cubicBezTo>
                  <a:cubicBezTo>
                    <a:pt x="11012" y="5073"/>
                    <a:pt x="8725" y="4597"/>
                    <a:pt x="6443" y="3621"/>
                  </a:cubicBezTo>
                  <a:cubicBezTo>
                    <a:pt x="4217" y="2665"/>
                    <a:pt x="2352" y="1380"/>
                    <a:pt x="102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14"/>
            <p:cNvSpPr/>
            <p:nvPr/>
          </p:nvSpPr>
          <p:spPr>
            <a:xfrm>
              <a:off x="1709825" y="633450"/>
              <a:ext cx="97200" cy="122975"/>
            </a:xfrm>
            <a:custGeom>
              <a:avLst/>
              <a:gdLst/>
              <a:ahLst/>
              <a:cxnLst/>
              <a:rect l="l" t="t" r="r" b="b"/>
              <a:pathLst>
                <a:path w="3888" h="4919" extrusionOk="0">
                  <a:moveTo>
                    <a:pt x="2224" y="0"/>
                  </a:moveTo>
                  <a:cubicBezTo>
                    <a:pt x="1697" y="0"/>
                    <a:pt x="30" y="1730"/>
                    <a:pt x="0" y="3670"/>
                  </a:cubicBezTo>
                  <a:cubicBezTo>
                    <a:pt x="0" y="4198"/>
                    <a:pt x="2500" y="4919"/>
                    <a:pt x="3090" y="4919"/>
                  </a:cubicBezTo>
                  <a:cubicBezTo>
                    <a:pt x="3130" y="4919"/>
                    <a:pt x="3161" y="4915"/>
                    <a:pt x="3182" y="4908"/>
                  </a:cubicBezTo>
                  <a:cubicBezTo>
                    <a:pt x="3888" y="4689"/>
                    <a:pt x="2555" y="143"/>
                    <a:pt x="2305" y="18"/>
                  </a:cubicBezTo>
                  <a:cubicBezTo>
                    <a:pt x="2282" y="6"/>
                    <a:pt x="2255" y="0"/>
                    <a:pt x="22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14"/>
            <p:cNvSpPr/>
            <p:nvPr/>
          </p:nvSpPr>
          <p:spPr>
            <a:xfrm>
              <a:off x="1711025" y="626825"/>
              <a:ext cx="97175" cy="123325"/>
            </a:xfrm>
            <a:custGeom>
              <a:avLst/>
              <a:gdLst/>
              <a:ahLst/>
              <a:cxnLst/>
              <a:rect l="l" t="t" r="r" b="b"/>
              <a:pathLst>
                <a:path w="3887" h="4933" extrusionOk="0">
                  <a:moveTo>
                    <a:pt x="2229" y="1"/>
                  </a:moveTo>
                  <a:cubicBezTo>
                    <a:pt x="1709" y="1"/>
                    <a:pt x="30" y="1737"/>
                    <a:pt x="15" y="3684"/>
                  </a:cubicBezTo>
                  <a:cubicBezTo>
                    <a:pt x="0" y="4199"/>
                    <a:pt x="2505" y="4933"/>
                    <a:pt x="3091" y="4933"/>
                  </a:cubicBezTo>
                  <a:cubicBezTo>
                    <a:pt x="3130" y="4933"/>
                    <a:pt x="3161" y="4930"/>
                    <a:pt x="3181" y="4923"/>
                  </a:cubicBezTo>
                  <a:cubicBezTo>
                    <a:pt x="3887" y="4688"/>
                    <a:pt x="2554" y="142"/>
                    <a:pt x="2304" y="17"/>
                  </a:cubicBezTo>
                  <a:cubicBezTo>
                    <a:pt x="2283" y="6"/>
                    <a:pt x="2258" y="1"/>
                    <a:pt x="222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14"/>
            <p:cNvSpPr/>
            <p:nvPr/>
          </p:nvSpPr>
          <p:spPr>
            <a:xfrm>
              <a:off x="1824650" y="1166425"/>
              <a:ext cx="147750" cy="31775"/>
            </a:xfrm>
            <a:custGeom>
              <a:avLst/>
              <a:gdLst/>
              <a:ahLst/>
              <a:cxnLst/>
              <a:rect l="l" t="t" r="r" b="b"/>
              <a:pathLst>
                <a:path w="5910" h="1271" extrusionOk="0">
                  <a:moveTo>
                    <a:pt x="0" y="0"/>
                  </a:moveTo>
                  <a:lnTo>
                    <a:pt x="721" y="1066"/>
                  </a:lnTo>
                  <a:cubicBezTo>
                    <a:pt x="799" y="1192"/>
                    <a:pt x="1066" y="1270"/>
                    <a:pt x="1364" y="1270"/>
                  </a:cubicBezTo>
                  <a:lnTo>
                    <a:pt x="4577" y="1270"/>
                  </a:lnTo>
                  <a:cubicBezTo>
                    <a:pt x="4859" y="1270"/>
                    <a:pt x="5110" y="1192"/>
                    <a:pt x="5173" y="1082"/>
                  </a:cubicBezTo>
                  <a:lnTo>
                    <a:pt x="59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14"/>
            <p:cNvSpPr/>
            <p:nvPr/>
          </p:nvSpPr>
          <p:spPr>
            <a:xfrm>
              <a:off x="1709825" y="795725"/>
              <a:ext cx="375425" cy="19625"/>
            </a:xfrm>
            <a:custGeom>
              <a:avLst/>
              <a:gdLst/>
              <a:ahLst/>
              <a:cxnLst/>
              <a:rect l="l" t="t" r="r" b="b"/>
              <a:pathLst>
                <a:path w="15017" h="785" extrusionOk="0">
                  <a:moveTo>
                    <a:pt x="377" y="1"/>
                  </a:moveTo>
                  <a:cubicBezTo>
                    <a:pt x="173" y="1"/>
                    <a:pt x="0" y="173"/>
                    <a:pt x="0" y="377"/>
                  </a:cubicBezTo>
                  <a:cubicBezTo>
                    <a:pt x="0" y="596"/>
                    <a:pt x="189" y="784"/>
                    <a:pt x="408" y="784"/>
                  </a:cubicBezTo>
                  <a:lnTo>
                    <a:pt x="14609" y="784"/>
                  </a:lnTo>
                  <a:cubicBezTo>
                    <a:pt x="14844" y="784"/>
                    <a:pt x="15016" y="596"/>
                    <a:pt x="15016" y="377"/>
                  </a:cubicBezTo>
                  <a:cubicBezTo>
                    <a:pt x="15016" y="173"/>
                    <a:pt x="14844" y="1"/>
                    <a:pt x="146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14"/>
            <p:cNvSpPr/>
            <p:nvPr/>
          </p:nvSpPr>
          <p:spPr>
            <a:xfrm>
              <a:off x="1899875" y="934400"/>
              <a:ext cx="96025" cy="23975"/>
            </a:xfrm>
            <a:custGeom>
              <a:avLst/>
              <a:gdLst/>
              <a:ahLst/>
              <a:cxnLst/>
              <a:rect l="l" t="t" r="r" b="b"/>
              <a:pathLst>
                <a:path w="3841" h="959" extrusionOk="0">
                  <a:moveTo>
                    <a:pt x="145" y="1"/>
                  </a:moveTo>
                  <a:cubicBezTo>
                    <a:pt x="89" y="1"/>
                    <a:pt x="46" y="104"/>
                    <a:pt x="16" y="222"/>
                  </a:cubicBezTo>
                  <a:cubicBezTo>
                    <a:pt x="1" y="347"/>
                    <a:pt x="32" y="457"/>
                    <a:pt x="95" y="457"/>
                  </a:cubicBezTo>
                  <a:lnTo>
                    <a:pt x="3700" y="958"/>
                  </a:lnTo>
                  <a:cubicBezTo>
                    <a:pt x="3747" y="958"/>
                    <a:pt x="3809" y="864"/>
                    <a:pt x="3825" y="739"/>
                  </a:cubicBezTo>
                  <a:cubicBezTo>
                    <a:pt x="3841" y="614"/>
                    <a:pt x="3809" y="504"/>
                    <a:pt x="3762" y="488"/>
                  </a:cubicBezTo>
                  <a:lnTo>
                    <a:pt x="157" y="2"/>
                  </a:lnTo>
                  <a:cubicBezTo>
                    <a:pt x="153" y="1"/>
                    <a:pt x="149"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14"/>
            <p:cNvSpPr/>
            <p:nvPr/>
          </p:nvSpPr>
          <p:spPr>
            <a:xfrm>
              <a:off x="1803875" y="934400"/>
              <a:ext cx="96025" cy="23975"/>
            </a:xfrm>
            <a:custGeom>
              <a:avLst/>
              <a:gdLst/>
              <a:ahLst/>
              <a:cxnLst/>
              <a:rect l="l" t="t" r="r" b="b"/>
              <a:pathLst>
                <a:path w="3841" h="959" extrusionOk="0">
                  <a:moveTo>
                    <a:pt x="3696" y="1"/>
                  </a:moveTo>
                  <a:cubicBezTo>
                    <a:pt x="3692" y="1"/>
                    <a:pt x="3688" y="1"/>
                    <a:pt x="3684" y="2"/>
                  </a:cubicBezTo>
                  <a:lnTo>
                    <a:pt x="94" y="488"/>
                  </a:lnTo>
                  <a:cubicBezTo>
                    <a:pt x="32" y="504"/>
                    <a:pt x="0" y="614"/>
                    <a:pt x="16" y="739"/>
                  </a:cubicBezTo>
                  <a:cubicBezTo>
                    <a:pt x="32" y="864"/>
                    <a:pt x="94" y="958"/>
                    <a:pt x="141" y="958"/>
                  </a:cubicBezTo>
                  <a:lnTo>
                    <a:pt x="3762" y="457"/>
                  </a:lnTo>
                  <a:cubicBezTo>
                    <a:pt x="3809" y="457"/>
                    <a:pt x="3841" y="347"/>
                    <a:pt x="3825" y="222"/>
                  </a:cubicBezTo>
                  <a:cubicBezTo>
                    <a:pt x="3810" y="104"/>
                    <a:pt x="3754" y="1"/>
                    <a:pt x="3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14"/>
            <p:cNvSpPr/>
            <p:nvPr/>
          </p:nvSpPr>
          <p:spPr>
            <a:xfrm>
              <a:off x="1921025" y="944625"/>
              <a:ext cx="24725" cy="227300"/>
            </a:xfrm>
            <a:custGeom>
              <a:avLst/>
              <a:gdLst/>
              <a:ahLst/>
              <a:cxnLst/>
              <a:rect l="l" t="t" r="r" b="b"/>
              <a:pathLst>
                <a:path w="989" h="9092" extrusionOk="0">
                  <a:moveTo>
                    <a:pt x="753" y="1"/>
                  </a:moveTo>
                  <a:cubicBezTo>
                    <a:pt x="628" y="1"/>
                    <a:pt x="518" y="111"/>
                    <a:pt x="518" y="236"/>
                  </a:cubicBezTo>
                  <a:lnTo>
                    <a:pt x="1" y="8872"/>
                  </a:lnTo>
                  <a:cubicBezTo>
                    <a:pt x="1" y="8998"/>
                    <a:pt x="95" y="9092"/>
                    <a:pt x="220" y="9092"/>
                  </a:cubicBezTo>
                  <a:cubicBezTo>
                    <a:pt x="346" y="9092"/>
                    <a:pt x="471" y="8982"/>
                    <a:pt x="471" y="8857"/>
                  </a:cubicBezTo>
                  <a:lnTo>
                    <a:pt x="973" y="252"/>
                  </a:lnTo>
                  <a:cubicBezTo>
                    <a:pt x="988" y="111"/>
                    <a:pt x="894"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14"/>
            <p:cNvSpPr/>
            <p:nvPr/>
          </p:nvSpPr>
          <p:spPr>
            <a:xfrm>
              <a:off x="1855200" y="944625"/>
              <a:ext cx="24725" cy="227300"/>
            </a:xfrm>
            <a:custGeom>
              <a:avLst/>
              <a:gdLst/>
              <a:ahLst/>
              <a:cxnLst/>
              <a:rect l="l" t="t" r="r" b="b"/>
              <a:pathLst>
                <a:path w="989" h="9092" extrusionOk="0">
                  <a:moveTo>
                    <a:pt x="236" y="1"/>
                  </a:moveTo>
                  <a:cubicBezTo>
                    <a:pt x="95" y="1"/>
                    <a:pt x="1" y="111"/>
                    <a:pt x="1" y="252"/>
                  </a:cubicBezTo>
                  <a:lnTo>
                    <a:pt x="518" y="8857"/>
                  </a:lnTo>
                  <a:cubicBezTo>
                    <a:pt x="518" y="8982"/>
                    <a:pt x="643" y="9092"/>
                    <a:pt x="769" y="9092"/>
                  </a:cubicBezTo>
                  <a:cubicBezTo>
                    <a:pt x="894" y="9092"/>
                    <a:pt x="988" y="8998"/>
                    <a:pt x="988" y="8872"/>
                  </a:cubicBezTo>
                  <a:lnTo>
                    <a:pt x="471" y="236"/>
                  </a:lnTo>
                  <a:cubicBezTo>
                    <a:pt x="471" y="111"/>
                    <a:pt x="361" y="1"/>
                    <a:pt x="2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14"/>
            <p:cNvSpPr/>
            <p:nvPr/>
          </p:nvSpPr>
          <p:spPr>
            <a:xfrm>
              <a:off x="1891650" y="895650"/>
              <a:ext cx="11775" cy="50575"/>
            </a:xfrm>
            <a:custGeom>
              <a:avLst/>
              <a:gdLst/>
              <a:ahLst/>
              <a:cxnLst/>
              <a:rect l="l" t="t" r="r" b="b"/>
              <a:pathLst>
                <a:path w="471" h="2023" extrusionOk="0">
                  <a:moveTo>
                    <a:pt x="251" y="1"/>
                  </a:moveTo>
                  <a:cubicBezTo>
                    <a:pt x="110" y="1"/>
                    <a:pt x="0" y="32"/>
                    <a:pt x="0" y="63"/>
                  </a:cubicBezTo>
                  <a:lnTo>
                    <a:pt x="0" y="1960"/>
                  </a:lnTo>
                  <a:cubicBezTo>
                    <a:pt x="0" y="1991"/>
                    <a:pt x="110" y="2023"/>
                    <a:pt x="251" y="2023"/>
                  </a:cubicBezTo>
                  <a:cubicBezTo>
                    <a:pt x="377" y="2023"/>
                    <a:pt x="471" y="1991"/>
                    <a:pt x="471" y="1960"/>
                  </a:cubicBezTo>
                  <a:lnTo>
                    <a:pt x="471" y="48"/>
                  </a:lnTo>
                  <a:cubicBezTo>
                    <a:pt x="471" y="32"/>
                    <a:pt x="377" y="1"/>
                    <a:pt x="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14"/>
            <p:cNvSpPr/>
            <p:nvPr/>
          </p:nvSpPr>
          <p:spPr>
            <a:xfrm>
              <a:off x="1831300" y="1075125"/>
              <a:ext cx="132875" cy="11375"/>
            </a:xfrm>
            <a:custGeom>
              <a:avLst/>
              <a:gdLst/>
              <a:ahLst/>
              <a:cxnLst/>
              <a:rect l="l" t="t" r="r" b="b"/>
              <a:pathLst>
                <a:path w="5315" h="455" extrusionOk="0">
                  <a:moveTo>
                    <a:pt x="126" y="0"/>
                  </a:moveTo>
                  <a:cubicBezTo>
                    <a:pt x="48" y="0"/>
                    <a:pt x="1" y="94"/>
                    <a:pt x="1" y="220"/>
                  </a:cubicBezTo>
                  <a:cubicBezTo>
                    <a:pt x="1" y="345"/>
                    <a:pt x="63" y="455"/>
                    <a:pt x="142" y="455"/>
                  </a:cubicBezTo>
                  <a:lnTo>
                    <a:pt x="5173" y="455"/>
                  </a:lnTo>
                  <a:cubicBezTo>
                    <a:pt x="5251" y="455"/>
                    <a:pt x="5314" y="345"/>
                    <a:pt x="5314" y="220"/>
                  </a:cubicBezTo>
                  <a:cubicBezTo>
                    <a:pt x="5314" y="94"/>
                    <a:pt x="5251" y="0"/>
                    <a:pt x="51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14"/>
            <p:cNvSpPr/>
            <p:nvPr/>
          </p:nvSpPr>
          <p:spPr>
            <a:xfrm>
              <a:off x="1813675" y="1013200"/>
              <a:ext cx="167725" cy="11800"/>
            </a:xfrm>
            <a:custGeom>
              <a:avLst/>
              <a:gdLst/>
              <a:ahLst/>
              <a:cxnLst/>
              <a:rect l="l" t="t" r="r" b="b"/>
              <a:pathLst>
                <a:path w="6709" h="472" extrusionOk="0">
                  <a:moveTo>
                    <a:pt x="173" y="1"/>
                  </a:moveTo>
                  <a:cubicBezTo>
                    <a:pt x="79" y="1"/>
                    <a:pt x="0" y="111"/>
                    <a:pt x="0" y="236"/>
                  </a:cubicBezTo>
                  <a:cubicBezTo>
                    <a:pt x="0" y="361"/>
                    <a:pt x="79" y="471"/>
                    <a:pt x="188" y="471"/>
                  </a:cubicBezTo>
                  <a:lnTo>
                    <a:pt x="6536" y="471"/>
                  </a:lnTo>
                  <a:cubicBezTo>
                    <a:pt x="6630" y="471"/>
                    <a:pt x="6709" y="361"/>
                    <a:pt x="6709" y="236"/>
                  </a:cubicBezTo>
                  <a:cubicBezTo>
                    <a:pt x="6709" y="111"/>
                    <a:pt x="6630" y="1"/>
                    <a:pt x="65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14"/>
            <p:cNvSpPr/>
            <p:nvPr/>
          </p:nvSpPr>
          <p:spPr>
            <a:xfrm>
              <a:off x="1722375" y="892525"/>
              <a:ext cx="350325" cy="11775"/>
            </a:xfrm>
            <a:custGeom>
              <a:avLst/>
              <a:gdLst/>
              <a:ahLst/>
              <a:cxnLst/>
              <a:rect l="l" t="t" r="r" b="b"/>
              <a:pathLst>
                <a:path w="14013" h="471" extrusionOk="0">
                  <a:moveTo>
                    <a:pt x="345" y="0"/>
                  </a:moveTo>
                  <a:cubicBezTo>
                    <a:pt x="157" y="0"/>
                    <a:pt x="0" y="94"/>
                    <a:pt x="0" y="220"/>
                  </a:cubicBezTo>
                  <a:cubicBezTo>
                    <a:pt x="0" y="361"/>
                    <a:pt x="172" y="470"/>
                    <a:pt x="376" y="470"/>
                  </a:cubicBezTo>
                  <a:lnTo>
                    <a:pt x="13652" y="470"/>
                  </a:lnTo>
                  <a:cubicBezTo>
                    <a:pt x="13856" y="470"/>
                    <a:pt x="14013" y="361"/>
                    <a:pt x="14013" y="220"/>
                  </a:cubicBezTo>
                  <a:cubicBezTo>
                    <a:pt x="14013" y="94"/>
                    <a:pt x="13856" y="0"/>
                    <a:pt x="13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14"/>
            <p:cNvSpPr/>
            <p:nvPr/>
          </p:nvSpPr>
          <p:spPr>
            <a:xfrm>
              <a:off x="1859525" y="1166425"/>
              <a:ext cx="76025" cy="19625"/>
            </a:xfrm>
            <a:custGeom>
              <a:avLst/>
              <a:gdLst/>
              <a:ahLst/>
              <a:cxnLst/>
              <a:rect l="l" t="t" r="r" b="b"/>
              <a:pathLst>
                <a:path w="3041" h="785" extrusionOk="0">
                  <a:moveTo>
                    <a:pt x="78" y="0"/>
                  </a:moveTo>
                  <a:cubicBezTo>
                    <a:pt x="31" y="0"/>
                    <a:pt x="0" y="173"/>
                    <a:pt x="0" y="377"/>
                  </a:cubicBezTo>
                  <a:cubicBezTo>
                    <a:pt x="0" y="596"/>
                    <a:pt x="31" y="784"/>
                    <a:pt x="78" y="784"/>
                  </a:cubicBezTo>
                  <a:lnTo>
                    <a:pt x="2963" y="784"/>
                  </a:lnTo>
                  <a:cubicBezTo>
                    <a:pt x="3010" y="784"/>
                    <a:pt x="3041" y="596"/>
                    <a:pt x="3041" y="377"/>
                  </a:cubicBezTo>
                  <a:cubicBezTo>
                    <a:pt x="3041" y="173"/>
                    <a:pt x="3010" y="0"/>
                    <a:pt x="29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14"/>
            <p:cNvSpPr/>
            <p:nvPr/>
          </p:nvSpPr>
          <p:spPr>
            <a:xfrm>
              <a:off x="2066800" y="796125"/>
              <a:ext cx="19225" cy="111300"/>
            </a:xfrm>
            <a:custGeom>
              <a:avLst/>
              <a:gdLst/>
              <a:ahLst/>
              <a:cxnLst/>
              <a:rect l="l" t="t" r="r" b="b"/>
              <a:pathLst>
                <a:path w="769" h="4452" extrusionOk="0">
                  <a:moveTo>
                    <a:pt x="408" y="0"/>
                  </a:moveTo>
                  <a:cubicBezTo>
                    <a:pt x="173" y="0"/>
                    <a:pt x="1" y="141"/>
                    <a:pt x="1" y="314"/>
                  </a:cubicBezTo>
                  <a:lnTo>
                    <a:pt x="1" y="4138"/>
                  </a:lnTo>
                  <a:cubicBezTo>
                    <a:pt x="1" y="4311"/>
                    <a:pt x="173" y="4452"/>
                    <a:pt x="408" y="4452"/>
                  </a:cubicBezTo>
                  <a:cubicBezTo>
                    <a:pt x="612" y="4452"/>
                    <a:pt x="769" y="4326"/>
                    <a:pt x="769" y="4170"/>
                  </a:cubicBezTo>
                  <a:lnTo>
                    <a:pt x="769" y="282"/>
                  </a:lnTo>
                  <a:cubicBezTo>
                    <a:pt x="769" y="126"/>
                    <a:pt x="612" y="0"/>
                    <a:pt x="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14"/>
            <p:cNvSpPr/>
            <p:nvPr/>
          </p:nvSpPr>
          <p:spPr>
            <a:xfrm>
              <a:off x="1921825" y="944625"/>
              <a:ext cx="84650" cy="241425"/>
            </a:xfrm>
            <a:custGeom>
              <a:avLst/>
              <a:gdLst/>
              <a:ahLst/>
              <a:cxnLst/>
              <a:rect l="l" t="t" r="r" b="b"/>
              <a:pathLst>
                <a:path w="3386" h="9657" extrusionOk="0">
                  <a:moveTo>
                    <a:pt x="3010" y="1"/>
                  </a:moveTo>
                  <a:cubicBezTo>
                    <a:pt x="2790" y="1"/>
                    <a:pt x="2618" y="142"/>
                    <a:pt x="2618" y="314"/>
                  </a:cubicBezTo>
                  <a:lnTo>
                    <a:pt x="0" y="9343"/>
                  </a:lnTo>
                  <a:cubicBezTo>
                    <a:pt x="0" y="9515"/>
                    <a:pt x="173" y="9656"/>
                    <a:pt x="392" y="9656"/>
                  </a:cubicBezTo>
                  <a:cubicBezTo>
                    <a:pt x="612" y="9656"/>
                    <a:pt x="768" y="9515"/>
                    <a:pt x="768" y="9358"/>
                  </a:cubicBezTo>
                  <a:lnTo>
                    <a:pt x="3386" y="283"/>
                  </a:lnTo>
                  <a:cubicBezTo>
                    <a:pt x="3386" y="126"/>
                    <a:pt x="3229" y="1"/>
                    <a:pt x="3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14"/>
            <p:cNvSpPr/>
            <p:nvPr/>
          </p:nvSpPr>
          <p:spPr>
            <a:xfrm>
              <a:off x="1790150" y="944625"/>
              <a:ext cx="86250" cy="241425"/>
            </a:xfrm>
            <a:custGeom>
              <a:avLst/>
              <a:gdLst/>
              <a:ahLst/>
              <a:cxnLst/>
              <a:rect l="l" t="t" r="r" b="b"/>
              <a:pathLst>
                <a:path w="3450" h="9657" extrusionOk="0">
                  <a:moveTo>
                    <a:pt x="377" y="1"/>
                  </a:moveTo>
                  <a:cubicBezTo>
                    <a:pt x="173" y="1"/>
                    <a:pt x="1" y="126"/>
                    <a:pt x="1" y="283"/>
                  </a:cubicBezTo>
                  <a:lnTo>
                    <a:pt x="2665" y="9358"/>
                  </a:lnTo>
                  <a:cubicBezTo>
                    <a:pt x="2665" y="9515"/>
                    <a:pt x="2838" y="9656"/>
                    <a:pt x="3042" y="9656"/>
                  </a:cubicBezTo>
                  <a:cubicBezTo>
                    <a:pt x="3261" y="9656"/>
                    <a:pt x="3449" y="9515"/>
                    <a:pt x="3449" y="9343"/>
                  </a:cubicBezTo>
                  <a:lnTo>
                    <a:pt x="784" y="314"/>
                  </a:lnTo>
                  <a:cubicBezTo>
                    <a:pt x="784" y="142"/>
                    <a:pt x="612" y="1"/>
                    <a:pt x="3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14"/>
            <p:cNvSpPr/>
            <p:nvPr/>
          </p:nvSpPr>
          <p:spPr>
            <a:xfrm>
              <a:off x="1709825" y="796125"/>
              <a:ext cx="19225" cy="111300"/>
            </a:xfrm>
            <a:custGeom>
              <a:avLst/>
              <a:gdLst/>
              <a:ahLst/>
              <a:cxnLst/>
              <a:rect l="l" t="t" r="r" b="b"/>
              <a:pathLst>
                <a:path w="769" h="4452" extrusionOk="0">
                  <a:moveTo>
                    <a:pt x="392" y="0"/>
                  </a:moveTo>
                  <a:cubicBezTo>
                    <a:pt x="173" y="0"/>
                    <a:pt x="0" y="141"/>
                    <a:pt x="0" y="314"/>
                  </a:cubicBezTo>
                  <a:lnTo>
                    <a:pt x="0" y="4138"/>
                  </a:lnTo>
                  <a:cubicBezTo>
                    <a:pt x="0" y="4311"/>
                    <a:pt x="173" y="4452"/>
                    <a:pt x="392" y="4452"/>
                  </a:cubicBezTo>
                  <a:cubicBezTo>
                    <a:pt x="596" y="4452"/>
                    <a:pt x="769" y="4326"/>
                    <a:pt x="769" y="4170"/>
                  </a:cubicBezTo>
                  <a:lnTo>
                    <a:pt x="769" y="282"/>
                  </a:lnTo>
                  <a:cubicBezTo>
                    <a:pt x="769" y="126"/>
                    <a:pt x="596" y="0"/>
                    <a:pt x="3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14"/>
            <p:cNvSpPr/>
            <p:nvPr/>
          </p:nvSpPr>
          <p:spPr>
            <a:xfrm>
              <a:off x="1708650" y="889850"/>
              <a:ext cx="101125" cy="71700"/>
            </a:xfrm>
            <a:custGeom>
              <a:avLst/>
              <a:gdLst/>
              <a:ahLst/>
              <a:cxnLst/>
              <a:rect l="l" t="t" r="r" b="b"/>
              <a:pathLst>
                <a:path w="4045" h="2868" extrusionOk="0">
                  <a:moveTo>
                    <a:pt x="514" y="0"/>
                  </a:moveTo>
                  <a:cubicBezTo>
                    <a:pt x="392" y="0"/>
                    <a:pt x="256" y="55"/>
                    <a:pt x="157" y="154"/>
                  </a:cubicBezTo>
                  <a:cubicBezTo>
                    <a:pt x="16" y="311"/>
                    <a:pt x="0" y="499"/>
                    <a:pt x="142" y="593"/>
                  </a:cubicBezTo>
                  <a:lnTo>
                    <a:pt x="3370" y="2819"/>
                  </a:lnTo>
                  <a:cubicBezTo>
                    <a:pt x="3415" y="2852"/>
                    <a:pt x="3473" y="2868"/>
                    <a:pt x="3536" y="2868"/>
                  </a:cubicBezTo>
                  <a:cubicBezTo>
                    <a:pt x="3651" y="2868"/>
                    <a:pt x="3781" y="2816"/>
                    <a:pt x="3872" y="2725"/>
                  </a:cubicBezTo>
                  <a:cubicBezTo>
                    <a:pt x="4029" y="2568"/>
                    <a:pt x="4044" y="2364"/>
                    <a:pt x="3903" y="2270"/>
                  </a:cubicBezTo>
                  <a:lnTo>
                    <a:pt x="706" y="60"/>
                  </a:lnTo>
                  <a:cubicBezTo>
                    <a:pt x="654" y="19"/>
                    <a:pt x="586" y="0"/>
                    <a:pt x="5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14"/>
            <p:cNvSpPr/>
            <p:nvPr/>
          </p:nvSpPr>
          <p:spPr>
            <a:xfrm>
              <a:off x="1986875" y="889850"/>
              <a:ext cx="100725" cy="71700"/>
            </a:xfrm>
            <a:custGeom>
              <a:avLst/>
              <a:gdLst/>
              <a:ahLst/>
              <a:cxnLst/>
              <a:rect l="l" t="t" r="r" b="b"/>
              <a:pathLst>
                <a:path w="4029" h="2868" extrusionOk="0">
                  <a:moveTo>
                    <a:pt x="3526" y="0"/>
                  </a:moveTo>
                  <a:cubicBezTo>
                    <a:pt x="3456" y="0"/>
                    <a:pt x="3391" y="19"/>
                    <a:pt x="3339" y="60"/>
                  </a:cubicBezTo>
                  <a:lnTo>
                    <a:pt x="141" y="2270"/>
                  </a:lnTo>
                  <a:cubicBezTo>
                    <a:pt x="0" y="2364"/>
                    <a:pt x="16" y="2568"/>
                    <a:pt x="173" y="2725"/>
                  </a:cubicBezTo>
                  <a:cubicBezTo>
                    <a:pt x="264" y="2816"/>
                    <a:pt x="388" y="2868"/>
                    <a:pt x="502" y="2868"/>
                  </a:cubicBezTo>
                  <a:cubicBezTo>
                    <a:pt x="564" y="2868"/>
                    <a:pt x="624" y="2852"/>
                    <a:pt x="674" y="2819"/>
                  </a:cubicBezTo>
                  <a:lnTo>
                    <a:pt x="3903" y="593"/>
                  </a:lnTo>
                  <a:cubicBezTo>
                    <a:pt x="4029" y="499"/>
                    <a:pt x="4029" y="311"/>
                    <a:pt x="3872" y="154"/>
                  </a:cubicBezTo>
                  <a:cubicBezTo>
                    <a:pt x="3773" y="55"/>
                    <a:pt x="3643" y="0"/>
                    <a:pt x="35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14"/>
            <p:cNvSpPr/>
            <p:nvPr/>
          </p:nvSpPr>
          <p:spPr>
            <a:xfrm>
              <a:off x="1729425" y="942675"/>
              <a:ext cx="117975" cy="231600"/>
            </a:xfrm>
            <a:custGeom>
              <a:avLst/>
              <a:gdLst/>
              <a:ahLst/>
              <a:cxnLst/>
              <a:rect l="l" t="t" r="r" b="b"/>
              <a:pathLst>
                <a:path w="4719" h="9264" extrusionOk="0">
                  <a:moveTo>
                    <a:pt x="0" y="0"/>
                  </a:moveTo>
                  <a:lnTo>
                    <a:pt x="3119" y="9233"/>
                  </a:lnTo>
                  <a:lnTo>
                    <a:pt x="4718" y="9264"/>
                  </a:lnTo>
                  <a:cubicBezTo>
                    <a:pt x="3072" y="2822"/>
                    <a:pt x="0" y="1"/>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14"/>
            <p:cNvSpPr/>
            <p:nvPr/>
          </p:nvSpPr>
          <p:spPr>
            <a:xfrm>
              <a:off x="1953175" y="941500"/>
              <a:ext cx="121100" cy="232775"/>
            </a:xfrm>
            <a:custGeom>
              <a:avLst/>
              <a:gdLst/>
              <a:ahLst/>
              <a:cxnLst/>
              <a:rect l="l" t="t" r="r" b="b"/>
              <a:pathLst>
                <a:path w="4844" h="9311" extrusionOk="0">
                  <a:moveTo>
                    <a:pt x="4844" y="0"/>
                  </a:moveTo>
                  <a:cubicBezTo>
                    <a:pt x="4843" y="1"/>
                    <a:pt x="1662" y="2869"/>
                    <a:pt x="0" y="9311"/>
                  </a:cubicBezTo>
                  <a:lnTo>
                    <a:pt x="1599" y="9280"/>
                  </a:lnTo>
                  <a:lnTo>
                    <a:pt x="4844"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14"/>
            <p:cNvSpPr/>
            <p:nvPr/>
          </p:nvSpPr>
          <p:spPr>
            <a:xfrm>
              <a:off x="1658500" y="786325"/>
              <a:ext cx="31375" cy="32150"/>
            </a:xfrm>
            <a:custGeom>
              <a:avLst/>
              <a:gdLst/>
              <a:ahLst/>
              <a:cxnLst/>
              <a:rect l="l" t="t" r="r" b="b"/>
              <a:pathLst>
                <a:path w="1255" h="1286" extrusionOk="0">
                  <a:moveTo>
                    <a:pt x="611" y="0"/>
                  </a:moveTo>
                  <a:cubicBezTo>
                    <a:pt x="267" y="0"/>
                    <a:pt x="0" y="47"/>
                    <a:pt x="0" y="486"/>
                  </a:cubicBezTo>
                  <a:cubicBezTo>
                    <a:pt x="0" y="925"/>
                    <a:pt x="282" y="1286"/>
                    <a:pt x="627" y="1286"/>
                  </a:cubicBezTo>
                  <a:cubicBezTo>
                    <a:pt x="972" y="1286"/>
                    <a:pt x="1254" y="925"/>
                    <a:pt x="1254" y="486"/>
                  </a:cubicBezTo>
                  <a:cubicBezTo>
                    <a:pt x="1254" y="47"/>
                    <a:pt x="956" y="0"/>
                    <a:pt x="6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14"/>
            <p:cNvSpPr/>
            <p:nvPr/>
          </p:nvSpPr>
          <p:spPr>
            <a:xfrm>
              <a:off x="2111475" y="786325"/>
              <a:ext cx="31775" cy="32150"/>
            </a:xfrm>
            <a:custGeom>
              <a:avLst/>
              <a:gdLst/>
              <a:ahLst/>
              <a:cxnLst/>
              <a:rect l="l" t="t" r="r" b="b"/>
              <a:pathLst>
                <a:path w="1271" h="1286" extrusionOk="0">
                  <a:moveTo>
                    <a:pt x="628" y="0"/>
                  </a:moveTo>
                  <a:cubicBezTo>
                    <a:pt x="283" y="0"/>
                    <a:pt x="1" y="47"/>
                    <a:pt x="1" y="486"/>
                  </a:cubicBezTo>
                  <a:cubicBezTo>
                    <a:pt x="1" y="925"/>
                    <a:pt x="283" y="1286"/>
                    <a:pt x="643" y="1286"/>
                  </a:cubicBezTo>
                  <a:cubicBezTo>
                    <a:pt x="988" y="1286"/>
                    <a:pt x="1270" y="925"/>
                    <a:pt x="1270" y="486"/>
                  </a:cubicBezTo>
                  <a:cubicBezTo>
                    <a:pt x="1270" y="47"/>
                    <a:pt x="972" y="0"/>
                    <a:pt x="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14"/>
            <p:cNvSpPr/>
            <p:nvPr/>
          </p:nvSpPr>
          <p:spPr>
            <a:xfrm>
              <a:off x="1712975" y="630350"/>
              <a:ext cx="91700" cy="120600"/>
            </a:xfrm>
            <a:custGeom>
              <a:avLst/>
              <a:gdLst/>
              <a:ahLst/>
              <a:cxnLst/>
              <a:rect l="l" t="t" r="r" b="b"/>
              <a:pathLst>
                <a:path w="3668" h="4824" extrusionOk="0">
                  <a:moveTo>
                    <a:pt x="2106" y="1"/>
                  </a:moveTo>
                  <a:cubicBezTo>
                    <a:pt x="1606" y="1"/>
                    <a:pt x="30" y="1691"/>
                    <a:pt x="16" y="3606"/>
                  </a:cubicBezTo>
                  <a:cubicBezTo>
                    <a:pt x="1" y="4105"/>
                    <a:pt x="2362" y="4823"/>
                    <a:pt x="2908" y="4823"/>
                  </a:cubicBezTo>
                  <a:cubicBezTo>
                    <a:pt x="2946" y="4823"/>
                    <a:pt x="2975" y="4820"/>
                    <a:pt x="2994" y="4813"/>
                  </a:cubicBezTo>
                  <a:cubicBezTo>
                    <a:pt x="3668" y="4594"/>
                    <a:pt x="2414" y="142"/>
                    <a:pt x="2179" y="17"/>
                  </a:cubicBezTo>
                  <a:cubicBezTo>
                    <a:pt x="2158" y="6"/>
                    <a:pt x="2133" y="1"/>
                    <a:pt x="21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14"/>
            <p:cNvSpPr/>
            <p:nvPr/>
          </p:nvSpPr>
          <p:spPr>
            <a:xfrm>
              <a:off x="1808300" y="584325"/>
              <a:ext cx="66925" cy="88050"/>
            </a:xfrm>
            <a:custGeom>
              <a:avLst/>
              <a:gdLst/>
              <a:ahLst/>
              <a:cxnLst/>
              <a:rect l="l" t="t" r="r" b="b"/>
              <a:pathLst>
                <a:path w="2677" h="3522" extrusionOk="0">
                  <a:moveTo>
                    <a:pt x="2065" y="0"/>
                  </a:moveTo>
                  <a:cubicBezTo>
                    <a:pt x="1611" y="0"/>
                    <a:pt x="553" y="340"/>
                    <a:pt x="294" y="572"/>
                  </a:cubicBezTo>
                  <a:cubicBezTo>
                    <a:pt x="1" y="834"/>
                    <a:pt x="1906" y="3521"/>
                    <a:pt x="2267" y="3521"/>
                  </a:cubicBezTo>
                  <a:cubicBezTo>
                    <a:pt x="2273" y="3521"/>
                    <a:pt x="2279" y="3521"/>
                    <a:pt x="2284" y="3519"/>
                  </a:cubicBezTo>
                  <a:cubicBezTo>
                    <a:pt x="2676" y="3409"/>
                    <a:pt x="2519" y="133"/>
                    <a:pt x="2221" y="24"/>
                  </a:cubicBezTo>
                  <a:cubicBezTo>
                    <a:pt x="2185" y="8"/>
                    <a:pt x="2132" y="0"/>
                    <a:pt x="206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14"/>
            <p:cNvSpPr/>
            <p:nvPr/>
          </p:nvSpPr>
          <p:spPr>
            <a:xfrm>
              <a:off x="1811800" y="587625"/>
              <a:ext cx="60275" cy="78850"/>
            </a:xfrm>
            <a:custGeom>
              <a:avLst/>
              <a:gdLst/>
              <a:ahLst/>
              <a:cxnLst/>
              <a:rect l="l" t="t" r="r" b="b"/>
              <a:pathLst>
                <a:path w="2411" h="3154" extrusionOk="0">
                  <a:moveTo>
                    <a:pt x="1829" y="1"/>
                  </a:moveTo>
                  <a:cubicBezTo>
                    <a:pt x="1433" y="1"/>
                    <a:pt x="484" y="280"/>
                    <a:pt x="263" y="487"/>
                  </a:cubicBezTo>
                  <a:cubicBezTo>
                    <a:pt x="0" y="720"/>
                    <a:pt x="1740" y="3153"/>
                    <a:pt x="2055" y="3153"/>
                  </a:cubicBezTo>
                  <a:cubicBezTo>
                    <a:pt x="2059" y="3153"/>
                    <a:pt x="2062" y="3153"/>
                    <a:pt x="2066" y="3152"/>
                  </a:cubicBezTo>
                  <a:cubicBezTo>
                    <a:pt x="2411" y="3042"/>
                    <a:pt x="2223" y="127"/>
                    <a:pt x="1956" y="17"/>
                  </a:cubicBezTo>
                  <a:cubicBezTo>
                    <a:pt x="1926" y="6"/>
                    <a:pt x="1882" y="1"/>
                    <a:pt x="18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14"/>
            <p:cNvSpPr/>
            <p:nvPr/>
          </p:nvSpPr>
          <p:spPr>
            <a:xfrm>
              <a:off x="1911625" y="583475"/>
              <a:ext cx="67700" cy="87725"/>
            </a:xfrm>
            <a:custGeom>
              <a:avLst/>
              <a:gdLst/>
              <a:ahLst/>
              <a:cxnLst/>
              <a:rect l="l" t="t" r="r" b="b"/>
              <a:pathLst>
                <a:path w="2708" h="3509" extrusionOk="0">
                  <a:moveTo>
                    <a:pt x="624" y="1"/>
                  </a:moveTo>
                  <a:cubicBezTo>
                    <a:pt x="545" y="1"/>
                    <a:pt x="482" y="9"/>
                    <a:pt x="440" y="26"/>
                  </a:cubicBezTo>
                  <a:cubicBezTo>
                    <a:pt x="142" y="152"/>
                    <a:pt x="1" y="3412"/>
                    <a:pt x="393" y="3506"/>
                  </a:cubicBezTo>
                  <a:cubicBezTo>
                    <a:pt x="398" y="3508"/>
                    <a:pt x="404" y="3508"/>
                    <a:pt x="410" y="3508"/>
                  </a:cubicBezTo>
                  <a:cubicBezTo>
                    <a:pt x="786" y="3508"/>
                    <a:pt x="2708" y="775"/>
                    <a:pt x="2415" y="528"/>
                  </a:cubicBezTo>
                  <a:cubicBezTo>
                    <a:pt x="2159" y="299"/>
                    <a:pt x="1105" y="1"/>
                    <a:pt x="6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14"/>
            <p:cNvSpPr/>
            <p:nvPr/>
          </p:nvSpPr>
          <p:spPr>
            <a:xfrm>
              <a:off x="1915150" y="587625"/>
              <a:ext cx="59900" cy="78850"/>
            </a:xfrm>
            <a:custGeom>
              <a:avLst/>
              <a:gdLst/>
              <a:ahLst/>
              <a:cxnLst/>
              <a:rect l="l" t="t" r="r" b="b"/>
              <a:pathLst>
                <a:path w="2396" h="3154" extrusionOk="0">
                  <a:moveTo>
                    <a:pt x="572" y="1"/>
                  </a:moveTo>
                  <a:cubicBezTo>
                    <a:pt x="517" y="1"/>
                    <a:pt x="472" y="6"/>
                    <a:pt x="440" y="17"/>
                  </a:cubicBezTo>
                  <a:cubicBezTo>
                    <a:pt x="189" y="127"/>
                    <a:pt x="1" y="3042"/>
                    <a:pt x="346" y="3152"/>
                  </a:cubicBezTo>
                  <a:cubicBezTo>
                    <a:pt x="349" y="3153"/>
                    <a:pt x="353" y="3153"/>
                    <a:pt x="356" y="3153"/>
                  </a:cubicBezTo>
                  <a:cubicBezTo>
                    <a:pt x="656" y="3153"/>
                    <a:pt x="2396" y="720"/>
                    <a:pt x="2148" y="487"/>
                  </a:cubicBezTo>
                  <a:cubicBezTo>
                    <a:pt x="1914" y="280"/>
                    <a:pt x="975" y="1"/>
                    <a:pt x="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14"/>
            <p:cNvSpPr/>
            <p:nvPr/>
          </p:nvSpPr>
          <p:spPr>
            <a:xfrm>
              <a:off x="1982550" y="630325"/>
              <a:ext cx="103475" cy="128450"/>
            </a:xfrm>
            <a:custGeom>
              <a:avLst/>
              <a:gdLst/>
              <a:ahLst/>
              <a:cxnLst/>
              <a:rect l="l" t="t" r="r" b="b"/>
              <a:pathLst>
                <a:path w="4139" h="5138" extrusionOk="0">
                  <a:moveTo>
                    <a:pt x="1760" y="0"/>
                  </a:moveTo>
                  <a:cubicBezTo>
                    <a:pt x="1729" y="0"/>
                    <a:pt x="1701" y="6"/>
                    <a:pt x="1678" y="18"/>
                  </a:cubicBezTo>
                  <a:cubicBezTo>
                    <a:pt x="1427" y="159"/>
                    <a:pt x="1" y="4892"/>
                    <a:pt x="753" y="5127"/>
                  </a:cubicBezTo>
                  <a:cubicBezTo>
                    <a:pt x="774" y="5134"/>
                    <a:pt x="806" y="5138"/>
                    <a:pt x="846" y="5138"/>
                  </a:cubicBezTo>
                  <a:cubicBezTo>
                    <a:pt x="1462" y="5138"/>
                    <a:pt x="4139" y="4386"/>
                    <a:pt x="4139" y="3842"/>
                  </a:cubicBezTo>
                  <a:cubicBezTo>
                    <a:pt x="4109" y="1809"/>
                    <a:pt x="2323" y="0"/>
                    <a:pt x="176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14"/>
            <p:cNvSpPr/>
            <p:nvPr/>
          </p:nvSpPr>
          <p:spPr>
            <a:xfrm>
              <a:off x="1988425" y="635050"/>
              <a:ext cx="93700" cy="120600"/>
            </a:xfrm>
            <a:custGeom>
              <a:avLst/>
              <a:gdLst/>
              <a:ahLst/>
              <a:cxnLst/>
              <a:rect l="l" t="t" r="r" b="b"/>
              <a:pathLst>
                <a:path w="3748" h="4824" extrusionOk="0">
                  <a:moveTo>
                    <a:pt x="1594" y="1"/>
                  </a:moveTo>
                  <a:cubicBezTo>
                    <a:pt x="1566" y="1"/>
                    <a:pt x="1542" y="6"/>
                    <a:pt x="1521" y="17"/>
                  </a:cubicBezTo>
                  <a:cubicBezTo>
                    <a:pt x="1286" y="142"/>
                    <a:pt x="1" y="4594"/>
                    <a:pt x="675" y="4813"/>
                  </a:cubicBezTo>
                  <a:cubicBezTo>
                    <a:pt x="695" y="4820"/>
                    <a:pt x="726" y="4824"/>
                    <a:pt x="766" y="4824"/>
                  </a:cubicBezTo>
                  <a:cubicBezTo>
                    <a:pt x="1336" y="4824"/>
                    <a:pt x="3747" y="4119"/>
                    <a:pt x="3747" y="3606"/>
                  </a:cubicBezTo>
                  <a:cubicBezTo>
                    <a:pt x="3717" y="1705"/>
                    <a:pt x="2097" y="1"/>
                    <a:pt x="1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14"/>
            <p:cNvSpPr/>
            <p:nvPr/>
          </p:nvSpPr>
          <p:spPr>
            <a:xfrm>
              <a:off x="1694550" y="795850"/>
              <a:ext cx="91700" cy="17150"/>
            </a:xfrm>
            <a:custGeom>
              <a:avLst/>
              <a:gdLst/>
              <a:ahLst/>
              <a:cxnLst/>
              <a:rect l="l" t="t" r="r" b="b"/>
              <a:pathLst>
                <a:path w="3668" h="686" extrusionOk="0">
                  <a:moveTo>
                    <a:pt x="1837" y="0"/>
                  </a:moveTo>
                  <a:cubicBezTo>
                    <a:pt x="1200" y="0"/>
                    <a:pt x="607" y="11"/>
                    <a:pt x="455" y="11"/>
                  </a:cubicBezTo>
                  <a:cubicBezTo>
                    <a:pt x="79" y="11"/>
                    <a:pt x="0" y="152"/>
                    <a:pt x="0" y="340"/>
                  </a:cubicBezTo>
                  <a:cubicBezTo>
                    <a:pt x="0" y="528"/>
                    <a:pt x="79" y="685"/>
                    <a:pt x="455" y="685"/>
                  </a:cubicBezTo>
                  <a:cubicBezTo>
                    <a:pt x="815" y="685"/>
                    <a:pt x="3668" y="309"/>
                    <a:pt x="3668" y="121"/>
                  </a:cubicBezTo>
                  <a:cubicBezTo>
                    <a:pt x="3668" y="21"/>
                    <a:pt x="2712" y="0"/>
                    <a:pt x="1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14"/>
            <p:cNvSpPr/>
            <p:nvPr/>
          </p:nvSpPr>
          <p:spPr>
            <a:xfrm>
              <a:off x="2007250" y="795850"/>
              <a:ext cx="90150" cy="17150"/>
            </a:xfrm>
            <a:custGeom>
              <a:avLst/>
              <a:gdLst/>
              <a:ahLst/>
              <a:cxnLst/>
              <a:rect l="l" t="t" r="r" b="b"/>
              <a:pathLst>
                <a:path w="3606" h="686" extrusionOk="0">
                  <a:moveTo>
                    <a:pt x="1803" y="0"/>
                  </a:moveTo>
                  <a:cubicBezTo>
                    <a:pt x="941" y="0"/>
                    <a:pt x="0" y="21"/>
                    <a:pt x="0" y="121"/>
                  </a:cubicBezTo>
                  <a:cubicBezTo>
                    <a:pt x="0" y="309"/>
                    <a:pt x="2806" y="685"/>
                    <a:pt x="3167" y="685"/>
                  </a:cubicBezTo>
                  <a:cubicBezTo>
                    <a:pt x="3527" y="685"/>
                    <a:pt x="3605" y="528"/>
                    <a:pt x="3605" y="340"/>
                  </a:cubicBezTo>
                  <a:cubicBezTo>
                    <a:pt x="3605" y="152"/>
                    <a:pt x="3527" y="11"/>
                    <a:pt x="3167" y="11"/>
                  </a:cubicBezTo>
                  <a:cubicBezTo>
                    <a:pt x="3015" y="11"/>
                    <a:pt x="2429" y="0"/>
                    <a:pt x="18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14"/>
            <p:cNvSpPr/>
            <p:nvPr/>
          </p:nvSpPr>
          <p:spPr>
            <a:xfrm>
              <a:off x="1920250" y="602925"/>
              <a:ext cx="41125" cy="54125"/>
            </a:xfrm>
            <a:custGeom>
              <a:avLst/>
              <a:gdLst/>
              <a:ahLst/>
              <a:cxnLst/>
              <a:rect l="l" t="t" r="r" b="b"/>
              <a:pathLst>
                <a:path w="1645" h="2165" extrusionOk="0">
                  <a:moveTo>
                    <a:pt x="407" y="1"/>
                  </a:moveTo>
                  <a:cubicBezTo>
                    <a:pt x="362" y="1"/>
                    <a:pt x="324" y="6"/>
                    <a:pt x="298" y="16"/>
                  </a:cubicBezTo>
                  <a:cubicBezTo>
                    <a:pt x="126" y="79"/>
                    <a:pt x="1" y="2085"/>
                    <a:pt x="236" y="2164"/>
                  </a:cubicBezTo>
                  <a:cubicBezTo>
                    <a:pt x="238" y="2164"/>
                    <a:pt x="241" y="2165"/>
                    <a:pt x="244" y="2165"/>
                  </a:cubicBezTo>
                  <a:cubicBezTo>
                    <a:pt x="457" y="2165"/>
                    <a:pt x="1644" y="500"/>
                    <a:pt x="1474" y="330"/>
                  </a:cubicBezTo>
                  <a:cubicBezTo>
                    <a:pt x="1325" y="195"/>
                    <a:pt x="697"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14"/>
            <p:cNvSpPr/>
            <p:nvPr/>
          </p:nvSpPr>
          <p:spPr>
            <a:xfrm>
              <a:off x="1823925" y="600300"/>
              <a:ext cx="40325" cy="52450"/>
            </a:xfrm>
            <a:custGeom>
              <a:avLst/>
              <a:gdLst/>
              <a:ahLst/>
              <a:cxnLst/>
              <a:rect l="l" t="t" r="r" b="b"/>
              <a:pathLst>
                <a:path w="1613" h="2098" extrusionOk="0">
                  <a:moveTo>
                    <a:pt x="1212" y="1"/>
                  </a:moveTo>
                  <a:cubicBezTo>
                    <a:pt x="947" y="1"/>
                    <a:pt x="322" y="187"/>
                    <a:pt x="170" y="325"/>
                  </a:cubicBezTo>
                  <a:cubicBezTo>
                    <a:pt x="0" y="480"/>
                    <a:pt x="1156" y="2097"/>
                    <a:pt x="1369" y="2097"/>
                  </a:cubicBezTo>
                  <a:cubicBezTo>
                    <a:pt x="1372" y="2097"/>
                    <a:pt x="1374" y="2097"/>
                    <a:pt x="1377" y="2096"/>
                  </a:cubicBezTo>
                  <a:cubicBezTo>
                    <a:pt x="1612" y="2034"/>
                    <a:pt x="1487" y="90"/>
                    <a:pt x="1299" y="12"/>
                  </a:cubicBezTo>
                  <a:cubicBezTo>
                    <a:pt x="1278" y="4"/>
                    <a:pt x="1249" y="1"/>
                    <a:pt x="1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14"/>
            <p:cNvSpPr/>
            <p:nvPr/>
          </p:nvSpPr>
          <p:spPr>
            <a:xfrm>
              <a:off x="2002150" y="658300"/>
              <a:ext cx="65825" cy="84275"/>
            </a:xfrm>
            <a:custGeom>
              <a:avLst/>
              <a:gdLst/>
              <a:ahLst/>
              <a:cxnLst/>
              <a:rect l="l" t="t" r="r" b="b"/>
              <a:pathLst>
                <a:path w="2633" h="3371" extrusionOk="0">
                  <a:moveTo>
                    <a:pt x="1132" y="1"/>
                  </a:moveTo>
                  <a:cubicBezTo>
                    <a:pt x="1113" y="1"/>
                    <a:pt x="1096" y="4"/>
                    <a:pt x="1082" y="12"/>
                  </a:cubicBezTo>
                  <a:cubicBezTo>
                    <a:pt x="910" y="90"/>
                    <a:pt x="1" y="3209"/>
                    <a:pt x="486" y="3366"/>
                  </a:cubicBezTo>
                  <a:cubicBezTo>
                    <a:pt x="498" y="3369"/>
                    <a:pt x="515" y="3371"/>
                    <a:pt x="537" y="3371"/>
                  </a:cubicBezTo>
                  <a:cubicBezTo>
                    <a:pt x="910" y="3371"/>
                    <a:pt x="2633" y="2875"/>
                    <a:pt x="2618" y="2519"/>
                  </a:cubicBezTo>
                  <a:cubicBezTo>
                    <a:pt x="2603" y="1183"/>
                    <a:pt x="1476" y="1"/>
                    <a:pt x="1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14"/>
            <p:cNvSpPr/>
            <p:nvPr/>
          </p:nvSpPr>
          <p:spPr>
            <a:xfrm>
              <a:off x="1727850" y="657850"/>
              <a:ext cx="63900" cy="83625"/>
            </a:xfrm>
            <a:custGeom>
              <a:avLst/>
              <a:gdLst/>
              <a:ahLst/>
              <a:cxnLst/>
              <a:rect l="l" t="t" r="r" b="b"/>
              <a:pathLst>
                <a:path w="2556" h="3345" extrusionOk="0">
                  <a:moveTo>
                    <a:pt x="1450" y="0"/>
                  </a:moveTo>
                  <a:cubicBezTo>
                    <a:pt x="1102" y="0"/>
                    <a:pt x="15" y="1177"/>
                    <a:pt x="0" y="2506"/>
                  </a:cubicBezTo>
                  <a:cubicBezTo>
                    <a:pt x="0" y="2857"/>
                    <a:pt x="1624" y="3345"/>
                    <a:pt x="2020" y="3345"/>
                  </a:cubicBezTo>
                  <a:cubicBezTo>
                    <a:pt x="2048" y="3345"/>
                    <a:pt x="2070" y="3342"/>
                    <a:pt x="2085" y="3337"/>
                  </a:cubicBezTo>
                  <a:cubicBezTo>
                    <a:pt x="2555" y="3196"/>
                    <a:pt x="1678" y="92"/>
                    <a:pt x="1505" y="14"/>
                  </a:cubicBezTo>
                  <a:cubicBezTo>
                    <a:pt x="1490" y="5"/>
                    <a:pt x="1471" y="0"/>
                    <a:pt x="1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14"/>
            <p:cNvSpPr/>
            <p:nvPr/>
          </p:nvSpPr>
          <p:spPr>
            <a:xfrm>
              <a:off x="2106000" y="876000"/>
              <a:ext cx="22750" cy="35375"/>
            </a:xfrm>
            <a:custGeom>
              <a:avLst/>
              <a:gdLst/>
              <a:ahLst/>
              <a:cxnLst/>
              <a:rect l="l" t="t" r="r" b="b"/>
              <a:pathLst>
                <a:path w="910" h="1415" extrusionOk="0">
                  <a:moveTo>
                    <a:pt x="319" y="0"/>
                  </a:moveTo>
                  <a:cubicBezTo>
                    <a:pt x="157" y="0"/>
                    <a:pt x="16" y="274"/>
                    <a:pt x="16" y="645"/>
                  </a:cubicBezTo>
                  <a:cubicBezTo>
                    <a:pt x="0" y="1037"/>
                    <a:pt x="126" y="1382"/>
                    <a:pt x="298" y="1413"/>
                  </a:cubicBezTo>
                  <a:cubicBezTo>
                    <a:pt x="303" y="1414"/>
                    <a:pt x="309" y="1415"/>
                    <a:pt x="314" y="1415"/>
                  </a:cubicBezTo>
                  <a:cubicBezTo>
                    <a:pt x="507" y="1415"/>
                    <a:pt x="878" y="885"/>
                    <a:pt x="894" y="504"/>
                  </a:cubicBezTo>
                  <a:cubicBezTo>
                    <a:pt x="909" y="128"/>
                    <a:pt x="533" y="34"/>
                    <a:pt x="345" y="3"/>
                  </a:cubicBezTo>
                  <a:cubicBezTo>
                    <a:pt x="336" y="1"/>
                    <a:pt x="328" y="0"/>
                    <a:pt x="3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14"/>
            <p:cNvSpPr/>
            <p:nvPr/>
          </p:nvSpPr>
          <p:spPr>
            <a:xfrm>
              <a:off x="1673000" y="873650"/>
              <a:ext cx="23125" cy="35375"/>
            </a:xfrm>
            <a:custGeom>
              <a:avLst/>
              <a:gdLst/>
              <a:ahLst/>
              <a:cxnLst/>
              <a:rect l="l" t="t" r="r" b="b"/>
              <a:pathLst>
                <a:path w="925" h="1415" extrusionOk="0">
                  <a:moveTo>
                    <a:pt x="621" y="0"/>
                  </a:moveTo>
                  <a:cubicBezTo>
                    <a:pt x="612" y="0"/>
                    <a:pt x="604" y="1"/>
                    <a:pt x="596" y="3"/>
                  </a:cubicBezTo>
                  <a:cubicBezTo>
                    <a:pt x="408" y="34"/>
                    <a:pt x="0" y="112"/>
                    <a:pt x="0" y="489"/>
                  </a:cubicBezTo>
                  <a:cubicBezTo>
                    <a:pt x="0" y="870"/>
                    <a:pt x="371" y="1415"/>
                    <a:pt x="565" y="1415"/>
                  </a:cubicBezTo>
                  <a:cubicBezTo>
                    <a:pt x="570" y="1415"/>
                    <a:pt x="575" y="1414"/>
                    <a:pt x="580" y="1413"/>
                  </a:cubicBezTo>
                  <a:cubicBezTo>
                    <a:pt x="768" y="1382"/>
                    <a:pt x="925" y="1037"/>
                    <a:pt x="925" y="661"/>
                  </a:cubicBezTo>
                  <a:cubicBezTo>
                    <a:pt x="925" y="288"/>
                    <a:pt x="783" y="0"/>
                    <a:pt x="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14"/>
            <p:cNvSpPr/>
            <p:nvPr/>
          </p:nvSpPr>
          <p:spPr>
            <a:xfrm>
              <a:off x="1956300" y="585100"/>
              <a:ext cx="68200" cy="28575"/>
            </a:xfrm>
            <a:custGeom>
              <a:avLst/>
              <a:gdLst/>
              <a:ahLst/>
              <a:cxnLst/>
              <a:rect l="l" t="t" r="r" b="b"/>
              <a:pathLst>
                <a:path w="2728" h="1143" extrusionOk="0">
                  <a:moveTo>
                    <a:pt x="52" y="0"/>
                  </a:moveTo>
                  <a:cubicBezTo>
                    <a:pt x="32" y="0"/>
                    <a:pt x="20" y="3"/>
                    <a:pt x="16" y="8"/>
                  </a:cubicBezTo>
                  <a:cubicBezTo>
                    <a:pt x="1" y="55"/>
                    <a:pt x="643" y="291"/>
                    <a:pt x="1380" y="604"/>
                  </a:cubicBezTo>
                  <a:cubicBezTo>
                    <a:pt x="2077" y="880"/>
                    <a:pt x="2612" y="1142"/>
                    <a:pt x="2700" y="1142"/>
                  </a:cubicBezTo>
                  <a:cubicBezTo>
                    <a:pt x="2707" y="1142"/>
                    <a:pt x="2711" y="1140"/>
                    <a:pt x="2712" y="1137"/>
                  </a:cubicBezTo>
                  <a:cubicBezTo>
                    <a:pt x="2728" y="1090"/>
                    <a:pt x="2195" y="729"/>
                    <a:pt x="1458" y="432"/>
                  </a:cubicBezTo>
                  <a:cubicBezTo>
                    <a:pt x="794" y="155"/>
                    <a:pt x="203" y="0"/>
                    <a:pt x="52"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14"/>
            <p:cNvSpPr/>
            <p:nvPr/>
          </p:nvSpPr>
          <p:spPr>
            <a:xfrm>
              <a:off x="1698450" y="799250"/>
              <a:ext cx="397000" cy="6700"/>
            </a:xfrm>
            <a:custGeom>
              <a:avLst/>
              <a:gdLst/>
              <a:ahLst/>
              <a:cxnLst/>
              <a:rect l="l" t="t" r="r" b="b"/>
              <a:pathLst>
                <a:path w="15880" h="268" extrusionOk="0">
                  <a:moveTo>
                    <a:pt x="393" y="1"/>
                  </a:moveTo>
                  <a:cubicBezTo>
                    <a:pt x="173" y="1"/>
                    <a:pt x="1" y="63"/>
                    <a:pt x="1" y="126"/>
                  </a:cubicBezTo>
                  <a:cubicBezTo>
                    <a:pt x="1" y="204"/>
                    <a:pt x="189" y="267"/>
                    <a:pt x="424" y="267"/>
                  </a:cubicBezTo>
                  <a:lnTo>
                    <a:pt x="15456" y="267"/>
                  </a:lnTo>
                  <a:cubicBezTo>
                    <a:pt x="15691" y="267"/>
                    <a:pt x="15879" y="204"/>
                    <a:pt x="15879" y="126"/>
                  </a:cubicBezTo>
                  <a:cubicBezTo>
                    <a:pt x="15879" y="63"/>
                    <a:pt x="15707" y="1"/>
                    <a:pt x="154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14"/>
            <p:cNvSpPr/>
            <p:nvPr/>
          </p:nvSpPr>
          <p:spPr>
            <a:xfrm>
              <a:off x="1975100" y="1007325"/>
              <a:ext cx="58025" cy="123075"/>
            </a:xfrm>
            <a:custGeom>
              <a:avLst/>
              <a:gdLst/>
              <a:ahLst/>
              <a:cxnLst/>
              <a:rect l="l" t="t" r="r" b="b"/>
              <a:pathLst>
                <a:path w="2321" h="4923" extrusionOk="0">
                  <a:moveTo>
                    <a:pt x="2321" y="1"/>
                  </a:moveTo>
                  <a:cubicBezTo>
                    <a:pt x="2321" y="1"/>
                    <a:pt x="1098" y="1929"/>
                    <a:pt x="1" y="4922"/>
                  </a:cubicBezTo>
                  <a:lnTo>
                    <a:pt x="738" y="4922"/>
                  </a:lnTo>
                  <a:lnTo>
                    <a:pt x="232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14"/>
            <p:cNvSpPr/>
            <p:nvPr/>
          </p:nvSpPr>
          <p:spPr>
            <a:xfrm>
              <a:off x="1766650" y="1007325"/>
              <a:ext cx="58025" cy="123075"/>
            </a:xfrm>
            <a:custGeom>
              <a:avLst/>
              <a:gdLst/>
              <a:ahLst/>
              <a:cxnLst/>
              <a:rect l="l" t="t" r="r" b="b"/>
              <a:pathLst>
                <a:path w="2321" h="4923" extrusionOk="0">
                  <a:moveTo>
                    <a:pt x="0" y="1"/>
                  </a:moveTo>
                  <a:lnTo>
                    <a:pt x="1583" y="4922"/>
                  </a:lnTo>
                  <a:lnTo>
                    <a:pt x="2320" y="4922"/>
                  </a:lnTo>
                  <a:cubicBezTo>
                    <a:pt x="1207" y="1929"/>
                    <a:pt x="0" y="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26" name="Google Shape;4126;p14"/>
          <p:cNvGrpSpPr/>
          <p:nvPr/>
        </p:nvGrpSpPr>
        <p:grpSpPr>
          <a:xfrm rot="-2548689">
            <a:off x="7701843" y="-201531"/>
            <a:ext cx="1458124" cy="1624032"/>
            <a:chOff x="1416325" y="1320700"/>
            <a:chExt cx="836250" cy="931400"/>
          </a:xfrm>
        </p:grpSpPr>
        <p:sp>
          <p:nvSpPr>
            <p:cNvPr id="4127" name="Google Shape;4127;p14"/>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14"/>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14"/>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14"/>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14"/>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14"/>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14"/>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14"/>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14"/>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14"/>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14"/>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14"/>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14"/>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14"/>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14"/>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14"/>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14"/>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14"/>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14"/>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14"/>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14"/>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14"/>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14"/>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14"/>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14"/>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14"/>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14"/>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14"/>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14"/>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14"/>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14"/>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14"/>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14"/>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14"/>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14"/>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14"/>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14"/>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14"/>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14"/>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14"/>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14"/>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14"/>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14"/>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14"/>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14"/>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14"/>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14"/>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14"/>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14"/>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14"/>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14"/>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14"/>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14"/>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14"/>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14"/>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14"/>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14"/>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14"/>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14"/>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14"/>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14"/>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14"/>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14"/>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14"/>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14"/>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14"/>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14"/>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14"/>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14"/>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14"/>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14"/>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14"/>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14"/>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14"/>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14"/>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14"/>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14"/>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14"/>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14"/>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14"/>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14"/>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14"/>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14"/>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14"/>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14"/>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14"/>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14"/>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14"/>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14"/>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14"/>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14"/>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14"/>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14"/>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14"/>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14"/>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2" name="Google Shape;4222;p14"/>
          <p:cNvGrpSpPr/>
          <p:nvPr/>
        </p:nvGrpSpPr>
        <p:grpSpPr>
          <a:xfrm rot="1318681">
            <a:off x="-715388" y="2278608"/>
            <a:ext cx="1538624" cy="1577681"/>
            <a:chOff x="3993975" y="1524025"/>
            <a:chExt cx="781000" cy="800825"/>
          </a:xfrm>
        </p:grpSpPr>
        <p:sp>
          <p:nvSpPr>
            <p:cNvPr id="4223" name="Google Shape;4223;p14"/>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14"/>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14"/>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14"/>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14"/>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14"/>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14"/>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14"/>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14"/>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14"/>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14"/>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14"/>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14"/>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14"/>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14"/>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14"/>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14"/>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14"/>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14"/>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14"/>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14"/>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14"/>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14"/>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14"/>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14"/>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14"/>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14"/>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14"/>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14"/>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14"/>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14"/>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14"/>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14"/>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14"/>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14"/>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14"/>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14"/>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14"/>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14"/>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2" name="Google Shape;4262;p14"/>
          <p:cNvGrpSpPr/>
          <p:nvPr/>
        </p:nvGrpSpPr>
        <p:grpSpPr>
          <a:xfrm rot="10800000">
            <a:off x="3462689" y="-201890"/>
            <a:ext cx="897096" cy="874904"/>
            <a:chOff x="225997" y="123301"/>
            <a:chExt cx="631802" cy="616130"/>
          </a:xfrm>
        </p:grpSpPr>
        <p:grpSp>
          <p:nvGrpSpPr>
            <p:cNvPr id="4263" name="Google Shape;4263;p14"/>
            <p:cNvGrpSpPr/>
            <p:nvPr/>
          </p:nvGrpSpPr>
          <p:grpSpPr>
            <a:xfrm rot="9089783">
              <a:off x="302065" y="211047"/>
              <a:ext cx="479665" cy="440638"/>
              <a:chOff x="-960976" y="1975682"/>
              <a:chExt cx="1155492" cy="1061477"/>
            </a:xfrm>
          </p:grpSpPr>
          <p:sp>
            <p:nvSpPr>
              <p:cNvPr id="4264" name="Google Shape;4264;p14"/>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14"/>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14"/>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14"/>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14"/>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14"/>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14"/>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14"/>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14"/>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14"/>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14"/>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14"/>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14"/>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14"/>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14"/>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14"/>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14"/>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14"/>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14"/>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14"/>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14"/>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14"/>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14"/>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14"/>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14"/>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14"/>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14"/>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14"/>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14"/>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14"/>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14"/>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14"/>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14"/>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14"/>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14"/>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14"/>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14"/>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14"/>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14"/>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14"/>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14"/>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14"/>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14"/>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07" name="Google Shape;4307;p14"/>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8" name="Google Shape;4308;p14"/>
            <p:cNvGrpSpPr/>
            <p:nvPr/>
          </p:nvGrpSpPr>
          <p:grpSpPr>
            <a:xfrm>
              <a:off x="357526" y="269347"/>
              <a:ext cx="326648" cy="309474"/>
              <a:chOff x="3550326" y="4310672"/>
              <a:chExt cx="393741" cy="373040"/>
            </a:xfrm>
          </p:grpSpPr>
          <p:sp>
            <p:nvSpPr>
              <p:cNvPr id="4309" name="Google Shape;4309;p14"/>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14"/>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14"/>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14"/>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14"/>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14"/>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14"/>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14"/>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14"/>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14"/>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14"/>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14"/>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14"/>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14"/>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14"/>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14"/>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14"/>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14"/>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14"/>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14"/>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14"/>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14"/>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14"/>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14"/>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14"/>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14"/>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14"/>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14"/>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14"/>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14"/>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14"/>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14"/>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14"/>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14"/>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14"/>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14"/>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14"/>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14"/>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14"/>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14"/>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14"/>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14"/>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14"/>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14"/>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14"/>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14"/>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14"/>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14"/>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14"/>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14"/>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14"/>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14"/>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14"/>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14"/>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14"/>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14"/>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14"/>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14"/>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14"/>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14"/>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14"/>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14"/>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14"/>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72" name="Google Shape;4372;p14"/>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14"/>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14"/>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4375"/>
        <p:cNvGrpSpPr/>
        <p:nvPr/>
      </p:nvGrpSpPr>
      <p:grpSpPr>
        <a:xfrm>
          <a:off x="0" y="0"/>
          <a:ext cx="0" cy="0"/>
          <a:chOff x="0" y="0"/>
          <a:chExt cx="0" cy="0"/>
        </a:xfrm>
      </p:grpSpPr>
      <p:sp>
        <p:nvSpPr>
          <p:cNvPr id="4376" name="Google Shape;4376;p15"/>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77" name="Google Shape;4377;p15"/>
          <p:cNvGrpSpPr/>
          <p:nvPr/>
        </p:nvGrpSpPr>
        <p:grpSpPr>
          <a:xfrm rot="1348816">
            <a:off x="8120599" y="1915576"/>
            <a:ext cx="1538653" cy="1577710"/>
            <a:chOff x="3993975" y="1524025"/>
            <a:chExt cx="781000" cy="800825"/>
          </a:xfrm>
        </p:grpSpPr>
        <p:sp>
          <p:nvSpPr>
            <p:cNvPr id="4378" name="Google Shape;4378;p15"/>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15"/>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15"/>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15"/>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15"/>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15"/>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15"/>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15"/>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15"/>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15"/>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15"/>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15"/>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15"/>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15"/>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15"/>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15"/>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15"/>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15"/>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15"/>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15"/>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15"/>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15"/>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15"/>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15"/>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15"/>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15"/>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15"/>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15"/>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15"/>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15"/>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15"/>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15"/>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15"/>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15"/>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15"/>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15"/>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15"/>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15"/>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15"/>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17" name="Google Shape;4417;p15"/>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15"/>
          <p:cNvSpPr txBox="1">
            <a:spLocks noGrp="1"/>
          </p:cNvSpPr>
          <p:nvPr>
            <p:ph type="title"/>
          </p:nvPr>
        </p:nvSpPr>
        <p:spPr>
          <a:xfrm>
            <a:off x="876400" y="1681350"/>
            <a:ext cx="2996700" cy="572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19" name="Google Shape;4419;p15"/>
          <p:cNvSpPr txBox="1">
            <a:spLocks noGrp="1"/>
          </p:cNvSpPr>
          <p:nvPr>
            <p:ph type="subTitle" idx="1"/>
          </p:nvPr>
        </p:nvSpPr>
        <p:spPr>
          <a:xfrm>
            <a:off x="876400" y="2254050"/>
            <a:ext cx="2996700" cy="1208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4420" name="Google Shape;4420;p15"/>
          <p:cNvGrpSpPr/>
          <p:nvPr/>
        </p:nvGrpSpPr>
        <p:grpSpPr>
          <a:xfrm rot="4430377" flipH="1">
            <a:off x="703139" y="3534190"/>
            <a:ext cx="1770838" cy="2139802"/>
            <a:chOff x="6068875" y="758513"/>
            <a:chExt cx="554100" cy="669550"/>
          </a:xfrm>
        </p:grpSpPr>
        <p:sp>
          <p:nvSpPr>
            <p:cNvPr id="4421" name="Google Shape;4421;p15"/>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15"/>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15"/>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15"/>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15"/>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15"/>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15"/>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15"/>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15"/>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15"/>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15"/>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15"/>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15"/>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15"/>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35" name="Google Shape;4435;p15"/>
          <p:cNvGrpSpPr/>
          <p:nvPr/>
        </p:nvGrpSpPr>
        <p:grpSpPr>
          <a:xfrm rot="10800000" flipH="1">
            <a:off x="153086" y="303335"/>
            <a:ext cx="897096" cy="874904"/>
            <a:chOff x="225997" y="123301"/>
            <a:chExt cx="631802" cy="616130"/>
          </a:xfrm>
        </p:grpSpPr>
        <p:grpSp>
          <p:nvGrpSpPr>
            <p:cNvPr id="4436" name="Google Shape;4436;p15"/>
            <p:cNvGrpSpPr/>
            <p:nvPr/>
          </p:nvGrpSpPr>
          <p:grpSpPr>
            <a:xfrm rot="9089783">
              <a:off x="302065" y="211047"/>
              <a:ext cx="479665" cy="440638"/>
              <a:chOff x="-960976" y="1975682"/>
              <a:chExt cx="1155492" cy="1061477"/>
            </a:xfrm>
          </p:grpSpPr>
          <p:sp>
            <p:nvSpPr>
              <p:cNvPr id="4437" name="Google Shape;4437;p15"/>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15"/>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15"/>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15"/>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15"/>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15"/>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15"/>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15"/>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15"/>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15"/>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15"/>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15"/>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15"/>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15"/>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15"/>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15"/>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15"/>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15"/>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15"/>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15"/>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15"/>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15"/>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15"/>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15"/>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15"/>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15"/>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15"/>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15"/>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15"/>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15"/>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15"/>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15"/>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15"/>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15"/>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15"/>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15"/>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15"/>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15"/>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15"/>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15"/>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15"/>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15"/>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15"/>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80" name="Google Shape;4480;p15"/>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81" name="Google Shape;4481;p15"/>
            <p:cNvGrpSpPr/>
            <p:nvPr/>
          </p:nvGrpSpPr>
          <p:grpSpPr>
            <a:xfrm>
              <a:off x="357526" y="269347"/>
              <a:ext cx="326648" cy="309474"/>
              <a:chOff x="3550326" y="4310672"/>
              <a:chExt cx="393741" cy="373040"/>
            </a:xfrm>
          </p:grpSpPr>
          <p:sp>
            <p:nvSpPr>
              <p:cNvPr id="4482" name="Google Shape;4482;p15"/>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15"/>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15"/>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15"/>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15"/>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15"/>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15"/>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15"/>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15"/>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15"/>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15"/>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15"/>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15"/>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15"/>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15"/>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15"/>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15"/>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15"/>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15"/>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15"/>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15"/>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15"/>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15"/>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15"/>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15"/>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15"/>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15"/>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15"/>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15"/>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15"/>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15"/>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15"/>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15"/>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15"/>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15"/>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15"/>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15"/>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15"/>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15"/>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15"/>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15"/>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15"/>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15"/>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15"/>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15"/>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15"/>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15"/>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15"/>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15"/>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15"/>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15"/>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15"/>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15"/>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15"/>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15"/>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15"/>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15"/>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15"/>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15"/>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15"/>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15"/>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15"/>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15"/>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45" name="Google Shape;4545;p15"/>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15"/>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15"/>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889"/>
        <p:cNvGrpSpPr/>
        <p:nvPr/>
      </p:nvGrpSpPr>
      <p:grpSpPr>
        <a:xfrm>
          <a:off x="0" y="0"/>
          <a:ext cx="0" cy="0"/>
          <a:chOff x="0" y="0"/>
          <a:chExt cx="0" cy="0"/>
        </a:xfrm>
      </p:grpSpPr>
      <p:sp>
        <p:nvSpPr>
          <p:cNvPr id="4890" name="Google Shape;4890;p17"/>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91" name="Google Shape;4891;p17"/>
          <p:cNvGrpSpPr/>
          <p:nvPr/>
        </p:nvGrpSpPr>
        <p:grpSpPr>
          <a:xfrm rot="-2221945">
            <a:off x="-204424" y="3176838"/>
            <a:ext cx="1255902" cy="1398801"/>
            <a:chOff x="1416325" y="1320700"/>
            <a:chExt cx="836250" cy="931400"/>
          </a:xfrm>
        </p:grpSpPr>
        <p:sp>
          <p:nvSpPr>
            <p:cNvPr id="4892" name="Google Shape;4892;p17"/>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3" name="Google Shape;4893;p17"/>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17"/>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5" name="Google Shape;4895;p17"/>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6" name="Google Shape;4896;p17"/>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17"/>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8" name="Google Shape;4898;p17"/>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9" name="Google Shape;4899;p17"/>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17"/>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1" name="Google Shape;4901;p17"/>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2" name="Google Shape;4902;p17"/>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17"/>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4" name="Google Shape;4904;p17"/>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5" name="Google Shape;4905;p17"/>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17"/>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7" name="Google Shape;4907;p17"/>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8" name="Google Shape;4908;p17"/>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17"/>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0" name="Google Shape;4910;p17"/>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1" name="Google Shape;4911;p17"/>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17"/>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3" name="Google Shape;4913;p17"/>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4" name="Google Shape;4914;p17"/>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17"/>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6" name="Google Shape;4916;p17"/>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7" name="Google Shape;4917;p17"/>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17"/>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9" name="Google Shape;4919;p17"/>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0" name="Google Shape;4920;p17"/>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17"/>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2" name="Google Shape;4922;p17"/>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3" name="Google Shape;4923;p17"/>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17"/>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17"/>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17"/>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17"/>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8" name="Google Shape;4928;p17"/>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17"/>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17"/>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1" name="Google Shape;4931;p17"/>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2" name="Google Shape;4932;p17"/>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17"/>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17"/>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5" name="Google Shape;4935;p17"/>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17"/>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17"/>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17"/>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17"/>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0" name="Google Shape;4940;p17"/>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17"/>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17"/>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3" name="Google Shape;4943;p17"/>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4" name="Google Shape;4944;p17"/>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17"/>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17"/>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7" name="Google Shape;4947;p17"/>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17"/>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17"/>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17"/>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17"/>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2" name="Google Shape;4952;p17"/>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17"/>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17"/>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5" name="Google Shape;4955;p17"/>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17"/>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17"/>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17"/>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17"/>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0" name="Google Shape;4960;p17"/>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17"/>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17"/>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3" name="Google Shape;4963;p17"/>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17"/>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17"/>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17"/>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17"/>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8" name="Google Shape;4968;p17"/>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17"/>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17"/>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1" name="Google Shape;4971;p17"/>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2" name="Google Shape;4972;p17"/>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17"/>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17"/>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5" name="Google Shape;4975;p17"/>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17"/>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7" name="Google Shape;4977;p17"/>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8" name="Google Shape;4978;p17"/>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17"/>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0" name="Google Shape;4980;p17"/>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17"/>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17"/>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3" name="Google Shape;4983;p17"/>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17"/>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17"/>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17"/>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7" name="Google Shape;4987;p17"/>
          <p:cNvGrpSpPr/>
          <p:nvPr/>
        </p:nvGrpSpPr>
        <p:grpSpPr>
          <a:xfrm rot="-7373074">
            <a:off x="7641591" y="2896447"/>
            <a:ext cx="1789516" cy="2162372"/>
            <a:chOff x="6068875" y="758513"/>
            <a:chExt cx="554100" cy="669550"/>
          </a:xfrm>
        </p:grpSpPr>
        <p:sp>
          <p:nvSpPr>
            <p:cNvPr id="4988" name="Google Shape;4988;p17"/>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9" name="Google Shape;4989;p17"/>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17"/>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17"/>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17"/>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17"/>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17"/>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17"/>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6" name="Google Shape;4996;p17"/>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17"/>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17"/>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17"/>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0" name="Google Shape;5000;p17"/>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1" name="Google Shape;5001;p17"/>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02" name="Google Shape;5002;p17"/>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3" name="Google Shape;5003;p17"/>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004" name="Google Shape;5004;p17"/>
          <p:cNvSpPr txBox="1">
            <a:spLocks noGrp="1"/>
          </p:cNvSpPr>
          <p:nvPr>
            <p:ph type="title" idx="2"/>
          </p:nvPr>
        </p:nvSpPr>
        <p:spPr>
          <a:xfrm>
            <a:off x="884900" y="2639225"/>
            <a:ext cx="2216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dk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005" name="Google Shape;5005;p17"/>
          <p:cNvSpPr txBox="1">
            <a:spLocks noGrp="1"/>
          </p:cNvSpPr>
          <p:nvPr>
            <p:ph type="subTitle" idx="1"/>
          </p:nvPr>
        </p:nvSpPr>
        <p:spPr>
          <a:xfrm>
            <a:off x="884900" y="3166925"/>
            <a:ext cx="2216100" cy="6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006" name="Google Shape;5006;p17"/>
          <p:cNvSpPr txBox="1">
            <a:spLocks noGrp="1"/>
          </p:cNvSpPr>
          <p:nvPr>
            <p:ph type="title" idx="3"/>
          </p:nvPr>
        </p:nvSpPr>
        <p:spPr>
          <a:xfrm>
            <a:off x="3463949" y="2639225"/>
            <a:ext cx="2216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dk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007" name="Google Shape;5007;p17"/>
          <p:cNvSpPr txBox="1">
            <a:spLocks noGrp="1"/>
          </p:cNvSpPr>
          <p:nvPr>
            <p:ph type="subTitle" idx="4"/>
          </p:nvPr>
        </p:nvSpPr>
        <p:spPr>
          <a:xfrm>
            <a:off x="3463951" y="3166925"/>
            <a:ext cx="2216100" cy="6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008" name="Google Shape;5008;p17"/>
          <p:cNvSpPr txBox="1">
            <a:spLocks noGrp="1"/>
          </p:cNvSpPr>
          <p:nvPr>
            <p:ph type="title" idx="5"/>
          </p:nvPr>
        </p:nvSpPr>
        <p:spPr>
          <a:xfrm>
            <a:off x="6042993" y="2639225"/>
            <a:ext cx="22161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dk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5009" name="Google Shape;5009;p17"/>
          <p:cNvSpPr txBox="1">
            <a:spLocks noGrp="1"/>
          </p:cNvSpPr>
          <p:nvPr>
            <p:ph type="subTitle" idx="6"/>
          </p:nvPr>
        </p:nvSpPr>
        <p:spPr>
          <a:xfrm>
            <a:off x="6042999" y="3166925"/>
            <a:ext cx="2216100" cy="66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5010" name="Google Shape;5010;p17"/>
          <p:cNvGrpSpPr/>
          <p:nvPr/>
        </p:nvGrpSpPr>
        <p:grpSpPr>
          <a:xfrm rot="-3081600">
            <a:off x="7580618" y="100579"/>
            <a:ext cx="1375951" cy="1410878"/>
            <a:chOff x="3993975" y="1524025"/>
            <a:chExt cx="781000" cy="800825"/>
          </a:xfrm>
        </p:grpSpPr>
        <p:sp>
          <p:nvSpPr>
            <p:cNvPr id="5011" name="Google Shape;5011;p17"/>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2" name="Google Shape;5012;p17"/>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3" name="Google Shape;5013;p17"/>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17"/>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5" name="Google Shape;5015;p17"/>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6" name="Google Shape;5016;p17"/>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17"/>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8" name="Google Shape;5018;p17"/>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9" name="Google Shape;5019;p17"/>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17"/>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1" name="Google Shape;5021;p17"/>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2" name="Google Shape;5022;p17"/>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17"/>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4" name="Google Shape;5024;p17"/>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5" name="Google Shape;5025;p17"/>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17"/>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7" name="Google Shape;5027;p17"/>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8" name="Google Shape;5028;p17"/>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17"/>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0" name="Google Shape;5030;p17"/>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1" name="Google Shape;5031;p17"/>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17"/>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3" name="Google Shape;5033;p17"/>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4" name="Google Shape;5034;p17"/>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17"/>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6" name="Google Shape;5036;p17"/>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7" name="Google Shape;5037;p17"/>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17"/>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9" name="Google Shape;5039;p17"/>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0" name="Google Shape;5040;p17"/>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17"/>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2" name="Google Shape;5042;p17"/>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3" name="Google Shape;5043;p17"/>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17"/>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5" name="Google Shape;5045;p17"/>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6" name="Google Shape;5046;p17"/>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17"/>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8" name="Google Shape;5048;p17"/>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9" name="Google Shape;5049;p17"/>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0" name="Google Shape;5050;p17"/>
          <p:cNvGrpSpPr/>
          <p:nvPr/>
        </p:nvGrpSpPr>
        <p:grpSpPr>
          <a:xfrm>
            <a:off x="184459" y="864160"/>
            <a:ext cx="700446" cy="618348"/>
            <a:chOff x="3503083" y="4268071"/>
            <a:chExt cx="538970" cy="475799"/>
          </a:xfrm>
        </p:grpSpPr>
        <p:sp>
          <p:nvSpPr>
            <p:cNvPr id="5051" name="Google Shape;5051;p17"/>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52" name="Google Shape;5052;p17"/>
            <p:cNvGrpSpPr/>
            <p:nvPr/>
          </p:nvGrpSpPr>
          <p:grpSpPr>
            <a:xfrm>
              <a:off x="3550326" y="4310672"/>
              <a:ext cx="393741" cy="373040"/>
              <a:chOff x="3550326" y="4310672"/>
              <a:chExt cx="393741" cy="373040"/>
            </a:xfrm>
          </p:grpSpPr>
          <p:sp>
            <p:nvSpPr>
              <p:cNvPr id="5053" name="Google Shape;5053;p17"/>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4" name="Google Shape;5054;p17"/>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5" name="Google Shape;5055;p17"/>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17"/>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7" name="Google Shape;5057;p17"/>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8" name="Google Shape;5058;p17"/>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17"/>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0" name="Google Shape;5060;p17"/>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1" name="Google Shape;5061;p17"/>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17"/>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3" name="Google Shape;5063;p17"/>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4" name="Google Shape;5064;p17"/>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17"/>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6" name="Google Shape;5066;p17"/>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7" name="Google Shape;5067;p17"/>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17"/>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9" name="Google Shape;5069;p17"/>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0" name="Google Shape;5070;p17"/>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17"/>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2" name="Google Shape;5072;p17"/>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17"/>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4" name="Google Shape;5074;p17"/>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5" name="Google Shape;5075;p17"/>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17"/>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7" name="Google Shape;5077;p17"/>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8" name="Google Shape;5078;p17"/>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17"/>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0" name="Google Shape;5080;p17"/>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1" name="Google Shape;5081;p17"/>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17"/>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3" name="Google Shape;5083;p17"/>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4" name="Google Shape;5084;p17"/>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5" name="Google Shape;5085;p17"/>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17"/>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17"/>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17"/>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17"/>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17"/>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17"/>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17"/>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17"/>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17"/>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17"/>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17"/>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17"/>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17"/>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17"/>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17"/>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17"/>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17"/>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17"/>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17"/>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17"/>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17"/>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17"/>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17"/>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17"/>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17"/>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17"/>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17"/>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17"/>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17"/>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17"/>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16" name="Google Shape;5116;p17"/>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17"/>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17"/>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964"/>
        <p:cNvGrpSpPr/>
        <p:nvPr/>
      </p:nvGrpSpPr>
      <p:grpSpPr>
        <a:xfrm>
          <a:off x="0" y="0"/>
          <a:ext cx="0" cy="0"/>
          <a:chOff x="0" y="0"/>
          <a:chExt cx="0" cy="0"/>
        </a:xfrm>
      </p:grpSpPr>
      <p:sp>
        <p:nvSpPr>
          <p:cNvPr id="5965" name="Google Shape;5965;p21"/>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21"/>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21"/>
          <p:cNvSpPr txBox="1">
            <a:spLocks noGrp="1"/>
          </p:cNvSpPr>
          <p:nvPr>
            <p:ph type="title" hasCustomPrompt="1"/>
          </p:nvPr>
        </p:nvSpPr>
        <p:spPr>
          <a:xfrm>
            <a:off x="1064563" y="1746413"/>
            <a:ext cx="3175800" cy="93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7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968" name="Google Shape;5968;p21"/>
          <p:cNvSpPr txBox="1">
            <a:spLocks noGrp="1"/>
          </p:cNvSpPr>
          <p:nvPr>
            <p:ph type="subTitle" idx="1"/>
          </p:nvPr>
        </p:nvSpPr>
        <p:spPr>
          <a:xfrm>
            <a:off x="1064575" y="2684591"/>
            <a:ext cx="3175800" cy="712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5969" name="Google Shape;5969;p21"/>
          <p:cNvSpPr txBox="1">
            <a:spLocks noGrp="1"/>
          </p:cNvSpPr>
          <p:nvPr>
            <p:ph type="title" idx="2" hasCustomPrompt="1"/>
          </p:nvPr>
        </p:nvSpPr>
        <p:spPr>
          <a:xfrm>
            <a:off x="4903639" y="1746420"/>
            <a:ext cx="3175800" cy="938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7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970" name="Google Shape;5970;p21"/>
          <p:cNvSpPr txBox="1">
            <a:spLocks noGrp="1"/>
          </p:cNvSpPr>
          <p:nvPr>
            <p:ph type="subTitle" idx="3"/>
          </p:nvPr>
        </p:nvSpPr>
        <p:spPr>
          <a:xfrm>
            <a:off x="4903634" y="2684588"/>
            <a:ext cx="3175800" cy="712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grpSp>
        <p:nvGrpSpPr>
          <p:cNvPr id="5971" name="Google Shape;5971;p21"/>
          <p:cNvGrpSpPr/>
          <p:nvPr/>
        </p:nvGrpSpPr>
        <p:grpSpPr>
          <a:xfrm rot="3967124" flipH="1">
            <a:off x="6384571" y="-560992"/>
            <a:ext cx="1908898" cy="2306628"/>
            <a:chOff x="6068875" y="758513"/>
            <a:chExt cx="554100" cy="669550"/>
          </a:xfrm>
        </p:grpSpPr>
        <p:sp>
          <p:nvSpPr>
            <p:cNvPr id="5972" name="Google Shape;5972;p21"/>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3" name="Google Shape;5973;p21"/>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4" name="Google Shape;5974;p21"/>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21"/>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6" name="Google Shape;5976;p21"/>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21"/>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21"/>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9" name="Google Shape;5979;p21"/>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21"/>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21"/>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21"/>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21"/>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21"/>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21"/>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6" name="Google Shape;5986;p21"/>
          <p:cNvGrpSpPr/>
          <p:nvPr/>
        </p:nvGrpSpPr>
        <p:grpSpPr>
          <a:xfrm flipH="1">
            <a:off x="4175589" y="4282747"/>
            <a:ext cx="728041" cy="642709"/>
            <a:chOff x="3503083" y="4268071"/>
            <a:chExt cx="538970" cy="475799"/>
          </a:xfrm>
        </p:grpSpPr>
        <p:sp>
          <p:nvSpPr>
            <p:cNvPr id="5987" name="Google Shape;5987;p21"/>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88" name="Google Shape;5988;p21"/>
            <p:cNvGrpSpPr/>
            <p:nvPr/>
          </p:nvGrpSpPr>
          <p:grpSpPr>
            <a:xfrm>
              <a:off x="3550326" y="4310672"/>
              <a:ext cx="393741" cy="373040"/>
              <a:chOff x="3550326" y="4310672"/>
              <a:chExt cx="393741" cy="373040"/>
            </a:xfrm>
          </p:grpSpPr>
          <p:sp>
            <p:nvSpPr>
              <p:cNvPr id="5989" name="Google Shape;5989;p21"/>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0" name="Google Shape;5990;p21"/>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21"/>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2" name="Google Shape;5992;p21"/>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3" name="Google Shape;5993;p21"/>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21"/>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21"/>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6" name="Google Shape;5996;p21"/>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21"/>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21"/>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21"/>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0" name="Google Shape;6000;p21"/>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21"/>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21"/>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21"/>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21"/>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21"/>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21"/>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21"/>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8" name="Google Shape;6008;p21"/>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21"/>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21"/>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21"/>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21"/>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21"/>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4" name="Google Shape;6014;p21"/>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5" name="Google Shape;6015;p21"/>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6" name="Google Shape;6016;p21"/>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21"/>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21"/>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21"/>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21"/>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21"/>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21"/>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21"/>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21"/>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21"/>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21"/>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21"/>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21"/>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21"/>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21"/>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1" name="Google Shape;6031;p21"/>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2" name="Google Shape;6032;p21"/>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3" name="Google Shape;6033;p21"/>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21"/>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5" name="Google Shape;6035;p21"/>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6" name="Google Shape;6036;p21"/>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21"/>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21"/>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9" name="Google Shape;6039;p21"/>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0" name="Google Shape;6040;p21"/>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1" name="Google Shape;6041;p21"/>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2" name="Google Shape;6042;p21"/>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21"/>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21"/>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21"/>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6" name="Google Shape;6046;p21"/>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7" name="Google Shape;6047;p21"/>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21"/>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21"/>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0" name="Google Shape;6050;p21"/>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21"/>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52" name="Google Shape;6052;p21"/>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3" name="Google Shape;6053;p21"/>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4" name="Google Shape;6054;p21"/>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5" name="Google Shape;6055;p21"/>
          <p:cNvGrpSpPr/>
          <p:nvPr/>
        </p:nvGrpSpPr>
        <p:grpSpPr>
          <a:xfrm rot="1556782" flipH="1">
            <a:off x="-319659" y="424943"/>
            <a:ext cx="1458130" cy="1624039"/>
            <a:chOff x="1416325" y="1320700"/>
            <a:chExt cx="836250" cy="931400"/>
          </a:xfrm>
        </p:grpSpPr>
        <p:sp>
          <p:nvSpPr>
            <p:cNvPr id="6056" name="Google Shape;6056;p21"/>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21"/>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21"/>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9" name="Google Shape;6059;p21"/>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0" name="Google Shape;6060;p21"/>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1" name="Google Shape;6061;p21"/>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2" name="Google Shape;6062;p21"/>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3" name="Google Shape;6063;p21"/>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4" name="Google Shape;6064;p21"/>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21"/>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6" name="Google Shape;6066;p21"/>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7" name="Google Shape;6067;p21"/>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8" name="Google Shape;6068;p21"/>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9" name="Google Shape;6069;p21"/>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0" name="Google Shape;6070;p21"/>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1" name="Google Shape;6071;p21"/>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2" name="Google Shape;6072;p21"/>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3" name="Google Shape;6073;p21"/>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21"/>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21"/>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6" name="Google Shape;6076;p21"/>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7" name="Google Shape;6077;p21"/>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8" name="Google Shape;6078;p21"/>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9" name="Google Shape;6079;p21"/>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0" name="Google Shape;6080;p21"/>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21"/>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2" name="Google Shape;6082;p21"/>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3" name="Google Shape;6083;p21"/>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21"/>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21"/>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21"/>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21"/>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21"/>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9" name="Google Shape;6089;p21"/>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0" name="Google Shape;6090;p21"/>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1" name="Google Shape;6091;p21"/>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2" name="Google Shape;6092;p21"/>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3" name="Google Shape;6093;p21"/>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4" name="Google Shape;6094;p21"/>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5" name="Google Shape;6095;p21"/>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6" name="Google Shape;6096;p21"/>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7" name="Google Shape;6097;p21"/>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8" name="Google Shape;6098;p21"/>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9" name="Google Shape;6099;p21"/>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21"/>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21"/>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2" name="Google Shape;6102;p21"/>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21"/>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21"/>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21"/>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6" name="Google Shape;6106;p21"/>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7" name="Google Shape;6107;p21"/>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21"/>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9" name="Google Shape;6109;p21"/>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21"/>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1" name="Google Shape;6111;p21"/>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21"/>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3" name="Google Shape;6113;p21"/>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4" name="Google Shape;6114;p21"/>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21"/>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21"/>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21"/>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8" name="Google Shape;6118;p21"/>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9" name="Google Shape;6119;p21"/>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0" name="Google Shape;6120;p21"/>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1" name="Google Shape;6121;p21"/>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2" name="Google Shape;6122;p21"/>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3" name="Google Shape;6123;p21"/>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4" name="Google Shape;6124;p21"/>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5" name="Google Shape;6125;p21"/>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6" name="Google Shape;6126;p21"/>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7" name="Google Shape;6127;p21"/>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8" name="Google Shape;6128;p21"/>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9" name="Google Shape;6129;p21"/>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0" name="Google Shape;6130;p21"/>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1" name="Google Shape;6131;p21"/>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2" name="Google Shape;6132;p21"/>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3" name="Google Shape;6133;p21"/>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4" name="Google Shape;6134;p21"/>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21"/>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21"/>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21"/>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21"/>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21"/>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0" name="Google Shape;6140;p21"/>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1" name="Google Shape;6141;p21"/>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21"/>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21"/>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4" name="Google Shape;6144;p21"/>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5" name="Google Shape;6145;p21"/>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6" name="Google Shape;6146;p21"/>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7" name="Google Shape;6147;p21"/>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21"/>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9" name="Google Shape;6149;p21"/>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0" name="Google Shape;6150;p21"/>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1" name="Google Shape;6151;p21"/>
          <p:cNvGrpSpPr/>
          <p:nvPr/>
        </p:nvGrpSpPr>
        <p:grpSpPr>
          <a:xfrm rot="10800000" flipH="1">
            <a:off x="3411861" y="-80240"/>
            <a:ext cx="897096" cy="874904"/>
            <a:chOff x="225997" y="123301"/>
            <a:chExt cx="631802" cy="616130"/>
          </a:xfrm>
        </p:grpSpPr>
        <p:grpSp>
          <p:nvGrpSpPr>
            <p:cNvPr id="6152" name="Google Shape;6152;p21"/>
            <p:cNvGrpSpPr/>
            <p:nvPr/>
          </p:nvGrpSpPr>
          <p:grpSpPr>
            <a:xfrm rot="9089783">
              <a:off x="302065" y="211047"/>
              <a:ext cx="479665" cy="440638"/>
              <a:chOff x="-960976" y="1975682"/>
              <a:chExt cx="1155492" cy="1061477"/>
            </a:xfrm>
          </p:grpSpPr>
          <p:sp>
            <p:nvSpPr>
              <p:cNvPr id="6153" name="Google Shape;6153;p21"/>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21"/>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5" name="Google Shape;6155;p21"/>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6" name="Google Shape;6156;p21"/>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21"/>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21"/>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9" name="Google Shape;6159;p21"/>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0" name="Google Shape;6160;p21"/>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21"/>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21"/>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21"/>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21"/>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21"/>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6" name="Google Shape;6166;p21"/>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7" name="Google Shape;6167;p21"/>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8" name="Google Shape;6168;p21"/>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9" name="Google Shape;6169;p21"/>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21"/>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1" name="Google Shape;6171;p21"/>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2" name="Google Shape;6172;p21"/>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3" name="Google Shape;6173;p21"/>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4" name="Google Shape;6174;p21"/>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5" name="Google Shape;6175;p21"/>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6" name="Google Shape;6176;p21"/>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7" name="Google Shape;6177;p21"/>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8" name="Google Shape;6178;p21"/>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9" name="Google Shape;6179;p21"/>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0" name="Google Shape;6180;p21"/>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21"/>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21"/>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3" name="Google Shape;6183;p21"/>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4" name="Google Shape;6184;p21"/>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5" name="Google Shape;6185;p21"/>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21"/>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7" name="Google Shape;6187;p21"/>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8" name="Google Shape;6188;p21"/>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21"/>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0" name="Google Shape;6190;p21"/>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1" name="Google Shape;6191;p21"/>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21"/>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3" name="Google Shape;6193;p21"/>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4" name="Google Shape;6194;p21"/>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5" name="Google Shape;6195;p21"/>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96" name="Google Shape;6196;p21"/>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7" name="Google Shape;6197;p21"/>
            <p:cNvGrpSpPr/>
            <p:nvPr/>
          </p:nvGrpSpPr>
          <p:grpSpPr>
            <a:xfrm>
              <a:off x="357526" y="269347"/>
              <a:ext cx="326648" cy="309474"/>
              <a:chOff x="3550326" y="4310672"/>
              <a:chExt cx="393741" cy="373040"/>
            </a:xfrm>
          </p:grpSpPr>
          <p:sp>
            <p:nvSpPr>
              <p:cNvPr id="6198" name="Google Shape;6198;p21"/>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9" name="Google Shape;6199;p21"/>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0" name="Google Shape;6200;p21"/>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21"/>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21"/>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21"/>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21"/>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5" name="Google Shape;6205;p21"/>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6" name="Google Shape;6206;p21"/>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21"/>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21"/>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9" name="Google Shape;6209;p21"/>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0" name="Google Shape;6210;p21"/>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1" name="Google Shape;6211;p21"/>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21"/>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3" name="Google Shape;6213;p21"/>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4" name="Google Shape;6214;p21"/>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5" name="Google Shape;6215;p21"/>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6" name="Google Shape;6216;p21"/>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21"/>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21"/>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21"/>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21"/>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1" name="Google Shape;6221;p21"/>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2" name="Google Shape;6222;p21"/>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21"/>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4" name="Google Shape;6224;p21"/>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5" name="Google Shape;6225;p21"/>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21"/>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7" name="Google Shape;6227;p21"/>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8" name="Google Shape;6228;p21"/>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21"/>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0" name="Google Shape;6230;p21"/>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1" name="Google Shape;6231;p21"/>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2" name="Google Shape;6232;p21"/>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3" name="Google Shape;6233;p21"/>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21"/>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21"/>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21"/>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7" name="Google Shape;6237;p21"/>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8" name="Google Shape;6238;p21"/>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21"/>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21"/>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21"/>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21"/>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3" name="Google Shape;6243;p21"/>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4" name="Google Shape;6244;p21"/>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5" name="Google Shape;6245;p21"/>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21"/>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7" name="Google Shape;6247;p21"/>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8" name="Google Shape;6248;p21"/>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21"/>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0" name="Google Shape;6250;p21"/>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1" name="Google Shape;6251;p21"/>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21"/>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3" name="Google Shape;6253;p21"/>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4" name="Google Shape;6254;p21"/>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21"/>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6" name="Google Shape;6256;p21"/>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7" name="Google Shape;6257;p21"/>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8" name="Google Shape;6258;p21"/>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9" name="Google Shape;6259;p21"/>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21"/>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61" name="Google Shape;6261;p21"/>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21"/>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3" name="Google Shape;6263;p21"/>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64" name="Google Shape;6264;p21"/>
          <p:cNvGrpSpPr/>
          <p:nvPr/>
        </p:nvGrpSpPr>
        <p:grpSpPr>
          <a:xfrm rot="933815">
            <a:off x="7087665" y="3585464"/>
            <a:ext cx="1632398" cy="1673857"/>
            <a:chOff x="3993975" y="1524025"/>
            <a:chExt cx="781000" cy="800825"/>
          </a:xfrm>
        </p:grpSpPr>
        <p:sp>
          <p:nvSpPr>
            <p:cNvPr id="6265" name="Google Shape;6265;p21"/>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21"/>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21"/>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8" name="Google Shape;6268;p21"/>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21"/>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21"/>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21"/>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2" name="Google Shape;6272;p21"/>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3" name="Google Shape;6273;p21"/>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21"/>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21"/>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6" name="Google Shape;6276;p21"/>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7" name="Google Shape;6277;p21"/>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8" name="Google Shape;6278;p21"/>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21"/>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21"/>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21"/>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2" name="Google Shape;6282;p21"/>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3" name="Google Shape;6283;p21"/>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21"/>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21"/>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21"/>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21"/>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8" name="Google Shape;6288;p21"/>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9" name="Google Shape;6289;p21"/>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21"/>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21"/>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21"/>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21"/>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21"/>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21"/>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21"/>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21"/>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21"/>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9" name="Google Shape;6299;p21"/>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0" name="Google Shape;6300;p21"/>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21"/>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21"/>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21"/>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071"/>
        <p:cNvGrpSpPr/>
        <p:nvPr/>
      </p:nvGrpSpPr>
      <p:grpSpPr>
        <a:xfrm>
          <a:off x="0" y="0"/>
          <a:ext cx="0" cy="0"/>
          <a:chOff x="0" y="0"/>
          <a:chExt cx="0" cy="0"/>
        </a:xfrm>
      </p:grpSpPr>
      <p:sp>
        <p:nvSpPr>
          <p:cNvPr id="7072" name="Google Shape;7072;p25"/>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73" name="Google Shape;7073;p25"/>
          <p:cNvGrpSpPr/>
          <p:nvPr/>
        </p:nvGrpSpPr>
        <p:grpSpPr>
          <a:xfrm rot="-1449974">
            <a:off x="8353059" y="3430878"/>
            <a:ext cx="983763" cy="1095782"/>
            <a:chOff x="1416325" y="1320700"/>
            <a:chExt cx="836250" cy="931400"/>
          </a:xfrm>
        </p:grpSpPr>
        <p:sp>
          <p:nvSpPr>
            <p:cNvPr id="7074" name="Google Shape;7074;p25"/>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5" name="Google Shape;7075;p25"/>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6" name="Google Shape;7076;p25"/>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7" name="Google Shape;7077;p25"/>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25"/>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9" name="Google Shape;7079;p25"/>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0" name="Google Shape;7080;p25"/>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1" name="Google Shape;7081;p25"/>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25"/>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3" name="Google Shape;7083;p25"/>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4" name="Google Shape;7084;p25"/>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5" name="Google Shape;7085;p25"/>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6" name="Google Shape;7086;p25"/>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7" name="Google Shape;7087;p25"/>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8" name="Google Shape;7088;p25"/>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9" name="Google Shape;7089;p25"/>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0" name="Google Shape;7090;p25"/>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1" name="Google Shape;7091;p25"/>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2" name="Google Shape;7092;p25"/>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3" name="Google Shape;7093;p25"/>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4" name="Google Shape;7094;p25"/>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5" name="Google Shape;7095;p25"/>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6" name="Google Shape;7096;p25"/>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7" name="Google Shape;7097;p25"/>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8" name="Google Shape;7098;p25"/>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9" name="Google Shape;7099;p25"/>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0" name="Google Shape;7100;p25"/>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1" name="Google Shape;7101;p25"/>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2" name="Google Shape;7102;p25"/>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3" name="Google Shape;7103;p25"/>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4" name="Google Shape;7104;p25"/>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5" name="Google Shape;7105;p25"/>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6" name="Google Shape;7106;p25"/>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7" name="Google Shape;7107;p25"/>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8" name="Google Shape;7108;p25"/>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25"/>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0" name="Google Shape;7110;p25"/>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1" name="Google Shape;7111;p25"/>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2" name="Google Shape;7112;p25"/>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3" name="Google Shape;7113;p25"/>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4" name="Google Shape;7114;p25"/>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5" name="Google Shape;7115;p25"/>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25"/>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25"/>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8" name="Google Shape;7118;p25"/>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9" name="Google Shape;7119;p25"/>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0" name="Google Shape;7120;p25"/>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1" name="Google Shape;7121;p25"/>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2" name="Google Shape;7122;p25"/>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3" name="Google Shape;7123;p25"/>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4" name="Google Shape;7124;p25"/>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5" name="Google Shape;7125;p25"/>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6" name="Google Shape;7126;p25"/>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7" name="Google Shape;7127;p25"/>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25"/>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9" name="Google Shape;7129;p25"/>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0" name="Google Shape;7130;p25"/>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1" name="Google Shape;7131;p25"/>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25"/>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25"/>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4" name="Google Shape;7134;p25"/>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5" name="Google Shape;7135;p25"/>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25"/>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7" name="Google Shape;7137;p25"/>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8" name="Google Shape;7138;p25"/>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9" name="Google Shape;7139;p25"/>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0" name="Google Shape;7140;p25"/>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1" name="Google Shape;7141;p25"/>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2" name="Google Shape;7142;p25"/>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3" name="Google Shape;7143;p25"/>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4" name="Google Shape;7144;p25"/>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5" name="Google Shape;7145;p25"/>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25"/>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7" name="Google Shape;7147;p25"/>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8" name="Google Shape;7148;p25"/>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9" name="Google Shape;7149;p25"/>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0" name="Google Shape;7150;p25"/>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25"/>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2" name="Google Shape;7152;p25"/>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3" name="Google Shape;7153;p25"/>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25"/>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5" name="Google Shape;7155;p25"/>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6" name="Google Shape;7156;p25"/>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7" name="Google Shape;7157;p25"/>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8" name="Google Shape;7158;p25"/>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9" name="Google Shape;7159;p25"/>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0" name="Google Shape;7160;p25"/>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1" name="Google Shape;7161;p25"/>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2" name="Google Shape;7162;p25"/>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3" name="Google Shape;7163;p25"/>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4" name="Google Shape;7164;p25"/>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5" name="Google Shape;7165;p25"/>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6" name="Google Shape;7166;p25"/>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7" name="Google Shape;7167;p25"/>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8" name="Google Shape;7168;p25"/>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9" name="Google Shape;7169;p25"/>
          <p:cNvGrpSpPr/>
          <p:nvPr/>
        </p:nvGrpSpPr>
        <p:grpSpPr>
          <a:xfrm>
            <a:off x="235213" y="4346512"/>
            <a:ext cx="727017" cy="641805"/>
            <a:chOff x="3503083" y="4268071"/>
            <a:chExt cx="538970" cy="475799"/>
          </a:xfrm>
        </p:grpSpPr>
        <p:sp>
          <p:nvSpPr>
            <p:cNvPr id="7170" name="Google Shape;7170;p25"/>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71" name="Google Shape;7171;p25"/>
            <p:cNvGrpSpPr/>
            <p:nvPr/>
          </p:nvGrpSpPr>
          <p:grpSpPr>
            <a:xfrm>
              <a:off x="3550326" y="4310672"/>
              <a:ext cx="393741" cy="373040"/>
              <a:chOff x="3550326" y="4310672"/>
              <a:chExt cx="393741" cy="373040"/>
            </a:xfrm>
          </p:grpSpPr>
          <p:sp>
            <p:nvSpPr>
              <p:cNvPr id="7172" name="Google Shape;7172;p25"/>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3" name="Google Shape;7173;p25"/>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25"/>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25"/>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6" name="Google Shape;7176;p25"/>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7" name="Google Shape;7177;p25"/>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8" name="Google Shape;7178;p25"/>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9" name="Google Shape;7179;p25"/>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0" name="Google Shape;7180;p25"/>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1" name="Google Shape;7181;p25"/>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2" name="Google Shape;7182;p25"/>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3" name="Google Shape;7183;p25"/>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4" name="Google Shape;7184;p25"/>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5" name="Google Shape;7185;p25"/>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6" name="Google Shape;7186;p25"/>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7" name="Google Shape;7187;p25"/>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8" name="Google Shape;7188;p25"/>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9" name="Google Shape;7189;p25"/>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0" name="Google Shape;7190;p25"/>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1" name="Google Shape;7191;p25"/>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2" name="Google Shape;7192;p25"/>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3" name="Google Shape;7193;p25"/>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4" name="Google Shape;7194;p25"/>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5" name="Google Shape;7195;p25"/>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25"/>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7" name="Google Shape;7197;p25"/>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8" name="Google Shape;7198;p25"/>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9" name="Google Shape;7199;p25"/>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0" name="Google Shape;7200;p25"/>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1" name="Google Shape;7201;p25"/>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2" name="Google Shape;7202;p25"/>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3" name="Google Shape;7203;p25"/>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4" name="Google Shape;7204;p25"/>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5" name="Google Shape;7205;p25"/>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6" name="Google Shape;7206;p25"/>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7" name="Google Shape;7207;p25"/>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8" name="Google Shape;7208;p25"/>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9" name="Google Shape;7209;p25"/>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0" name="Google Shape;7210;p25"/>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1" name="Google Shape;7211;p25"/>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25"/>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3" name="Google Shape;7213;p25"/>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4" name="Google Shape;7214;p25"/>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5" name="Google Shape;7215;p25"/>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6" name="Google Shape;7216;p25"/>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7" name="Google Shape;7217;p25"/>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8" name="Google Shape;7218;p25"/>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9" name="Google Shape;7219;p25"/>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0" name="Google Shape;7220;p25"/>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1" name="Google Shape;7221;p25"/>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2" name="Google Shape;7222;p25"/>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25"/>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4" name="Google Shape;7224;p25"/>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5" name="Google Shape;7225;p25"/>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6" name="Google Shape;7226;p25"/>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25"/>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8" name="Google Shape;7228;p25"/>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9" name="Google Shape;7229;p25"/>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0" name="Google Shape;7230;p25"/>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1" name="Google Shape;7231;p25"/>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2" name="Google Shape;7232;p25"/>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3" name="Google Shape;7233;p25"/>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4" name="Google Shape;7234;p25"/>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5" name="Google Shape;7235;p25"/>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6" name="Google Shape;7236;p25"/>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7" name="Google Shape;7237;p25"/>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8" name="Google Shape;7238;p25"/>
          <p:cNvSpPr/>
          <p:nvPr/>
        </p:nvSpPr>
        <p:spPr>
          <a:xfrm>
            <a:off x="564138" y="404400"/>
            <a:ext cx="8015700" cy="4334700"/>
          </a:xfrm>
          <a:prstGeom prst="roundRect">
            <a:avLst>
              <a:gd name="adj" fmla="val 6227"/>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39" name="Google Shape;7239;p25"/>
          <p:cNvGrpSpPr/>
          <p:nvPr/>
        </p:nvGrpSpPr>
        <p:grpSpPr>
          <a:xfrm rot="1318710">
            <a:off x="-295093" y="194094"/>
            <a:ext cx="1295063" cy="1327937"/>
            <a:chOff x="3993975" y="1524025"/>
            <a:chExt cx="781000" cy="800825"/>
          </a:xfrm>
        </p:grpSpPr>
        <p:sp>
          <p:nvSpPr>
            <p:cNvPr id="7240" name="Google Shape;7240;p25"/>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1" name="Google Shape;7241;p25"/>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2" name="Google Shape;7242;p25"/>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3" name="Google Shape;7243;p25"/>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4" name="Google Shape;7244;p25"/>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5" name="Google Shape;7245;p25"/>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6" name="Google Shape;7246;p25"/>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7" name="Google Shape;7247;p25"/>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8" name="Google Shape;7248;p25"/>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9" name="Google Shape;7249;p25"/>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0" name="Google Shape;7250;p25"/>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1" name="Google Shape;7251;p25"/>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25"/>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3" name="Google Shape;7253;p25"/>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4" name="Google Shape;7254;p25"/>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25"/>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25"/>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7" name="Google Shape;7257;p25"/>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8" name="Google Shape;7258;p25"/>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9" name="Google Shape;7259;p25"/>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0" name="Google Shape;7260;p25"/>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25"/>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25"/>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25"/>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4" name="Google Shape;7264;p25"/>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5" name="Google Shape;7265;p25"/>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6" name="Google Shape;7266;p25"/>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25"/>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25"/>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9" name="Google Shape;7269;p25"/>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0" name="Google Shape;7270;p25"/>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1" name="Google Shape;7271;p25"/>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25"/>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25"/>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4" name="Google Shape;7274;p25"/>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5" name="Google Shape;7275;p25"/>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6" name="Google Shape;7276;p25"/>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25"/>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8" name="Google Shape;7278;p25"/>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9" name="Google Shape;7279;p25"/>
          <p:cNvGrpSpPr/>
          <p:nvPr/>
        </p:nvGrpSpPr>
        <p:grpSpPr>
          <a:xfrm rot="10800000">
            <a:off x="8090062" y="315943"/>
            <a:ext cx="851985" cy="830851"/>
            <a:chOff x="225997" y="123301"/>
            <a:chExt cx="631802" cy="616130"/>
          </a:xfrm>
        </p:grpSpPr>
        <p:grpSp>
          <p:nvGrpSpPr>
            <p:cNvPr id="7280" name="Google Shape;7280;p25"/>
            <p:cNvGrpSpPr/>
            <p:nvPr/>
          </p:nvGrpSpPr>
          <p:grpSpPr>
            <a:xfrm rot="9089783">
              <a:off x="302065" y="211047"/>
              <a:ext cx="479665" cy="440638"/>
              <a:chOff x="-960976" y="1975682"/>
              <a:chExt cx="1155492" cy="1061477"/>
            </a:xfrm>
          </p:grpSpPr>
          <p:sp>
            <p:nvSpPr>
              <p:cNvPr id="7281" name="Google Shape;7281;p25"/>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2" name="Google Shape;7282;p25"/>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3" name="Google Shape;7283;p25"/>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25"/>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5" name="Google Shape;7285;p25"/>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6" name="Google Shape;7286;p25"/>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25"/>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8" name="Google Shape;7288;p25"/>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9" name="Google Shape;7289;p25"/>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0" name="Google Shape;7290;p25"/>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25"/>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25"/>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3" name="Google Shape;7293;p25"/>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4" name="Google Shape;7294;p25"/>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25"/>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6" name="Google Shape;7296;p25"/>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7" name="Google Shape;7297;p25"/>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25"/>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9" name="Google Shape;7299;p25"/>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0" name="Google Shape;7300;p25"/>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1" name="Google Shape;7301;p25"/>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25"/>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3" name="Google Shape;7303;p25"/>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4" name="Google Shape;7304;p25"/>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25"/>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6" name="Google Shape;7306;p25"/>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7" name="Google Shape;7307;p25"/>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8" name="Google Shape;7308;p25"/>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9" name="Google Shape;7309;p25"/>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0" name="Google Shape;7310;p25"/>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25"/>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2" name="Google Shape;7312;p25"/>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3" name="Google Shape;7313;p25"/>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4" name="Google Shape;7314;p25"/>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25"/>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25"/>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7" name="Google Shape;7317;p25"/>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8" name="Google Shape;7318;p25"/>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9" name="Google Shape;7319;p25"/>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0" name="Google Shape;7320;p25"/>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1" name="Google Shape;7321;p25"/>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25"/>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3" name="Google Shape;7323;p25"/>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24" name="Google Shape;7324;p25"/>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25" name="Google Shape;7325;p25"/>
            <p:cNvGrpSpPr/>
            <p:nvPr/>
          </p:nvGrpSpPr>
          <p:grpSpPr>
            <a:xfrm>
              <a:off x="357526" y="269347"/>
              <a:ext cx="326648" cy="309474"/>
              <a:chOff x="3550326" y="4310672"/>
              <a:chExt cx="393741" cy="373040"/>
            </a:xfrm>
          </p:grpSpPr>
          <p:sp>
            <p:nvSpPr>
              <p:cNvPr id="7326" name="Google Shape;7326;p25"/>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25"/>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25"/>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9" name="Google Shape;7329;p25"/>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0" name="Google Shape;7330;p25"/>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25"/>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25"/>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25"/>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25"/>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25"/>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25"/>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7" name="Google Shape;7337;p25"/>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8" name="Google Shape;7338;p25"/>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9" name="Google Shape;7339;p25"/>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25"/>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25"/>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2" name="Google Shape;7342;p25"/>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3" name="Google Shape;7343;p25"/>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25"/>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25"/>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6" name="Google Shape;7346;p25"/>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7" name="Google Shape;7347;p25"/>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8" name="Google Shape;7348;p25"/>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9" name="Google Shape;7349;p25"/>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0" name="Google Shape;7350;p25"/>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1" name="Google Shape;7351;p25"/>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2" name="Google Shape;7352;p25"/>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3" name="Google Shape;7353;p25"/>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4" name="Google Shape;7354;p25"/>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25"/>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6" name="Google Shape;7356;p25"/>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7" name="Google Shape;7357;p25"/>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25"/>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25"/>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0" name="Google Shape;7360;p25"/>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1" name="Google Shape;7361;p25"/>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2" name="Google Shape;7362;p25"/>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3" name="Google Shape;7363;p25"/>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4" name="Google Shape;7364;p25"/>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5" name="Google Shape;7365;p25"/>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6" name="Google Shape;7366;p25"/>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7" name="Google Shape;7367;p25"/>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8" name="Google Shape;7368;p25"/>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9" name="Google Shape;7369;p25"/>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0" name="Google Shape;7370;p25"/>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1" name="Google Shape;7371;p25"/>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2" name="Google Shape;7372;p25"/>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3" name="Google Shape;7373;p25"/>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4" name="Google Shape;7374;p25"/>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5" name="Google Shape;7375;p25"/>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6" name="Google Shape;7376;p25"/>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25"/>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8" name="Google Shape;7378;p25"/>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9" name="Google Shape;7379;p25"/>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25"/>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1" name="Google Shape;7381;p25"/>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25"/>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3" name="Google Shape;7383;p25"/>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4" name="Google Shape;7384;p25"/>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5" name="Google Shape;7385;p25"/>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25"/>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7" name="Google Shape;7387;p25"/>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8" name="Google Shape;7388;p25"/>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9" name="Google Shape;7389;p25"/>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0" name="Google Shape;7390;p25"/>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25"/>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392"/>
        <p:cNvGrpSpPr/>
        <p:nvPr/>
      </p:nvGrpSpPr>
      <p:grpSpPr>
        <a:xfrm>
          <a:off x="0" y="0"/>
          <a:ext cx="0" cy="0"/>
          <a:chOff x="0" y="0"/>
          <a:chExt cx="0" cy="0"/>
        </a:xfrm>
      </p:grpSpPr>
      <p:sp>
        <p:nvSpPr>
          <p:cNvPr id="7393" name="Google Shape;7393;p26"/>
          <p:cNvSpPr/>
          <p:nvPr/>
        </p:nvSpPr>
        <p:spPr>
          <a:xfrm>
            <a:off x="0" y="0"/>
            <a:ext cx="9143977" cy="5143627"/>
          </a:xfrm>
          <a:custGeom>
            <a:avLst/>
            <a:gdLst/>
            <a:ahLst/>
            <a:cxnLst/>
            <a:rect l="l" t="t" r="r" b="b"/>
            <a:pathLst>
              <a:path w="81548" h="45872" extrusionOk="0">
                <a:moveTo>
                  <a:pt x="64758" y="71"/>
                </a:moveTo>
                <a:lnTo>
                  <a:pt x="69040" y="2114"/>
                </a:lnTo>
                <a:lnTo>
                  <a:pt x="65686" y="5460"/>
                </a:lnTo>
                <a:lnTo>
                  <a:pt x="61404" y="3426"/>
                </a:lnTo>
                <a:lnTo>
                  <a:pt x="64758" y="71"/>
                </a:lnTo>
                <a:close/>
                <a:moveTo>
                  <a:pt x="12320" y="526"/>
                </a:moveTo>
                <a:lnTo>
                  <a:pt x="16602" y="2569"/>
                </a:lnTo>
                <a:lnTo>
                  <a:pt x="13239" y="5924"/>
                </a:lnTo>
                <a:lnTo>
                  <a:pt x="8966" y="3881"/>
                </a:lnTo>
                <a:lnTo>
                  <a:pt x="12320" y="526"/>
                </a:lnTo>
                <a:close/>
                <a:moveTo>
                  <a:pt x="44668" y="669"/>
                </a:moveTo>
                <a:lnTo>
                  <a:pt x="48941" y="2712"/>
                </a:lnTo>
                <a:lnTo>
                  <a:pt x="45587" y="6066"/>
                </a:lnTo>
                <a:lnTo>
                  <a:pt x="41313" y="4023"/>
                </a:lnTo>
                <a:lnTo>
                  <a:pt x="44668" y="669"/>
                </a:lnTo>
                <a:close/>
                <a:moveTo>
                  <a:pt x="24569" y="1276"/>
                </a:moveTo>
                <a:lnTo>
                  <a:pt x="28851" y="3310"/>
                </a:lnTo>
                <a:lnTo>
                  <a:pt x="25496" y="6664"/>
                </a:lnTo>
                <a:lnTo>
                  <a:pt x="21214" y="4630"/>
                </a:lnTo>
                <a:lnTo>
                  <a:pt x="24569" y="1276"/>
                </a:lnTo>
                <a:close/>
                <a:moveTo>
                  <a:pt x="56907" y="1418"/>
                </a:moveTo>
                <a:lnTo>
                  <a:pt x="61189" y="3461"/>
                </a:lnTo>
                <a:lnTo>
                  <a:pt x="57835" y="6816"/>
                </a:lnTo>
                <a:lnTo>
                  <a:pt x="53562" y="4773"/>
                </a:lnTo>
                <a:lnTo>
                  <a:pt x="56907" y="1418"/>
                </a:lnTo>
                <a:close/>
                <a:moveTo>
                  <a:pt x="4469" y="1882"/>
                </a:moveTo>
                <a:lnTo>
                  <a:pt x="8743" y="3925"/>
                </a:lnTo>
                <a:lnTo>
                  <a:pt x="5397" y="7271"/>
                </a:lnTo>
                <a:lnTo>
                  <a:pt x="1124" y="5228"/>
                </a:lnTo>
                <a:lnTo>
                  <a:pt x="4469" y="1882"/>
                </a:lnTo>
                <a:close/>
                <a:moveTo>
                  <a:pt x="36817" y="2025"/>
                </a:moveTo>
                <a:lnTo>
                  <a:pt x="41090" y="4059"/>
                </a:lnTo>
                <a:lnTo>
                  <a:pt x="37745" y="7413"/>
                </a:lnTo>
                <a:lnTo>
                  <a:pt x="33463" y="5370"/>
                </a:lnTo>
                <a:lnTo>
                  <a:pt x="36817" y="2025"/>
                </a:lnTo>
                <a:close/>
                <a:moveTo>
                  <a:pt x="69156" y="2168"/>
                </a:moveTo>
                <a:lnTo>
                  <a:pt x="73875" y="4416"/>
                </a:lnTo>
                <a:lnTo>
                  <a:pt x="70521" y="7770"/>
                </a:lnTo>
                <a:lnTo>
                  <a:pt x="65811" y="5522"/>
                </a:lnTo>
                <a:lnTo>
                  <a:pt x="69156" y="2168"/>
                </a:lnTo>
                <a:close/>
                <a:moveTo>
                  <a:pt x="16718" y="2623"/>
                </a:moveTo>
                <a:lnTo>
                  <a:pt x="21000" y="4666"/>
                </a:lnTo>
                <a:lnTo>
                  <a:pt x="17646" y="8020"/>
                </a:lnTo>
                <a:lnTo>
                  <a:pt x="13364" y="5977"/>
                </a:lnTo>
                <a:lnTo>
                  <a:pt x="16718" y="2623"/>
                </a:lnTo>
                <a:close/>
                <a:moveTo>
                  <a:pt x="49066" y="2774"/>
                </a:moveTo>
                <a:lnTo>
                  <a:pt x="53339" y="4808"/>
                </a:lnTo>
                <a:lnTo>
                  <a:pt x="49994" y="8163"/>
                </a:lnTo>
                <a:lnTo>
                  <a:pt x="45711" y="6120"/>
                </a:lnTo>
                <a:lnTo>
                  <a:pt x="49066" y="2774"/>
                </a:lnTo>
                <a:close/>
                <a:moveTo>
                  <a:pt x="28967" y="3372"/>
                </a:moveTo>
                <a:lnTo>
                  <a:pt x="33249" y="5415"/>
                </a:lnTo>
                <a:lnTo>
                  <a:pt x="29894" y="8760"/>
                </a:lnTo>
                <a:lnTo>
                  <a:pt x="25621" y="6726"/>
                </a:lnTo>
                <a:lnTo>
                  <a:pt x="28967" y="3372"/>
                </a:lnTo>
                <a:close/>
                <a:moveTo>
                  <a:pt x="61314" y="3515"/>
                </a:moveTo>
                <a:lnTo>
                  <a:pt x="65588" y="5558"/>
                </a:lnTo>
                <a:lnTo>
                  <a:pt x="62242" y="8912"/>
                </a:lnTo>
                <a:lnTo>
                  <a:pt x="57960" y="6869"/>
                </a:lnTo>
                <a:lnTo>
                  <a:pt x="61314" y="3515"/>
                </a:lnTo>
                <a:close/>
                <a:moveTo>
                  <a:pt x="8868" y="3979"/>
                </a:moveTo>
                <a:lnTo>
                  <a:pt x="13150" y="6022"/>
                </a:lnTo>
                <a:lnTo>
                  <a:pt x="9804" y="9367"/>
                </a:lnTo>
                <a:lnTo>
                  <a:pt x="5522" y="7324"/>
                </a:lnTo>
                <a:lnTo>
                  <a:pt x="8868" y="3979"/>
                </a:lnTo>
                <a:close/>
                <a:moveTo>
                  <a:pt x="41215" y="4122"/>
                </a:moveTo>
                <a:lnTo>
                  <a:pt x="45497" y="6164"/>
                </a:lnTo>
                <a:lnTo>
                  <a:pt x="42143" y="9510"/>
                </a:lnTo>
                <a:lnTo>
                  <a:pt x="37861" y="7476"/>
                </a:lnTo>
                <a:lnTo>
                  <a:pt x="41215" y="4122"/>
                </a:lnTo>
                <a:close/>
                <a:moveTo>
                  <a:pt x="73991" y="4478"/>
                </a:moveTo>
                <a:lnTo>
                  <a:pt x="78701" y="6718"/>
                </a:lnTo>
                <a:lnTo>
                  <a:pt x="75356" y="10072"/>
                </a:lnTo>
                <a:lnTo>
                  <a:pt x="70646" y="7824"/>
                </a:lnTo>
                <a:lnTo>
                  <a:pt x="73991" y="4478"/>
                </a:lnTo>
                <a:close/>
                <a:moveTo>
                  <a:pt x="21125" y="4719"/>
                </a:moveTo>
                <a:lnTo>
                  <a:pt x="25398" y="6762"/>
                </a:lnTo>
                <a:lnTo>
                  <a:pt x="22044" y="10116"/>
                </a:lnTo>
                <a:lnTo>
                  <a:pt x="17762" y="8082"/>
                </a:lnTo>
                <a:lnTo>
                  <a:pt x="21125" y="4719"/>
                </a:lnTo>
                <a:close/>
                <a:moveTo>
                  <a:pt x="53464" y="4871"/>
                </a:moveTo>
                <a:lnTo>
                  <a:pt x="57746" y="6905"/>
                </a:lnTo>
                <a:lnTo>
                  <a:pt x="54392" y="10259"/>
                </a:lnTo>
                <a:lnTo>
                  <a:pt x="50110" y="8216"/>
                </a:lnTo>
                <a:lnTo>
                  <a:pt x="53464" y="4871"/>
                </a:lnTo>
                <a:close/>
                <a:moveTo>
                  <a:pt x="33365" y="5469"/>
                </a:moveTo>
                <a:lnTo>
                  <a:pt x="37647" y="7511"/>
                </a:lnTo>
                <a:lnTo>
                  <a:pt x="34292" y="10857"/>
                </a:lnTo>
                <a:lnTo>
                  <a:pt x="30019" y="8823"/>
                </a:lnTo>
                <a:lnTo>
                  <a:pt x="33365" y="5469"/>
                </a:lnTo>
                <a:close/>
                <a:moveTo>
                  <a:pt x="65712" y="5620"/>
                </a:moveTo>
                <a:lnTo>
                  <a:pt x="70423" y="7859"/>
                </a:lnTo>
                <a:lnTo>
                  <a:pt x="67077" y="11214"/>
                </a:lnTo>
                <a:lnTo>
                  <a:pt x="62358" y="8966"/>
                </a:lnTo>
                <a:lnTo>
                  <a:pt x="65712" y="5620"/>
                </a:lnTo>
                <a:close/>
                <a:moveTo>
                  <a:pt x="13266" y="6075"/>
                </a:moveTo>
                <a:lnTo>
                  <a:pt x="17548" y="8118"/>
                </a:lnTo>
                <a:lnTo>
                  <a:pt x="14202" y="11463"/>
                </a:lnTo>
                <a:lnTo>
                  <a:pt x="9920" y="9421"/>
                </a:lnTo>
                <a:lnTo>
                  <a:pt x="13266" y="6075"/>
                </a:lnTo>
                <a:close/>
                <a:moveTo>
                  <a:pt x="45613" y="6218"/>
                </a:moveTo>
                <a:lnTo>
                  <a:pt x="49895" y="8261"/>
                </a:lnTo>
                <a:lnTo>
                  <a:pt x="46541" y="11606"/>
                </a:lnTo>
                <a:lnTo>
                  <a:pt x="42268" y="9572"/>
                </a:lnTo>
                <a:lnTo>
                  <a:pt x="45613" y="6218"/>
                </a:lnTo>
                <a:close/>
                <a:moveTo>
                  <a:pt x="25523" y="6816"/>
                </a:moveTo>
                <a:lnTo>
                  <a:pt x="29796" y="8859"/>
                </a:lnTo>
                <a:lnTo>
                  <a:pt x="26442" y="12213"/>
                </a:lnTo>
                <a:lnTo>
                  <a:pt x="22169" y="10179"/>
                </a:lnTo>
                <a:lnTo>
                  <a:pt x="25523" y="6816"/>
                </a:lnTo>
                <a:close/>
                <a:moveTo>
                  <a:pt x="57862" y="6967"/>
                </a:moveTo>
                <a:lnTo>
                  <a:pt x="62144" y="9010"/>
                </a:lnTo>
                <a:lnTo>
                  <a:pt x="58790" y="12356"/>
                </a:lnTo>
                <a:lnTo>
                  <a:pt x="54517" y="10322"/>
                </a:lnTo>
                <a:lnTo>
                  <a:pt x="57862" y="6967"/>
                </a:lnTo>
                <a:close/>
                <a:moveTo>
                  <a:pt x="5424" y="7422"/>
                </a:moveTo>
                <a:lnTo>
                  <a:pt x="9706" y="9456"/>
                </a:lnTo>
                <a:lnTo>
                  <a:pt x="6352" y="12811"/>
                </a:lnTo>
                <a:lnTo>
                  <a:pt x="2079" y="10768"/>
                </a:lnTo>
                <a:lnTo>
                  <a:pt x="5424" y="7422"/>
                </a:lnTo>
                <a:close/>
                <a:moveTo>
                  <a:pt x="37772" y="7565"/>
                </a:moveTo>
                <a:lnTo>
                  <a:pt x="42045" y="9608"/>
                </a:lnTo>
                <a:lnTo>
                  <a:pt x="38699" y="12962"/>
                </a:lnTo>
                <a:lnTo>
                  <a:pt x="34417" y="10919"/>
                </a:lnTo>
                <a:lnTo>
                  <a:pt x="37772" y="7565"/>
                </a:lnTo>
                <a:close/>
                <a:moveTo>
                  <a:pt x="70548" y="7922"/>
                </a:moveTo>
                <a:lnTo>
                  <a:pt x="75258" y="10170"/>
                </a:lnTo>
                <a:lnTo>
                  <a:pt x="71904" y="13515"/>
                </a:lnTo>
                <a:lnTo>
                  <a:pt x="67193" y="11276"/>
                </a:lnTo>
                <a:lnTo>
                  <a:pt x="70548" y="7922"/>
                </a:lnTo>
                <a:close/>
                <a:moveTo>
                  <a:pt x="17673" y="8172"/>
                </a:moveTo>
                <a:lnTo>
                  <a:pt x="21946" y="10215"/>
                </a:lnTo>
                <a:lnTo>
                  <a:pt x="18600" y="13560"/>
                </a:lnTo>
                <a:lnTo>
                  <a:pt x="14318" y="11517"/>
                </a:lnTo>
                <a:lnTo>
                  <a:pt x="17673" y="8172"/>
                </a:lnTo>
                <a:close/>
                <a:moveTo>
                  <a:pt x="50020" y="8314"/>
                </a:moveTo>
                <a:lnTo>
                  <a:pt x="54293" y="10357"/>
                </a:lnTo>
                <a:lnTo>
                  <a:pt x="50948" y="13703"/>
                </a:lnTo>
                <a:lnTo>
                  <a:pt x="46666" y="11669"/>
                </a:lnTo>
                <a:lnTo>
                  <a:pt x="50020" y="8314"/>
                </a:lnTo>
                <a:close/>
                <a:moveTo>
                  <a:pt x="29921" y="8921"/>
                </a:moveTo>
                <a:lnTo>
                  <a:pt x="34203" y="10955"/>
                </a:lnTo>
                <a:lnTo>
                  <a:pt x="30840" y="14309"/>
                </a:lnTo>
                <a:lnTo>
                  <a:pt x="26567" y="12275"/>
                </a:lnTo>
                <a:lnTo>
                  <a:pt x="29921" y="8921"/>
                </a:lnTo>
                <a:close/>
                <a:moveTo>
                  <a:pt x="62269" y="9064"/>
                </a:moveTo>
                <a:lnTo>
                  <a:pt x="66979" y="11312"/>
                </a:lnTo>
                <a:lnTo>
                  <a:pt x="63625" y="14666"/>
                </a:lnTo>
                <a:lnTo>
                  <a:pt x="58915" y="12418"/>
                </a:lnTo>
                <a:lnTo>
                  <a:pt x="62269" y="9064"/>
                </a:lnTo>
                <a:close/>
                <a:moveTo>
                  <a:pt x="9831" y="9519"/>
                </a:moveTo>
                <a:lnTo>
                  <a:pt x="14104" y="11553"/>
                </a:lnTo>
                <a:lnTo>
                  <a:pt x="10750" y="14907"/>
                </a:lnTo>
                <a:lnTo>
                  <a:pt x="6477" y="12873"/>
                </a:lnTo>
                <a:lnTo>
                  <a:pt x="9831" y="9519"/>
                </a:lnTo>
                <a:close/>
                <a:moveTo>
                  <a:pt x="42170" y="9661"/>
                </a:moveTo>
                <a:lnTo>
                  <a:pt x="46452" y="11704"/>
                </a:lnTo>
                <a:lnTo>
                  <a:pt x="43098" y="15059"/>
                </a:lnTo>
                <a:lnTo>
                  <a:pt x="38815" y="13016"/>
                </a:lnTo>
                <a:lnTo>
                  <a:pt x="42170" y="9661"/>
                </a:lnTo>
                <a:close/>
                <a:moveTo>
                  <a:pt x="22071" y="10268"/>
                </a:moveTo>
                <a:lnTo>
                  <a:pt x="26344" y="12311"/>
                </a:lnTo>
                <a:lnTo>
                  <a:pt x="22998" y="15656"/>
                </a:lnTo>
                <a:lnTo>
                  <a:pt x="18725" y="13613"/>
                </a:lnTo>
                <a:lnTo>
                  <a:pt x="22071" y="10268"/>
                </a:lnTo>
                <a:close/>
                <a:moveTo>
                  <a:pt x="54418" y="10411"/>
                </a:moveTo>
                <a:lnTo>
                  <a:pt x="58692" y="12454"/>
                </a:lnTo>
                <a:lnTo>
                  <a:pt x="55346" y="15808"/>
                </a:lnTo>
                <a:lnTo>
                  <a:pt x="51064" y="13765"/>
                </a:lnTo>
                <a:lnTo>
                  <a:pt x="54418" y="10411"/>
                </a:lnTo>
                <a:close/>
                <a:moveTo>
                  <a:pt x="75383" y="10223"/>
                </a:moveTo>
                <a:lnTo>
                  <a:pt x="80093" y="12472"/>
                </a:lnTo>
                <a:lnTo>
                  <a:pt x="76739" y="15826"/>
                </a:lnTo>
                <a:lnTo>
                  <a:pt x="72029" y="13578"/>
                </a:lnTo>
                <a:lnTo>
                  <a:pt x="75383" y="10223"/>
                </a:lnTo>
                <a:close/>
                <a:moveTo>
                  <a:pt x="34319" y="11017"/>
                </a:moveTo>
                <a:lnTo>
                  <a:pt x="38601" y="13051"/>
                </a:lnTo>
                <a:lnTo>
                  <a:pt x="35247" y="16406"/>
                </a:lnTo>
                <a:lnTo>
                  <a:pt x="30965" y="14372"/>
                </a:lnTo>
                <a:lnTo>
                  <a:pt x="34319" y="11017"/>
                </a:lnTo>
                <a:close/>
                <a:moveTo>
                  <a:pt x="67095" y="11365"/>
                </a:moveTo>
                <a:lnTo>
                  <a:pt x="71814" y="13613"/>
                </a:lnTo>
                <a:lnTo>
                  <a:pt x="68460" y="16968"/>
                </a:lnTo>
                <a:lnTo>
                  <a:pt x="63750" y="14720"/>
                </a:lnTo>
                <a:lnTo>
                  <a:pt x="67095" y="11365"/>
                </a:lnTo>
                <a:close/>
                <a:moveTo>
                  <a:pt x="14229" y="11615"/>
                </a:moveTo>
                <a:lnTo>
                  <a:pt x="18502" y="13658"/>
                </a:lnTo>
                <a:lnTo>
                  <a:pt x="15157" y="17003"/>
                </a:lnTo>
                <a:lnTo>
                  <a:pt x="10875" y="14969"/>
                </a:lnTo>
                <a:lnTo>
                  <a:pt x="14229" y="11615"/>
                </a:lnTo>
                <a:close/>
                <a:moveTo>
                  <a:pt x="46568" y="11767"/>
                </a:moveTo>
                <a:lnTo>
                  <a:pt x="50850" y="13801"/>
                </a:lnTo>
                <a:lnTo>
                  <a:pt x="47496" y="17155"/>
                </a:lnTo>
                <a:lnTo>
                  <a:pt x="43222" y="15112"/>
                </a:lnTo>
                <a:lnTo>
                  <a:pt x="46568" y="11767"/>
                </a:lnTo>
                <a:close/>
                <a:moveTo>
                  <a:pt x="26469" y="12365"/>
                </a:moveTo>
                <a:lnTo>
                  <a:pt x="30751" y="14407"/>
                </a:lnTo>
                <a:lnTo>
                  <a:pt x="27405" y="17753"/>
                </a:lnTo>
                <a:lnTo>
                  <a:pt x="23123" y="15719"/>
                </a:lnTo>
                <a:lnTo>
                  <a:pt x="26469" y="12365"/>
                </a:lnTo>
                <a:close/>
                <a:moveTo>
                  <a:pt x="58816" y="12507"/>
                </a:moveTo>
                <a:lnTo>
                  <a:pt x="63527" y="14755"/>
                </a:lnTo>
                <a:lnTo>
                  <a:pt x="60181" y="18110"/>
                </a:lnTo>
                <a:lnTo>
                  <a:pt x="55471" y="15862"/>
                </a:lnTo>
                <a:lnTo>
                  <a:pt x="58816" y="12507"/>
                </a:lnTo>
                <a:close/>
                <a:moveTo>
                  <a:pt x="38726" y="13114"/>
                </a:moveTo>
                <a:lnTo>
                  <a:pt x="42999" y="15148"/>
                </a:lnTo>
                <a:lnTo>
                  <a:pt x="39645" y="18511"/>
                </a:lnTo>
                <a:lnTo>
                  <a:pt x="35363" y="16468"/>
                </a:lnTo>
                <a:lnTo>
                  <a:pt x="38726" y="13114"/>
                </a:lnTo>
                <a:close/>
                <a:moveTo>
                  <a:pt x="6379" y="12962"/>
                </a:moveTo>
                <a:lnTo>
                  <a:pt x="10661" y="15005"/>
                </a:lnTo>
                <a:lnTo>
                  <a:pt x="6967" y="18698"/>
                </a:lnTo>
                <a:lnTo>
                  <a:pt x="2685" y="16656"/>
                </a:lnTo>
                <a:lnTo>
                  <a:pt x="6379" y="12962"/>
                </a:lnTo>
                <a:close/>
                <a:moveTo>
                  <a:pt x="18627" y="13712"/>
                </a:moveTo>
                <a:lnTo>
                  <a:pt x="22909" y="15754"/>
                </a:lnTo>
                <a:lnTo>
                  <a:pt x="19555" y="19100"/>
                </a:lnTo>
                <a:lnTo>
                  <a:pt x="15273" y="17066"/>
                </a:lnTo>
                <a:lnTo>
                  <a:pt x="18627" y="13712"/>
                </a:lnTo>
                <a:close/>
                <a:moveTo>
                  <a:pt x="50975" y="13863"/>
                </a:moveTo>
                <a:lnTo>
                  <a:pt x="55248" y="15897"/>
                </a:lnTo>
                <a:lnTo>
                  <a:pt x="51894" y="19252"/>
                </a:lnTo>
                <a:lnTo>
                  <a:pt x="47621" y="17209"/>
                </a:lnTo>
                <a:lnTo>
                  <a:pt x="50975" y="13863"/>
                </a:lnTo>
                <a:close/>
                <a:moveTo>
                  <a:pt x="71930" y="13676"/>
                </a:moveTo>
                <a:lnTo>
                  <a:pt x="76650" y="15915"/>
                </a:lnTo>
                <a:lnTo>
                  <a:pt x="73295" y="19269"/>
                </a:lnTo>
                <a:lnTo>
                  <a:pt x="68585" y="17021"/>
                </a:lnTo>
                <a:lnTo>
                  <a:pt x="71930" y="13676"/>
                </a:lnTo>
                <a:close/>
                <a:moveTo>
                  <a:pt x="30867" y="14470"/>
                </a:moveTo>
                <a:lnTo>
                  <a:pt x="35149" y="16504"/>
                </a:lnTo>
                <a:lnTo>
                  <a:pt x="31804" y="19849"/>
                </a:lnTo>
                <a:lnTo>
                  <a:pt x="27521" y="17815"/>
                </a:lnTo>
                <a:lnTo>
                  <a:pt x="30867" y="14470"/>
                </a:lnTo>
                <a:close/>
                <a:moveTo>
                  <a:pt x="63652" y="14818"/>
                </a:moveTo>
                <a:lnTo>
                  <a:pt x="68362" y="17066"/>
                </a:lnTo>
                <a:lnTo>
                  <a:pt x="65017" y="20411"/>
                </a:lnTo>
                <a:lnTo>
                  <a:pt x="60297" y="18163"/>
                </a:lnTo>
                <a:lnTo>
                  <a:pt x="63652" y="14818"/>
                </a:lnTo>
                <a:close/>
                <a:moveTo>
                  <a:pt x="43124" y="15210"/>
                </a:moveTo>
                <a:lnTo>
                  <a:pt x="47398" y="17253"/>
                </a:lnTo>
                <a:lnTo>
                  <a:pt x="44043" y="20608"/>
                </a:lnTo>
                <a:lnTo>
                  <a:pt x="39770" y="18565"/>
                </a:lnTo>
                <a:lnTo>
                  <a:pt x="43124" y="15210"/>
                </a:lnTo>
                <a:close/>
                <a:moveTo>
                  <a:pt x="10777" y="15059"/>
                </a:moveTo>
                <a:lnTo>
                  <a:pt x="15059" y="17102"/>
                </a:lnTo>
                <a:lnTo>
                  <a:pt x="11365" y="20795"/>
                </a:lnTo>
                <a:lnTo>
                  <a:pt x="7092" y="18752"/>
                </a:lnTo>
                <a:lnTo>
                  <a:pt x="10777" y="15059"/>
                </a:lnTo>
                <a:close/>
                <a:moveTo>
                  <a:pt x="23025" y="15808"/>
                </a:moveTo>
                <a:lnTo>
                  <a:pt x="27307" y="17851"/>
                </a:lnTo>
                <a:lnTo>
                  <a:pt x="23953" y="21205"/>
                </a:lnTo>
                <a:lnTo>
                  <a:pt x="19680" y="19162"/>
                </a:lnTo>
                <a:lnTo>
                  <a:pt x="23025" y="15808"/>
                </a:lnTo>
                <a:close/>
                <a:moveTo>
                  <a:pt x="55373" y="15960"/>
                </a:moveTo>
                <a:lnTo>
                  <a:pt x="60083" y="18208"/>
                </a:lnTo>
                <a:lnTo>
                  <a:pt x="56729" y="21553"/>
                </a:lnTo>
                <a:lnTo>
                  <a:pt x="52019" y="19314"/>
                </a:lnTo>
                <a:lnTo>
                  <a:pt x="55373" y="15960"/>
                </a:lnTo>
                <a:close/>
                <a:moveTo>
                  <a:pt x="76766" y="15978"/>
                </a:moveTo>
                <a:lnTo>
                  <a:pt x="81476" y="18226"/>
                </a:lnTo>
                <a:lnTo>
                  <a:pt x="78131" y="21580"/>
                </a:lnTo>
                <a:lnTo>
                  <a:pt x="73420" y="19332"/>
                </a:lnTo>
                <a:lnTo>
                  <a:pt x="76766" y="15978"/>
                </a:lnTo>
                <a:close/>
                <a:moveTo>
                  <a:pt x="35274" y="16566"/>
                </a:moveTo>
                <a:lnTo>
                  <a:pt x="39547" y="18600"/>
                </a:lnTo>
                <a:lnTo>
                  <a:pt x="36202" y="21946"/>
                </a:lnTo>
                <a:lnTo>
                  <a:pt x="31928" y="19912"/>
                </a:lnTo>
                <a:lnTo>
                  <a:pt x="35274" y="16566"/>
                </a:lnTo>
                <a:close/>
                <a:moveTo>
                  <a:pt x="47522" y="17307"/>
                </a:moveTo>
                <a:lnTo>
                  <a:pt x="51805" y="19350"/>
                </a:lnTo>
                <a:lnTo>
                  <a:pt x="48450" y="22704"/>
                </a:lnTo>
                <a:lnTo>
                  <a:pt x="44168" y="20661"/>
                </a:lnTo>
                <a:lnTo>
                  <a:pt x="47522" y="17307"/>
                </a:lnTo>
                <a:close/>
                <a:moveTo>
                  <a:pt x="68487" y="17119"/>
                </a:moveTo>
                <a:lnTo>
                  <a:pt x="73197" y="19367"/>
                </a:lnTo>
                <a:lnTo>
                  <a:pt x="69852" y="22722"/>
                </a:lnTo>
                <a:lnTo>
                  <a:pt x="65133" y="20474"/>
                </a:lnTo>
                <a:lnTo>
                  <a:pt x="68487" y="17119"/>
                </a:lnTo>
                <a:close/>
                <a:moveTo>
                  <a:pt x="15184" y="17164"/>
                </a:moveTo>
                <a:lnTo>
                  <a:pt x="19457" y="19198"/>
                </a:lnTo>
                <a:lnTo>
                  <a:pt x="15763" y="22891"/>
                </a:lnTo>
                <a:lnTo>
                  <a:pt x="11490" y="20848"/>
                </a:lnTo>
                <a:lnTo>
                  <a:pt x="15184" y="17164"/>
                </a:lnTo>
                <a:close/>
                <a:moveTo>
                  <a:pt x="27432" y="17904"/>
                </a:moveTo>
                <a:lnTo>
                  <a:pt x="31705" y="19947"/>
                </a:lnTo>
                <a:lnTo>
                  <a:pt x="28351" y="23302"/>
                </a:lnTo>
                <a:lnTo>
                  <a:pt x="24078" y="21259"/>
                </a:lnTo>
                <a:lnTo>
                  <a:pt x="27432" y="17904"/>
                </a:lnTo>
                <a:close/>
                <a:moveTo>
                  <a:pt x="60208" y="18261"/>
                </a:moveTo>
                <a:lnTo>
                  <a:pt x="64918" y="20509"/>
                </a:lnTo>
                <a:lnTo>
                  <a:pt x="61564" y="23864"/>
                </a:lnTo>
                <a:lnTo>
                  <a:pt x="56854" y="21616"/>
                </a:lnTo>
                <a:lnTo>
                  <a:pt x="60208" y="18261"/>
                </a:lnTo>
                <a:close/>
                <a:moveTo>
                  <a:pt x="39672" y="18663"/>
                </a:moveTo>
                <a:lnTo>
                  <a:pt x="43954" y="20697"/>
                </a:lnTo>
                <a:lnTo>
                  <a:pt x="40600" y="24051"/>
                </a:lnTo>
                <a:lnTo>
                  <a:pt x="36326" y="22008"/>
                </a:lnTo>
                <a:lnTo>
                  <a:pt x="39672" y="18663"/>
                </a:lnTo>
                <a:close/>
                <a:moveTo>
                  <a:pt x="6994" y="18850"/>
                </a:moveTo>
                <a:lnTo>
                  <a:pt x="11267" y="20893"/>
                </a:lnTo>
                <a:lnTo>
                  <a:pt x="7583" y="24577"/>
                </a:lnTo>
                <a:lnTo>
                  <a:pt x="3301" y="22543"/>
                </a:lnTo>
                <a:lnTo>
                  <a:pt x="6994" y="18850"/>
                </a:lnTo>
                <a:close/>
                <a:moveTo>
                  <a:pt x="19582" y="19260"/>
                </a:moveTo>
                <a:lnTo>
                  <a:pt x="23864" y="21294"/>
                </a:lnTo>
                <a:lnTo>
                  <a:pt x="20170" y="24988"/>
                </a:lnTo>
                <a:lnTo>
                  <a:pt x="15888" y="22945"/>
                </a:lnTo>
                <a:lnTo>
                  <a:pt x="19582" y="19260"/>
                </a:lnTo>
                <a:close/>
                <a:moveTo>
                  <a:pt x="51920" y="19403"/>
                </a:moveTo>
                <a:lnTo>
                  <a:pt x="56640" y="21651"/>
                </a:lnTo>
                <a:lnTo>
                  <a:pt x="53285" y="25006"/>
                </a:lnTo>
                <a:lnTo>
                  <a:pt x="48566" y="22757"/>
                </a:lnTo>
                <a:lnTo>
                  <a:pt x="51920" y="19403"/>
                </a:lnTo>
                <a:close/>
                <a:moveTo>
                  <a:pt x="73322" y="19421"/>
                </a:moveTo>
                <a:lnTo>
                  <a:pt x="78032" y="21669"/>
                </a:lnTo>
                <a:lnTo>
                  <a:pt x="74678" y="25023"/>
                </a:lnTo>
                <a:lnTo>
                  <a:pt x="69968" y="22775"/>
                </a:lnTo>
                <a:lnTo>
                  <a:pt x="73322" y="19421"/>
                </a:lnTo>
                <a:close/>
                <a:moveTo>
                  <a:pt x="31830" y="20010"/>
                </a:moveTo>
                <a:lnTo>
                  <a:pt x="36103" y="22044"/>
                </a:lnTo>
                <a:lnTo>
                  <a:pt x="32758" y="25398"/>
                </a:lnTo>
                <a:lnTo>
                  <a:pt x="28476" y="23355"/>
                </a:lnTo>
                <a:lnTo>
                  <a:pt x="31830" y="20010"/>
                </a:lnTo>
                <a:close/>
                <a:moveTo>
                  <a:pt x="44070" y="20759"/>
                </a:moveTo>
                <a:lnTo>
                  <a:pt x="48352" y="22793"/>
                </a:lnTo>
                <a:lnTo>
                  <a:pt x="45007" y="26147"/>
                </a:lnTo>
                <a:lnTo>
                  <a:pt x="40725" y="24105"/>
                </a:lnTo>
                <a:lnTo>
                  <a:pt x="44070" y="20759"/>
                </a:lnTo>
                <a:close/>
                <a:moveTo>
                  <a:pt x="65043" y="20563"/>
                </a:moveTo>
                <a:lnTo>
                  <a:pt x="69754" y="22811"/>
                </a:lnTo>
                <a:lnTo>
                  <a:pt x="66399" y="26165"/>
                </a:lnTo>
                <a:lnTo>
                  <a:pt x="61689" y="23917"/>
                </a:lnTo>
                <a:lnTo>
                  <a:pt x="65043" y="20563"/>
                </a:lnTo>
                <a:close/>
                <a:moveTo>
                  <a:pt x="11392" y="20946"/>
                </a:moveTo>
                <a:lnTo>
                  <a:pt x="15674" y="22989"/>
                </a:lnTo>
                <a:lnTo>
                  <a:pt x="11981" y="26674"/>
                </a:lnTo>
                <a:lnTo>
                  <a:pt x="7699" y="24640"/>
                </a:lnTo>
                <a:lnTo>
                  <a:pt x="11392" y="20946"/>
                </a:lnTo>
                <a:close/>
                <a:moveTo>
                  <a:pt x="23980" y="21357"/>
                </a:moveTo>
                <a:lnTo>
                  <a:pt x="28262" y="23391"/>
                </a:lnTo>
                <a:lnTo>
                  <a:pt x="24569" y="27084"/>
                </a:lnTo>
                <a:lnTo>
                  <a:pt x="20286" y="25050"/>
                </a:lnTo>
                <a:lnTo>
                  <a:pt x="23980" y="21357"/>
                </a:lnTo>
                <a:close/>
                <a:moveTo>
                  <a:pt x="56756" y="21714"/>
                </a:moveTo>
                <a:lnTo>
                  <a:pt x="61475" y="23953"/>
                </a:lnTo>
                <a:lnTo>
                  <a:pt x="58121" y="27307"/>
                </a:lnTo>
                <a:lnTo>
                  <a:pt x="53401" y="25068"/>
                </a:lnTo>
                <a:lnTo>
                  <a:pt x="56756" y="21714"/>
                </a:lnTo>
                <a:close/>
                <a:moveTo>
                  <a:pt x="36228" y="22106"/>
                </a:moveTo>
                <a:lnTo>
                  <a:pt x="40510" y="24140"/>
                </a:lnTo>
                <a:lnTo>
                  <a:pt x="37156" y="27495"/>
                </a:lnTo>
                <a:lnTo>
                  <a:pt x="32874" y="25452"/>
                </a:lnTo>
                <a:lnTo>
                  <a:pt x="36228" y="22106"/>
                </a:lnTo>
                <a:close/>
                <a:moveTo>
                  <a:pt x="48477" y="22856"/>
                </a:moveTo>
                <a:lnTo>
                  <a:pt x="53187" y="25104"/>
                </a:lnTo>
                <a:lnTo>
                  <a:pt x="49842" y="28449"/>
                </a:lnTo>
                <a:lnTo>
                  <a:pt x="45123" y="26201"/>
                </a:lnTo>
                <a:lnTo>
                  <a:pt x="48477" y="22856"/>
                </a:lnTo>
                <a:close/>
                <a:moveTo>
                  <a:pt x="69870" y="22873"/>
                </a:moveTo>
                <a:lnTo>
                  <a:pt x="74589" y="25122"/>
                </a:lnTo>
                <a:lnTo>
                  <a:pt x="71235" y="28467"/>
                </a:lnTo>
                <a:lnTo>
                  <a:pt x="66524" y="26219"/>
                </a:lnTo>
                <a:lnTo>
                  <a:pt x="69870" y="22873"/>
                </a:lnTo>
                <a:close/>
                <a:moveTo>
                  <a:pt x="15790" y="23043"/>
                </a:moveTo>
                <a:lnTo>
                  <a:pt x="20072" y="25086"/>
                </a:lnTo>
                <a:lnTo>
                  <a:pt x="16379" y="28779"/>
                </a:lnTo>
                <a:lnTo>
                  <a:pt x="12106" y="26736"/>
                </a:lnTo>
                <a:lnTo>
                  <a:pt x="15790" y="23043"/>
                </a:lnTo>
                <a:close/>
                <a:moveTo>
                  <a:pt x="28378" y="23453"/>
                </a:moveTo>
                <a:lnTo>
                  <a:pt x="32660" y="25496"/>
                </a:lnTo>
                <a:lnTo>
                  <a:pt x="28967" y="29181"/>
                </a:lnTo>
                <a:lnTo>
                  <a:pt x="24693" y="27147"/>
                </a:lnTo>
                <a:lnTo>
                  <a:pt x="28378" y="23453"/>
                </a:lnTo>
                <a:close/>
                <a:moveTo>
                  <a:pt x="40626" y="24203"/>
                </a:moveTo>
                <a:lnTo>
                  <a:pt x="44909" y="26237"/>
                </a:lnTo>
                <a:lnTo>
                  <a:pt x="41554" y="29591"/>
                </a:lnTo>
                <a:lnTo>
                  <a:pt x="37281" y="27557"/>
                </a:lnTo>
                <a:lnTo>
                  <a:pt x="40626" y="24203"/>
                </a:lnTo>
                <a:close/>
                <a:moveTo>
                  <a:pt x="61591" y="24015"/>
                </a:moveTo>
                <a:lnTo>
                  <a:pt x="66301" y="26263"/>
                </a:lnTo>
                <a:lnTo>
                  <a:pt x="62947" y="29618"/>
                </a:lnTo>
                <a:lnTo>
                  <a:pt x="58237" y="27370"/>
                </a:lnTo>
                <a:lnTo>
                  <a:pt x="61591" y="24015"/>
                </a:lnTo>
                <a:close/>
                <a:moveTo>
                  <a:pt x="7610" y="24738"/>
                </a:moveTo>
                <a:lnTo>
                  <a:pt x="11883" y="26772"/>
                </a:lnTo>
                <a:lnTo>
                  <a:pt x="8198" y="30465"/>
                </a:lnTo>
                <a:lnTo>
                  <a:pt x="3916" y="28422"/>
                </a:lnTo>
                <a:lnTo>
                  <a:pt x="7610" y="24738"/>
                </a:lnTo>
                <a:close/>
                <a:moveTo>
                  <a:pt x="53312" y="25157"/>
                </a:moveTo>
                <a:lnTo>
                  <a:pt x="58022" y="27405"/>
                </a:lnTo>
                <a:lnTo>
                  <a:pt x="54668" y="30751"/>
                </a:lnTo>
                <a:lnTo>
                  <a:pt x="49958" y="28512"/>
                </a:lnTo>
                <a:lnTo>
                  <a:pt x="53312" y="25157"/>
                </a:lnTo>
                <a:close/>
                <a:moveTo>
                  <a:pt x="74705" y="25175"/>
                </a:moveTo>
                <a:lnTo>
                  <a:pt x="79424" y="27423"/>
                </a:lnTo>
                <a:lnTo>
                  <a:pt x="76070" y="30777"/>
                </a:lnTo>
                <a:lnTo>
                  <a:pt x="71359" y="28529"/>
                </a:lnTo>
                <a:lnTo>
                  <a:pt x="74705" y="25175"/>
                </a:lnTo>
                <a:close/>
                <a:moveTo>
                  <a:pt x="20197" y="25139"/>
                </a:moveTo>
                <a:lnTo>
                  <a:pt x="24470" y="27182"/>
                </a:lnTo>
                <a:lnTo>
                  <a:pt x="20786" y="30876"/>
                </a:lnTo>
                <a:lnTo>
                  <a:pt x="16504" y="28833"/>
                </a:lnTo>
                <a:lnTo>
                  <a:pt x="20197" y="25139"/>
                </a:lnTo>
                <a:close/>
                <a:moveTo>
                  <a:pt x="32785" y="25550"/>
                </a:moveTo>
                <a:lnTo>
                  <a:pt x="37058" y="27593"/>
                </a:lnTo>
                <a:lnTo>
                  <a:pt x="33374" y="31286"/>
                </a:lnTo>
                <a:lnTo>
                  <a:pt x="29092" y="29243"/>
                </a:lnTo>
                <a:lnTo>
                  <a:pt x="32785" y="25550"/>
                </a:lnTo>
                <a:close/>
                <a:moveTo>
                  <a:pt x="45033" y="26299"/>
                </a:moveTo>
                <a:lnTo>
                  <a:pt x="49744" y="28547"/>
                </a:lnTo>
                <a:lnTo>
                  <a:pt x="46389" y="31893"/>
                </a:lnTo>
                <a:lnTo>
                  <a:pt x="41679" y="29653"/>
                </a:lnTo>
                <a:lnTo>
                  <a:pt x="45033" y="26299"/>
                </a:lnTo>
                <a:close/>
                <a:moveTo>
                  <a:pt x="66426" y="26317"/>
                </a:moveTo>
                <a:lnTo>
                  <a:pt x="71136" y="28565"/>
                </a:lnTo>
                <a:lnTo>
                  <a:pt x="67782" y="31919"/>
                </a:lnTo>
                <a:lnTo>
                  <a:pt x="63072" y="29671"/>
                </a:lnTo>
                <a:lnTo>
                  <a:pt x="66426" y="26317"/>
                </a:lnTo>
                <a:close/>
                <a:moveTo>
                  <a:pt x="12008" y="26834"/>
                </a:moveTo>
                <a:lnTo>
                  <a:pt x="16290" y="28868"/>
                </a:lnTo>
                <a:lnTo>
                  <a:pt x="12597" y="32562"/>
                </a:lnTo>
                <a:lnTo>
                  <a:pt x="8314" y="30519"/>
                </a:lnTo>
                <a:lnTo>
                  <a:pt x="12008" y="26834"/>
                </a:lnTo>
                <a:close/>
                <a:moveTo>
                  <a:pt x="24595" y="27236"/>
                </a:moveTo>
                <a:lnTo>
                  <a:pt x="28877" y="29279"/>
                </a:lnTo>
                <a:lnTo>
                  <a:pt x="25184" y="32972"/>
                </a:lnTo>
                <a:lnTo>
                  <a:pt x="20902" y="30929"/>
                </a:lnTo>
                <a:lnTo>
                  <a:pt x="24595" y="27236"/>
                </a:lnTo>
                <a:close/>
                <a:moveTo>
                  <a:pt x="58138" y="27468"/>
                </a:moveTo>
                <a:lnTo>
                  <a:pt x="62858" y="29707"/>
                </a:lnTo>
                <a:lnTo>
                  <a:pt x="59503" y="33061"/>
                </a:lnTo>
                <a:lnTo>
                  <a:pt x="54793" y="30813"/>
                </a:lnTo>
                <a:lnTo>
                  <a:pt x="58138" y="27468"/>
                </a:lnTo>
                <a:close/>
                <a:moveTo>
                  <a:pt x="37183" y="27646"/>
                </a:moveTo>
                <a:lnTo>
                  <a:pt x="41465" y="29689"/>
                </a:lnTo>
                <a:lnTo>
                  <a:pt x="37772" y="33382"/>
                </a:lnTo>
                <a:lnTo>
                  <a:pt x="33490" y="31339"/>
                </a:lnTo>
                <a:lnTo>
                  <a:pt x="37183" y="27646"/>
                </a:lnTo>
                <a:close/>
                <a:moveTo>
                  <a:pt x="49869" y="28601"/>
                </a:moveTo>
                <a:lnTo>
                  <a:pt x="54579" y="30849"/>
                </a:lnTo>
                <a:lnTo>
                  <a:pt x="51225" y="34203"/>
                </a:lnTo>
                <a:lnTo>
                  <a:pt x="46514" y="31955"/>
                </a:lnTo>
                <a:lnTo>
                  <a:pt x="49869" y="28601"/>
                </a:lnTo>
                <a:close/>
                <a:moveTo>
                  <a:pt x="71261" y="28619"/>
                </a:moveTo>
                <a:lnTo>
                  <a:pt x="75972" y="30867"/>
                </a:lnTo>
                <a:lnTo>
                  <a:pt x="72617" y="34221"/>
                </a:lnTo>
                <a:lnTo>
                  <a:pt x="67907" y="31973"/>
                </a:lnTo>
                <a:lnTo>
                  <a:pt x="71261" y="28619"/>
                </a:lnTo>
                <a:close/>
                <a:moveTo>
                  <a:pt x="3818" y="28520"/>
                </a:moveTo>
                <a:lnTo>
                  <a:pt x="8100" y="30563"/>
                </a:lnTo>
                <a:lnTo>
                  <a:pt x="4407" y="34248"/>
                </a:lnTo>
                <a:lnTo>
                  <a:pt x="125" y="32214"/>
                </a:lnTo>
                <a:lnTo>
                  <a:pt x="3818" y="28520"/>
                </a:lnTo>
                <a:close/>
                <a:moveTo>
                  <a:pt x="16406" y="28931"/>
                </a:moveTo>
                <a:lnTo>
                  <a:pt x="20688" y="30965"/>
                </a:lnTo>
                <a:lnTo>
                  <a:pt x="16995" y="34658"/>
                </a:lnTo>
                <a:lnTo>
                  <a:pt x="12712" y="32624"/>
                </a:lnTo>
                <a:lnTo>
                  <a:pt x="16406" y="28931"/>
                </a:lnTo>
                <a:close/>
                <a:moveTo>
                  <a:pt x="28993" y="29341"/>
                </a:moveTo>
                <a:lnTo>
                  <a:pt x="33276" y="31375"/>
                </a:lnTo>
                <a:lnTo>
                  <a:pt x="29582" y="35068"/>
                </a:lnTo>
                <a:lnTo>
                  <a:pt x="25300" y="33026"/>
                </a:lnTo>
                <a:lnTo>
                  <a:pt x="28993" y="29341"/>
                </a:lnTo>
                <a:close/>
                <a:moveTo>
                  <a:pt x="62974" y="29769"/>
                </a:moveTo>
                <a:lnTo>
                  <a:pt x="67693" y="32017"/>
                </a:lnTo>
                <a:lnTo>
                  <a:pt x="64339" y="35363"/>
                </a:lnTo>
                <a:lnTo>
                  <a:pt x="59628" y="33115"/>
                </a:lnTo>
                <a:lnTo>
                  <a:pt x="62974" y="29769"/>
                </a:lnTo>
                <a:close/>
                <a:moveTo>
                  <a:pt x="41581" y="29743"/>
                </a:moveTo>
                <a:lnTo>
                  <a:pt x="46291" y="31991"/>
                </a:lnTo>
                <a:lnTo>
                  <a:pt x="42607" y="35684"/>
                </a:lnTo>
                <a:lnTo>
                  <a:pt x="37888" y="33436"/>
                </a:lnTo>
                <a:lnTo>
                  <a:pt x="41581" y="29743"/>
                </a:lnTo>
                <a:close/>
                <a:moveTo>
                  <a:pt x="8216" y="30617"/>
                </a:moveTo>
                <a:lnTo>
                  <a:pt x="12498" y="32660"/>
                </a:lnTo>
                <a:lnTo>
                  <a:pt x="8805" y="36353"/>
                </a:lnTo>
                <a:lnTo>
                  <a:pt x="4532" y="34310"/>
                </a:lnTo>
                <a:lnTo>
                  <a:pt x="8216" y="30617"/>
                </a:lnTo>
                <a:close/>
                <a:moveTo>
                  <a:pt x="54695" y="30911"/>
                </a:moveTo>
                <a:lnTo>
                  <a:pt x="59414" y="33150"/>
                </a:lnTo>
                <a:lnTo>
                  <a:pt x="56060" y="36505"/>
                </a:lnTo>
                <a:lnTo>
                  <a:pt x="51350" y="34257"/>
                </a:lnTo>
                <a:lnTo>
                  <a:pt x="54695" y="30911"/>
                </a:lnTo>
                <a:close/>
                <a:moveTo>
                  <a:pt x="76097" y="30929"/>
                </a:moveTo>
                <a:lnTo>
                  <a:pt x="80807" y="33177"/>
                </a:lnTo>
                <a:lnTo>
                  <a:pt x="77453" y="36523"/>
                </a:lnTo>
                <a:lnTo>
                  <a:pt x="72742" y="34283"/>
                </a:lnTo>
                <a:lnTo>
                  <a:pt x="76097" y="30929"/>
                </a:lnTo>
                <a:close/>
                <a:moveTo>
                  <a:pt x="20804" y="31027"/>
                </a:moveTo>
                <a:lnTo>
                  <a:pt x="25086" y="33070"/>
                </a:lnTo>
                <a:lnTo>
                  <a:pt x="21393" y="36755"/>
                </a:lnTo>
                <a:lnTo>
                  <a:pt x="17119" y="34721"/>
                </a:lnTo>
                <a:lnTo>
                  <a:pt x="20804" y="31027"/>
                </a:lnTo>
                <a:close/>
                <a:moveTo>
                  <a:pt x="33391" y="31438"/>
                </a:moveTo>
                <a:lnTo>
                  <a:pt x="37674" y="33472"/>
                </a:lnTo>
                <a:lnTo>
                  <a:pt x="33980" y="37165"/>
                </a:lnTo>
                <a:lnTo>
                  <a:pt x="29707" y="35131"/>
                </a:lnTo>
                <a:lnTo>
                  <a:pt x="33391" y="31438"/>
                </a:lnTo>
                <a:close/>
                <a:moveTo>
                  <a:pt x="67809" y="32071"/>
                </a:moveTo>
                <a:lnTo>
                  <a:pt x="72528" y="34319"/>
                </a:lnTo>
                <a:lnTo>
                  <a:pt x="69174" y="37664"/>
                </a:lnTo>
                <a:lnTo>
                  <a:pt x="64463" y="35425"/>
                </a:lnTo>
                <a:lnTo>
                  <a:pt x="67809" y="32071"/>
                </a:lnTo>
                <a:close/>
                <a:moveTo>
                  <a:pt x="46416" y="32053"/>
                </a:moveTo>
                <a:lnTo>
                  <a:pt x="51127" y="34301"/>
                </a:lnTo>
                <a:lnTo>
                  <a:pt x="47442" y="37986"/>
                </a:lnTo>
                <a:lnTo>
                  <a:pt x="42723" y="35738"/>
                </a:lnTo>
                <a:lnTo>
                  <a:pt x="46416" y="32053"/>
                </a:lnTo>
                <a:close/>
                <a:moveTo>
                  <a:pt x="12623" y="32713"/>
                </a:moveTo>
                <a:lnTo>
                  <a:pt x="16896" y="34756"/>
                </a:lnTo>
                <a:lnTo>
                  <a:pt x="13212" y="38449"/>
                </a:lnTo>
                <a:lnTo>
                  <a:pt x="8930" y="36407"/>
                </a:lnTo>
                <a:lnTo>
                  <a:pt x="12623" y="32713"/>
                </a:lnTo>
                <a:close/>
                <a:moveTo>
                  <a:pt x="59530" y="33213"/>
                </a:moveTo>
                <a:lnTo>
                  <a:pt x="64240" y="35461"/>
                </a:lnTo>
                <a:lnTo>
                  <a:pt x="60895" y="38806"/>
                </a:lnTo>
                <a:lnTo>
                  <a:pt x="56185" y="36567"/>
                </a:lnTo>
                <a:lnTo>
                  <a:pt x="59530" y="33213"/>
                </a:lnTo>
                <a:close/>
                <a:moveTo>
                  <a:pt x="25211" y="33124"/>
                </a:moveTo>
                <a:lnTo>
                  <a:pt x="29484" y="35167"/>
                </a:lnTo>
                <a:lnTo>
                  <a:pt x="25800" y="38851"/>
                </a:lnTo>
                <a:lnTo>
                  <a:pt x="21518" y="36817"/>
                </a:lnTo>
                <a:lnTo>
                  <a:pt x="25211" y="33124"/>
                </a:lnTo>
                <a:close/>
                <a:moveTo>
                  <a:pt x="37798" y="33534"/>
                </a:moveTo>
                <a:lnTo>
                  <a:pt x="42509" y="35782"/>
                </a:lnTo>
                <a:lnTo>
                  <a:pt x="38815" y="39466"/>
                </a:lnTo>
                <a:lnTo>
                  <a:pt x="34105" y="37227"/>
                </a:lnTo>
                <a:lnTo>
                  <a:pt x="37798" y="33534"/>
                </a:lnTo>
                <a:close/>
                <a:moveTo>
                  <a:pt x="72644" y="34373"/>
                </a:moveTo>
                <a:lnTo>
                  <a:pt x="77363" y="36621"/>
                </a:lnTo>
                <a:lnTo>
                  <a:pt x="74009" y="39975"/>
                </a:lnTo>
                <a:lnTo>
                  <a:pt x="69299" y="37727"/>
                </a:lnTo>
                <a:lnTo>
                  <a:pt x="72644" y="34373"/>
                </a:lnTo>
                <a:close/>
                <a:moveTo>
                  <a:pt x="4434" y="34408"/>
                </a:moveTo>
                <a:lnTo>
                  <a:pt x="8716" y="36442"/>
                </a:lnTo>
                <a:lnTo>
                  <a:pt x="5014" y="40144"/>
                </a:lnTo>
                <a:lnTo>
                  <a:pt x="740" y="38102"/>
                </a:lnTo>
                <a:lnTo>
                  <a:pt x="4434" y="34408"/>
                </a:lnTo>
                <a:close/>
                <a:moveTo>
                  <a:pt x="51251" y="34355"/>
                </a:moveTo>
                <a:lnTo>
                  <a:pt x="55962" y="36603"/>
                </a:lnTo>
                <a:lnTo>
                  <a:pt x="52268" y="40296"/>
                </a:lnTo>
                <a:lnTo>
                  <a:pt x="47558" y="38048"/>
                </a:lnTo>
                <a:lnTo>
                  <a:pt x="51251" y="34355"/>
                </a:lnTo>
                <a:close/>
                <a:moveTo>
                  <a:pt x="17021" y="34810"/>
                </a:moveTo>
                <a:lnTo>
                  <a:pt x="21303" y="36853"/>
                </a:lnTo>
                <a:lnTo>
                  <a:pt x="17610" y="40546"/>
                </a:lnTo>
                <a:lnTo>
                  <a:pt x="13328" y="38503"/>
                </a:lnTo>
                <a:lnTo>
                  <a:pt x="17021" y="34810"/>
                </a:lnTo>
                <a:close/>
                <a:moveTo>
                  <a:pt x="29609" y="35220"/>
                </a:moveTo>
                <a:lnTo>
                  <a:pt x="33891" y="37263"/>
                </a:lnTo>
                <a:lnTo>
                  <a:pt x="30198" y="40956"/>
                </a:lnTo>
                <a:lnTo>
                  <a:pt x="25916" y="38913"/>
                </a:lnTo>
                <a:lnTo>
                  <a:pt x="29609" y="35220"/>
                </a:lnTo>
                <a:close/>
                <a:moveTo>
                  <a:pt x="64365" y="35514"/>
                </a:moveTo>
                <a:lnTo>
                  <a:pt x="69076" y="37763"/>
                </a:lnTo>
                <a:lnTo>
                  <a:pt x="65730" y="41117"/>
                </a:lnTo>
                <a:lnTo>
                  <a:pt x="61011" y="38869"/>
                </a:lnTo>
                <a:lnTo>
                  <a:pt x="64365" y="35514"/>
                </a:lnTo>
                <a:close/>
                <a:moveTo>
                  <a:pt x="42634" y="35836"/>
                </a:moveTo>
                <a:lnTo>
                  <a:pt x="47344" y="38084"/>
                </a:lnTo>
                <a:lnTo>
                  <a:pt x="43651" y="41777"/>
                </a:lnTo>
                <a:lnTo>
                  <a:pt x="38940" y="39529"/>
                </a:lnTo>
                <a:lnTo>
                  <a:pt x="42634" y="35836"/>
                </a:lnTo>
                <a:close/>
                <a:moveTo>
                  <a:pt x="8832" y="36505"/>
                </a:moveTo>
                <a:lnTo>
                  <a:pt x="13114" y="38539"/>
                </a:lnTo>
                <a:lnTo>
                  <a:pt x="9412" y="42241"/>
                </a:lnTo>
                <a:lnTo>
                  <a:pt x="5139" y="40198"/>
                </a:lnTo>
                <a:lnTo>
                  <a:pt x="8832" y="36505"/>
                </a:lnTo>
                <a:close/>
                <a:moveTo>
                  <a:pt x="56087" y="36656"/>
                </a:moveTo>
                <a:lnTo>
                  <a:pt x="60797" y="38904"/>
                </a:lnTo>
                <a:lnTo>
                  <a:pt x="57104" y="42598"/>
                </a:lnTo>
                <a:lnTo>
                  <a:pt x="52393" y="40350"/>
                </a:lnTo>
                <a:lnTo>
                  <a:pt x="56087" y="36656"/>
                </a:lnTo>
                <a:close/>
                <a:moveTo>
                  <a:pt x="21419" y="36915"/>
                </a:moveTo>
                <a:lnTo>
                  <a:pt x="25702" y="38949"/>
                </a:lnTo>
                <a:lnTo>
                  <a:pt x="22008" y="42642"/>
                </a:lnTo>
                <a:lnTo>
                  <a:pt x="17726" y="40599"/>
                </a:lnTo>
                <a:lnTo>
                  <a:pt x="21419" y="36915"/>
                </a:lnTo>
                <a:close/>
                <a:moveTo>
                  <a:pt x="34007" y="37317"/>
                </a:moveTo>
                <a:lnTo>
                  <a:pt x="38717" y="39565"/>
                </a:lnTo>
                <a:lnTo>
                  <a:pt x="35033" y="43258"/>
                </a:lnTo>
                <a:lnTo>
                  <a:pt x="30314" y="41010"/>
                </a:lnTo>
                <a:lnTo>
                  <a:pt x="34007" y="37317"/>
                </a:lnTo>
                <a:close/>
                <a:moveTo>
                  <a:pt x="69201" y="37825"/>
                </a:moveTo>
                <a:lnTo>
                  <a:pt x="73911" y="40064"/>
                </a:lnTo>
                <a:lnTo>
                  <a:pt x="70565" y="43418"/>
                </a:lnTo>
                <a:lnTo>
                  <a:pt x="65846" y="41170"/>
                </a:lnTo>
                <a:lnTo>
                  <a:pt x="69201" y="37825"/>
                </a:lnTo>
                <a:close/>
                <a:moveTo>
                  <a:pt x="47469" y="38146"/>
                </a:moveTo>
                <a:lnTo>
                  <a:pt x="52179" y="40385"/>
                </a:lnTo>
                <a:lnTo>
                  <a:pt x="48486" y="44079"/>
                </a:lnTo>
                <a:lnTo>
                  <a:pt x="43776" y="41831"/>
                </a:lnTo>
                <a:lnTo>
                  <a:pt x="47469" y="38146"/>
                </a:lnTo>
                <a:close/>
                <a:moveTo>
                  <a:pt x="13239" y="38601"/>
                </a:moveTo>
                <a:lnTo>
                  <a:pt x="17512" y="40644"/>
                </a:lnTo>
                <a:lnTo>
                  <a:pt x="13819" y="44337"/>
                </a:lnTo>
                <a:lnTo>
                  <a:pt x="9537" y="42294"/>
                </a:lnTo>
                <a:lnTo>
                  <a:pt x="13239" y="38601"/>
                </a:lnTo>
                <a:close/>
                <a:moveTo>
                  <a:pt x="25826" y="39012"/>
                </a:moveTo>
                <a:lnTo>
                  <a:pt x="30100" y="41046"/>
                </a:lnTo>
                <a:lnTo>
                  <a:pt x="26406" y="44739"/>
                </a:lnTo>
                <a:lnTo>
                  <a:pt x="22133" y="42696"/>
                </a:lnTo>
                <a:lnTo>
                  <a:pt x="25826" y="39012"/>
                </a:lnTo>
                <a:close/>
                <a:moveTo>
                  <a:pt x="60922" y="38967"/>
                </a:moveTo>
                <a:lnTo>
                  <a:pt x="65632" y="41206"/>
                </a:lnTo>
                <a:lnTo>
                  <a:pt x="61939" y="44899"/>
                </a:lnTo>
                <a:lnTo>
                  <a:pt x="57229" y="42651"/>
                </a:lnTo>
                <a:lnTo>
                  <a:pt x="60922" y="38967"/>
                </a:lnTo>
                <a:close/>
                <a:moveTo>
                  <a:pt x="38842" y="39627"/>
                </a:moveTo>
                <a:lnTo>
                  <a:pt x="43553" y="41866"/>
                </a:lnTo>
                <a:lnTo>
                  <a:pt x="39868" y="45560"/>
                </a:lnTo>
                <a:lnTo>
                  <a:pt x="35149" y="43311"/>
                </a:lnTo>
                <a:lnTo>
                  <a:pt x="38842" y="39627"/>
                </a:lnTo>
                <a:close/>
                <a:moveTo>
                  <a:pt x="74036" y="40127"/>
                </a:moveTo>
                <a:lnTo>
                  <a:pt x="78746" y="42375"/>
                </a:lnTo>
                <a:lnTo>
                  <a:pt x="75392" y="45720"/>
                </a:lnTo>
                <a:lnTo>
                  <a:pt x="70681" y="43481"/>
                </a:lnTo>
                <a:lnTo>
                  <a:pt x="74036" y="40127"/>
                </a:lnTo>
                <a:close/>
                <a:moveTo>
                  <a:pt x="517" y="0"/>
                </a:moveTo>
                <a:lnTo>
                  <a:pt x="4345" y="1820"/>
                </a:lnTo>
                <a:lnTo>
                  <a:pt x="999" y="5165"/>
                </a:lnTo>
                <a:lnTo>
                  <a:pt x="0" y="4692"/>
                </a:lnTo>
                <a:lnTo>
                  <a:pt x="0" y="4835"/>
                </a:lnTo>
                <a:lnTo>
                  <a:pt x="901" y="5263"/>
                </a:lnTo>
                <a:lnTo>
                  <a:pt x="0" y="6164"/>
                </a:lnTo>
                <a:lnTo>
                  <a:pt x="0" y="6352"/>
                </a:lnTo>
                <a:lnTo>
                  <a:pt x="1026" y="5326"/>
                </a:lnTo>
                <a:lnTo>
                  <a:pt x="5308" y="7360"/>
                </a:lnTo>
                <a:lnTo>
                  <a:pt x="1954" y="10714"/>
                </a:lnTo>
                <a:lnTo>
                  <a:pt x="0" y="9786"/>
                </a:lnTo>
                <a:lnTo>
                  <a:pt x="0" y="9920"/>
                </a:lnTo>
                <a:lnTo>
                  <a:pt x="1856" y="10812"/>
                </a:lnTo>
                <a:lnTo>
                  <a:pt x="0" y="12668"/>
                </a:lnTo>
                <a:lnTo>
                  <a:pt x="0" y="12846"/>
                </a:lnTo>
                <a:lnTo>
                  <a:pt x="1980" y="10866"/>
                </a:lnTo>
                <a:lnTo>
                  <a:pt x="6254" y="12909"/>
                </a:lnTo>
                <a:lnTo>
                  <a:pt x="2569" y="16602"/>
                </a:lnTo>
                <a:lnTo>
                  <a:pt x="0" y="15371"/>
                </a:lnTo>
                <a:lnTo>
                  <a:pt x="0" y="15514"/>
                </a:lnTo>
                <a:lnTo>
                  <a:pt x="2471" y="16691"/>
                </a:lnTo>
                <a:lnTo>
                  <a:pt x="0" y="19162"/>
                </a:lnTo>
                <a:lnTo>
                  <a:pt x="0" y="19341"/>
                </a:lnTo>
                <a:lnTo>
                  <a:pt x="2596" y="16754"/>
                </a:lnTo>
                <a:lnTo>
                  <a:pt x="6869" y="18788"/>
                </a:lnTo>
                <a:lnTo>
                  <a:pt x="3176" y="22481"/>
                </a:lnTo>
                <a:lnTo>
                  <a:pt x="0" y="20964"/>
                </a:lnTo>
                <a:lnTo>
                  <a:pt x="0" y="21107"/>
                </a:lnTo>
                <a:lnTo>
                  <a:pt x="3087" y="22579"/>
                </a:lnTo>
                <a:lnTo>
                  <a:pt x="0" y="25666"/>
                </a:lnTo>
                <a:lnTo>
                  <a:pt x="0" y="25844"/>
                </a:lnTo>
                <a:lnTo>
                  <a:pt x="3203" y="22633"/>
                </a:lnTo>
                <a:lnTo>
                  <a:pt x="7485" y="24675"/>
                </a:lnTo>
                <a:lnTo>
                  <a:pt x="3791" y="28369"/>
                </a:lnTo>
                <a:lnTo>
                  <a:pt x="0" y="26558"/>
                </a:lnTo>
                <a:lnTo>
                  <a:pt x="0" y="26701"/>
                </a:lnTo>
                <a:lnTo>
                  <a:pt x="3702" y="28458"/>
                </a:lnTo>
                <a:lnTo>
                  <a:pt x="9" y="32151"/>
                </a:lnTo>
                <a:lnTo>
                  <a:pt x="0" y="32151"/>
                </a:lnTo>
                <a:lnTo>
                  <a:pt x="0" y="32339"/>
                </a:lnTo>
                <a:lnTo>
                  <a:pt x="36" y="32303"/>
                </a:lnTo>
                <a:lnTo>
                  <a:pt x="4309" y="34346"/>
                </a:lnTo>
                <a:lnTo>
                  <a:pt x="616" y="38048"/>
                </a:lnTo>
                <a:lnTo>
                  <a:pt x="0" y="37754"/>
                </a:lnTo>
                <a:lnTo>
                  <a:pt x="0" y="37896"/>
                </a:lnTo>
                <a:lnTo>
                  <a:pt x="517" y="38137"/>
                </a:lnTo>
                <a:lnTo>
                  <a:pt x="0" y="38655"/>
                </a:lnTo>
                <a:lnTo>
                  <a:pt x="0" y="38842"/>
                </a:lnTo>
                <a:lnTo>
                  <a:pt x="642" y="38200"/>
                </a:lnTo>
                <a:lnTo>
                  <a:pt x="4915" y="40234"/>
                </a:lnTo>
                <a:lnTo>
                  <a:pt x="1222" y="43927"/>
                </a:lnTo>
                <a:lnTo>
                  <a:pt x="0" y="43347"/>
                </a:lnTo>
                <a:lnTo>
                  <a:pt x="0" y="43490"/>
                </a:lnTo>
                <a:lnTo>
                  <a:pt x="1133" y="44025"/>
                </a:lnTo>
                <a:lnTo>
                  <a:pt x="0" y="45158"/>
                </a:lnTo>
                <a:lnTo>
                  <a:pt x="0" y="45337"/>
                </a:lnTo>
                <a:lnTo>
                  <a:pt x="1249" y="44088"/>
                </a:lnTo>
                <a:lnTo>
                  <a:pt x="4996" y="45872"/>
                </a:lnTo>
                <a:lnTo>
                  <a:pt x="5290" y="45872"/>
                </a:lnTo>
                <a:lnTo>
                  <a:pt x="1347" y="43989"/>
                </a:lnTo>
                <a:lnTo>
                  <a:pt x="5040" y="40296"/>
                </a:lnTo>
                <a:lnTo>
                  <a:pt x="9322" y="42330"/>
                </a:lnTo>
                <a:lnTo>
                  <a:pt x="5790" y="45872"/>
                </a:lnTo>
                <a:lnTo>
                  <a:pt x="5968" y="45872"/>
                </a:lnTo>
                <a:lnTo>
                  <a:pt x="9438" y="42393"/>
                </a:lnTo>
                <a:lnTo>
                  <a:pt x="13721" y="44435"/>
                </a:lnTo>
                <a:lnTo>
                  <a:pt x="12284" y="45872"/>
                </a:lnTo>
                <a:lnTo>
                  <a:pt x="12463" y="45872"/>
                </a:lnTo>
                <a:lnTo>
                  <a:pt x="13845" y="44489"/>
                </a:lnTo>
                <a:lnTo>
                  <a:pt x="16736" y="45872"/>
                </a:lnTo>
                <a:lnTo>
                  <a:pt x="17030" y="45872"/>
                </a:lnTo>
                <a:lnTo>
                  <a:pt x="13935" y="44391"/>
                </a:lnTo>
                <a:lnTo>
                  <a:pt x="17637" y="40698"/>
                </a:lnTo>
                <a:lnTo>
                  <a:pt x="21910" y="42740"/>
                </a:lnTo>
                <a:lnTo>
                  <a:pt x="18779" y="45872"/>
                </a:lnTo>
                <a:lnTo>
                  <a:pt x="18966" y="45872"/>
                </a:lnTo>
                <a:lnTo>
                  <a:pt x="22035" y="42794"/>
                </a:lnTo>
                <a:lnTo>
                  <a:pt x="26317" y="44837"/>
                </a:lnTo>
                <a:lnTo>
                  <a:pt x="25282" y="45872"/>
                </a:lnTo>
                <a:lnTo>
                  <a:pt x="25461" y="45872"/>
                </a:lnTo>
                <a:lnTo>
                  <a:pt x="26433" y="44890"/>
                </a:lnTo>
                <a:lnTo>
                  <a:pt x="28485" y="45872"/>
                </a:lnTo>
                <a:lnTo>
                  <a:pt x="28779" y="45872"/>
                </a:lnTo>
                <a:lnTo>
                  <a:pt x="26531" y="44801"/>
                </a:lnTo>
                <a:lnTo>
                  <a:pt x="30225" y="41108"/>
                </a:lnTo>
                <a:lnTo>
                  <a:pt x="34935" y="43356"/>
                </a:lnTo>
                <a:lnTo>
                  <a:pt x="32419" y="45872"/>
                </a:lnTo>
                <a:lnTo>
                  <a:pt x="32598" y="45872"/>
                </a:lnTo>
                <a:lnTo>
                  <a:pt x="35060" y="43410"/>
                </a:lnTo>
                <a:lnTo>
                  <a:pt x="39770" y="45658"/>
                </a:lnTo>
                <a:lnTo>
                  <a:pt x="39556" y="45872"/>
                </a:lnTo>
                <a:lnTo>
                  <a:pt x="39734" y="45872"/>
                </a:lnTo>
                <a:lnTo>
                  <a:pt x="39895" y="45711"/>
                </a:lnTo>
                <a:lnTo>
                  <a:pt x="40216" y="45872"/>
                </a:lnTo>
                <a:lnTo>
                  <a:pt x="40510" y="45872"/>
                </a:lnTo>
                <a:lnTo>
                  <a:pt x="39984" y="45622"/>
                </a:lnTo>
                <a:lnTo>
                  <a:pt x="43677" y="41929"/>
                </a:lnTo>
                <a:lnTo>
                  <a:pt x="48388" y="44177"/>
                </a:lnTo>
                <a:lnTo>
                  <a:pt x="46693" y="45872"/>
                </a:lnTo>
                <a:lnTo>
                  <a:pt x="46880" y="45872"/>
                </a:lnTo>
                <a:lnTo>
                  <a:pt x="48513" y="44230"/>
                </a:lnTo>
                <a:lnTo>
                  <a:pt x="51947" y="45872"/>
                </a:lnTo>
                <a:lnTo>
                  <a:pt x="52242" y="45872"/>
                </a:lnTo>
                <a:lnTo>
                  <a:pt x="48611" y="44141"/>
                </a:lnTo>
                <a:lnTo>
                  <a:pt x="52295" y="40448"/>
                </a:lnTo>
                <a:lnTo>
                  <a:pt x="57014" y="42696"/>
                </a:lnTo>
                <a:lnTo>
                  <a:pt x="53839" y="45872"/>
                </a:lnTo>
                <a:lnTo>
                  <a:pt x="54017" y="45872"/>
                </a:lnTo>
                <a:lnTo>
                  <a:pt x="57130" y="42749"/>
                </a:lnTo>
                <a:lnTo>
                  <a:pt x="61850" y="44998"/>
                </a:lnTo>
                <a:lnTo>
                  <a:pt x="60975" y="45872"/>
                </a:lnTo>
                <a:lnTo>
                  <a:pt x="61154" y="45872"/>
                </a:lnTo>
                <a:lnTo>
                  <a:pt x="61966" y="45051"/>
                </a:lnTo>
                <a:lnTo>
                  <a:pt x="63670" y="45872"/>
                </a:lnTo>
                <a:lnTo>
                  <a:pt x="63973" y="45872"/>
                </a:lnTo>
                <a:lnTo>
                  <a:pt x="62064" y="44962"/>
                </a:lnTo>
                <a:lnTo>
                  <a:pt x="65757" y="41269"/>
                </a:lnTo>
                <a:lnTo>
                  <a:pt x="70467" y="43517"/>
                </a:lnTo>
                <a:lnTo>
                  <a:pt x="68112" y="45872"/>
                </a:lnTo>
                <a:lnTo>
                  <a:pt x="68291" y="45872"/>
                </a:lnTo>
                <a:lnTo>
                  <a:pt x="70592" y="43570"/>
                </a:lnTo>
                <a:lnTo>
                  <a:pt x="75303" y="45818"/>
                </a:lnTo>
                <a:lnTo>
                  <a:pt x="75249" y="45872"/>
                </a:lnTo>
                <a:lnTo>
                  <a:pt x="75704" y="45872"/>
                </a:lnTo>
                <a:lnTo>
                  <a:pt x="75517" y="45783"/>
                </a:lnTo>
                <a:lnTo>
                  <a:pt x="78871" y="42428"/>
                </a:lnTo>
                <a:lnTo>
                  <a:pt x="81547" y="43704"/>
                </a:lnTo>
                <a:lnTo>
                  <a:pt x="81547" y="43561"/>
                </a:lnTo>
                <a:lnTo>
                  <a:pt x="78969" y="42339"/>
                </a:lnTo>
                <a:lnTo>
                  <a:pt x="81547" y="39752"/>
                </a:lnTo>
                <a:lnTo>
                  <a:pt x="81547" y="39574"/>
                </a:lnTo>
                <a:lnTo>
                  <a:pt x="78844" y="42277"/>
                </a:lnTo>
                <a:lnTo>
                  <a:pt x="74134" y="40029"/>
                </a:lnTo>
                <a:lnTo>
                  <a:pt x="77479" y="36683"/>
                </a:lnTo>
                <a:lnTo>
                  <a:pt x="81547" y="38619"/>
                </a:lnTo>
                <a:lnTo>
                  <a:pt x="81547" y="38476"/>
                </a:lnTo>
                <a:lnTo>
                  <a:pt x="77577" y="36585"/>
                </a:lnTo>
                <a:lnTo>
                  <a:pt x="80932" y="33231"/>
                </a:lnTo>
                <a:lnTo>
                  <a:pt x="81547" y="33525"/>
                </a:lnTo>
                <a:lnTo>
                  <a:pt x="81547" y="33382"/>
                </a:lnTo>
                <a:lnTo>
                  <a:pt x="81021" y="33133"/>
                </a:lnTo>
                <a:lnTo>
                  <a:pt x="81547" y="32615"/>
                </a:lnTo>
                <a:lnTo>
                  <a:pt x="81547" y="32437"/>
                </a:lnTo>
                <a:lnTo>
                  <a:pt x="80905" y="33079"/>
                </a:lnTo>
                <a:lnTo>
                  <a:pt x="76195" y="30831"/>
                </a:lnTo>
                <a:lnTo>
                  <a:pt x="79540" y="27477"/>
                </a:lnTo>
                <a:lnTo>
                  <a:pt x="81547" y="28431"/>
                </a:lnTo>
                <a:lnTo>
                  <a:pt x="81547" y="28297"/>
                </a:lnTo>
                <a:lnTo>
                  <a:pt x="79638" y="27387"/>
                </a:lnTo>
                <a:lnTo>
                  <a:pt x="81547" y="25478"/>
                </a:lnTo>
                <a:lnTo>
                  <a:pt x="81547" y="25300"/>
                </a:lnTo>
                <a:lnTo>
                  <a:pt x="79513" y="27325"/>
                </a:lnTo>
                <a:lnTo>
                  <a:pt x="74803" y="25077"/>
                </a:lnTo>
                <a:lnTo>
                  <a:pt x="78157" y="21732"/>
                </a:lnTo>
                <a:lnTo>
                  <a:pt x="81547" y="23346"/>
                </a:lnTo>
                <a:lnTo>
                  <a:pt x="81547" y="23204"/>
                </a:lnTo>
                <a:lnTo>
                  <a:pt x="78246" y="21633"/>
                </a:lnTo>
                <a:lnTo>
                  <a:pt x="81547" y="18342"/>
                </a:lnTo>
                <a:lnTo>
                  <a:pt x="81547" y="18110"/>
                </a:lnTo>
                <a:lnTo>
                  <a:pt x="76864" y="15879"/>
                </a:lnTo>
                <a:lnTo>
                  <a:pt x="80218" y="12534"/>
                </a:lnTo>
                <a:lnTo>
                  <a:pt x="81547" y="13167"/>
                </a:lnTo>
                <a:lnTo>
                  <a:pt x="81547" y="13025"/>
                </a:lnTo>
                <a:lnTo>
                  <a:pt x="80307" y="12436"/>
                </a:lnTo>
                <a:lnTo>
                  <a:pt x="81547" y="11205"/>
                </a:lnTo>
                <a:lnTo>
                  <a:pt x="81547" y="11017"/>
                </a:lnTo>
                <a:lnTo>
                  <a:pt x="80191" y="12373"/>
                </a:lnTo>
                <a:lnTo>
                  <a:pt x="75472" y="10134"/>
                </a:lnTo>
                <a:lnTo>
                  <a:pt x="78826" y="6780"/>
                </a:lnTo>
                <a:lnTo>
                  <a:pt x="81547" y="8074"/>
                </a:lnTo>
                <a:lnTo>
                  <a:pt x="81547" y="7931"/>
                </a:lnTo>
                <a:lnTo>
                  <a:pt x="78924" y="6682"/>
                </a:lnTo>
                <a:lnTo>
                  <a:pt x="81547" y="4059"/>
                </a:lnTo>
                <a:lnTo>
                  <a:pt x="81547" y="3881"/>
                </a:lnTo>
                <a:lnTo>
                  <a:pt x="78800" y="6628"/>
                </a:lnTo>
                <a:lnTo>
                  <a:pt x="74089" y="4380"/>
                </a:lnTo>
                <a:lnTo>
                  <a:pt x="77444" y="1026"/>
                </a:lnTo>
                <a:lnTo>
                  <a:pt x="81547" y="2980"/>
                </a:lnTo>
                <a:lnTo>
                  <a:pt x="81547" y="2846"/>
                </a:lnTo>
                <a:lnTo>
                  <a:pt x="77533" y="928"/>
                </a:lnTo>
                <a:lnTo>
                  <a:pt x="78470" y="0"/>
                </a:lnTo>
                <a:lnTo>
                  <a:pt x="78291" y="0"/>
                </a:lnTo>
                <a:lnTo>
                  <a:pt x="77417" y="874"/>
                </a:lnTo>
                <a:lnTo>
                  <a:pt x="75579" y="0"/>
                </a:lnTo>
                <a:lnTo>
                  <a:pt x="75285" y="0"/>
                </a:lnTo>
                <a:lnTo>
                  <a:pt x="77319" y="972"/>
                </a:lnTo>
                <a:lnTo>
                  <a:pt x="73964" y="4318"/>
                </a:lnTo>
                <a:lnTo>
                  <a:pt x="69254" y="2079"/>
                </a:lnTo>
                <a:lnTo>
                  <a:pt x="71333" y="0"/>
                </a:lnTo>
                <a:lnTo>
                  <a:pt x="71145" y="0"/>
                </a:lnTo>
                <a:lnTo>
                  <a:pt x="69129" y="2016"/>
                </a:lnTo>
                <a:lnTo>
                  <a:pt x="64901" y="0"/>
                </a:lnTo>
                <a:lnTo>
                  <a:pt x="64606" y="0"/>
                </a:lnTo>
                <a:lnTo>
                  <a:pt x="64633" y="18"/>
                </a:lnTo>
                <a:lnTo>
                  <a:pt x="61288" y="3363"/>
                </a:lnTo>
                <a:lnTo>
                  <a:pt x="57005" y="1329"/>
                </a:lnTo>
                <a:lnTo>
                  <a:pt x="58335" y="0"/>
                </a:lnTo>
                <a:lnTo>
                  <a:pt x="58156" y="0"/>
                </a:lnTo>
                <a:lnTo>
                  <a:pt x="56881" y="1267"/>
                </a:lnTo>
                <a:lnTo>
                  <a:pt x="54222" y="0"/>
                </a:lnTo>
                <a:lnTo>
                  <a:pt x="53928" y="0"/>
                </a:lnTo>
                <a:lnTo>
                  <a:pt x="56791" y="1365"/>
                </a:lnTo>
                <a:lnTo>
                  <a:pt x="53437" y="4719"/>
                </a:lnTo>
                <a:lnTo>
                  <a:pt x="49164" y="2676"/>
                </a:lnTo>
                <a:lnTo>
                  <a:pt x="51831" y="0"/>
                </a:lnTo>
                <a:lnTo>
                  <a:pt x="51653" y="0"/>
                </a:lnTo>
                <a:lnTo>
                  <a:pt x="49039" y="2614"/>
                </a:lnTo>
                <a:lnTo>
                  <a:pt x="44757" y="580"/>
                </a:lnTo>
                <a:lnTo>
                  <a:pt x="45337" y="0"/>
                </a:lnTo>
                <a:lnTo>
                  <a:pt x="45158" y="0"/>
                </a:lnTo>
                <a:lnTo>
                  <a:pt x="44641" y="517"/>
                </a:lnTo>
                <a:lnTo>
                  <a:pt x="43544" y="0"/>
                </a:lnTo>
                <a:lnTo>
                  <a:pt x="43249" y="0"/>
                </a:lnTo>
                <a:lnTo>
                  <a:pt x="44543" y="616"/>
                </a:lnTo>
                <a:lnTo>
                  <a:pt x="41188" y="3970"/>
                </a:lnTo>
                <a:lnTo>
                  <a:pt x="36915" y="1927"/>
                </a:lnTo>
                <a:lnTo>
                  <a:pt x="38842" y="0"/>
                </a:lnTo>
                <a:lnTo>
                  <a:pt x="38655" y="0"/>
                </a:lnTo>
                <a:lnTo>
                  <a:pt x="36790" y="1873"/>
                </a:lnTo>
                <a:lnTo>
                  <a:pt x="32865" y="0"/>
                </a:lnTo>
                <a:lnTo>
                  <a:pt x="32571" y="0"/>
                </a:lnTo>
                <a:lnTo>
                  <a:pt x="36692" y="1963"/>
                </a:lnTo>
                <a:lnTo>
                  <a:pt x="33347" y="5317"/>
                </a:lnTo>
                <a:lnTo>
                  <a:pt x="29065" y="3274"/>
                </a:lnTo>
                <a:lnTo>
                  <a:pt x="32339" y="0"/>
                </a:lnTo>
                <a:lnTo>
                  <a:pt x="32160" y="0"/>
                </a:lnTo>
                <a:lnTo>
                  <a:pt x="28940" y="3220"/>
                </a:lnTo>
                <a:lnTo>
                  <a:pt x="24667" y="1178"/>
                </a:lnTo>
                <a:lnTo>
                  <a:pt x="25844" y="0"/>
                </a:lnTo>
                <a:lnTo>
                  <a:pt x="25666" y="0"/>
                </a:lnTo>
                <a:lnTo>
                  <a:pt x="24542" y="1124"/>
                </a:lnTo>
                <a:lnTo>
                  <a:pt x="22196" y="0"/>
                </a:lnTo>
                <a:lnTo>
                  <a:pt x="21892" y="0"/>
                </a:lnTo>
                <a:lnTo>
                  <a:pt x="24444" y="1213"/>
                </a:lnTo>
                <a:lnTo>
                  <a:pt x="21098" y="4568"/>
                </a:lnTo>
                <a:lnTo>
                  <a:pt x="16816" y="2525"/>
                </a:lnTo>
                <a:lnTo>
                  <a:pt x="19341" y="0"/>
                </a:lnTo>
                <a:lnTo>
                  <a:pt x="19162" y="0"/>
                </a:lnTo>
                <a:lnTo>
                  <a:pt x="16691" y="2471"/>
                </a:lnTo>
                <a:lnTo>
                  <a:pt x="12418" y="428"/>
                </a:lnTo>
                <a:lnTo>
                  <a:pt x="12846" y="0"/>
                </a:lnTo>
                <a:lnTo>
                  <a:pt x="12668" y="0"/>
                </a:lnTo>
                <a:lnTo>
                  <a:pt x="12293" y="375"/>
                </a:lnTo>
                <a:lnTo>
                  <a:pt x="11517" y="0"/>
                </a:lnTo>
                <a:lnTo>
                  <a:pt x="11214" y="0"/>
                </a:lnTo>
                <a:lnTo>
                  <a:pt x="12195" y="464"/>
                </a:lnTo>
                <a:lnTo>
                  <a:pt x="8841" y="3827"/>
                </a:lnTo>
                <a:lnTo>
                  <a:pt x="4559" y="1784"/>
                </a:lnTo>
                <a:lnTo>
                  <a:pt x="6352" y="0"/>
                </a:lnTo>
                <a:lnTo>
                  <a:pt x="6164" y="0"/>
                </a:lnTo>
                <a:lnTo>
                  <a:pt x="4443" y="1731"/>
                </a:lnTo>
                <a:lnTo>
                  <a:pt x="812" y="0"/>
                </a:lnTo>
                <a:close/>
              </a:path>
            </a:pathLst>
          </a:custGeom>
          <a:gradFill>
            <a:gsLst>
              <a:gs pos="0">
                <a:schemeClr val="accent3">
                  <a:alpha val="76340"/>
                </a:schemeClr>
              </a:gs>
              <a:gs pos="100000">
                <a:schemeClr val="accent1">
                  <a:alpha val="76340"/>
                </a:scheme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4" name="Google Shape;7394;p26"/>
          <p:cNvSpPr/>
          <p:nvPr/>
        </p:nvSpPr>
        <p:spPr>
          <a:xfrm>
            <a:off x="1559700" y="922175"/>
            <a:ext cx="6024600" cy="2882100"/>
          </a:xfrm>
          <a:prstGeom prst="roundRect">
            <a:avLst>
              <a:gd name="adj" fmla="val 5945"/>
            </a:avLst>
          </a:prstGeom>
          <a:solidFill>
            <a:schemeClr val="accent3"/>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5" name="Google Shape;7395;p26"/>
          <p:cNvSpPr/>
          <p:nvPr/>
        </p:nvSpPr>
        <p:spPr>
          <a:xfrm>
            <a:off x="-40800" y="4433175"/>
            <a:ext cx="9228600" cy="755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96" name="Google Shape;7396;p26"/>
          <p:cNvGrpSpPr/>
          <p:nvPr/>
        </p:nvGrpSpPr>
        <p:grpSpPr>
          <a:xfrm rot="-1494312">
            <a:off x="7618798" y="178631"/>
            <a:ext cx="660557" cy="860538"/>
            <a:chOff x="1648300" y="568850"/>
            <a:chExt cx="505125" cy="658050"/>
          </a:xfrm>
        </p:grpSpPr>
        <p:sp>
          <p:nvSpPr>
            <p:cNvPr id="7397" name="Google Shape;7397;p26"/>
            <p:cNvSpPr/>
            <p:nvPr/>
          </p:nvSpPr>
          <p:spPr>
            <a:xfrm>
              <a:off x="1819550" y="1144475"/>
              <a:ext cx="156775" cy="82425"/>
            </a:xfrm>
            <a:custGeom>
              <a:avLst/>
              <a:gdLst/>
              <a:ahLst/>
              <a:cxnLst/>
              <a:rect l="l" t="t" r="r" b="b"/>
              <a:pathLst>
                <a:path w="6271" h="3297" extrusionOk="0">
                  <a:moveTo>
                    <a:pt x="0" y="1"/>
                  </a:moveTo>
                  <a:lnTo>
                    <a:pt x="768" y="2650"/>
                  </a:lnTo>
                  <a:cubicBezTo>
                    <a:pt x="894" y="3089"/>
                    <a:pt x="2018" y="3296"/>
                    <a:pt x="3141" y="3296"/>
                  </a:cubicBezTo>
                  <a:cubicBezTo>
                    <a:pt x="4264" y="3296"/>
                    <a:pt x="5384" y="3089"/>
                    <a:pt x="5502" y="2697"/>
                  </a:cubicBezTo>
                  <a:lnTo>
                    <a:pt x="62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8" name="Google Shape;7398;p26"/>
            <p:cNvSpPr/>
            <p:nvPr/>
          </p:nvSpPr>
          <p:spPr>
            <a:xfrm>
              <a:off x="1704725" y="757725"/>
              <a:ext cx="396600" cy="243750"/>
            </a:xfrm>
            <a:custGeom>
              <a:avLst/>
              <a:gdLst/>
              <a:ahLst/>
              <a:cxnLst/>
              <a:rect l="l" t="t" r="r" b="b"/>
              <a:pathLst>
                <a:path w="15864" h="9750" extrusionOk="0">
                  <a:moveTo>
                    <a:pt x="15252" y="0"/>
                  </a:moveTo>
                  <a:lnTo>
                    <a:pt x="314" y="314"/>
                  </a:lnTo>
                  <a:lnTo>
                    <a:pt x="1" y="5956"/>
                  </a:lnTo>
                  <a:lnTo>
                    <a:pt x="3324" y="9750"/>
                  </a:lnTo>
                  <a:lnTo>
                    <a:pt x="13073" y="9750"/>
                  </a:lnTo>
                  <a:lnTo>
                    <a:pt x="15863" y="5110"/>
                  </a:lnTo>
                  <a:lnTo>
                    <a:pt x="152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9" name="Google Shape;7399;p26"/>
            <p:cNvSpPr/>
            <p:nvPr/>
          </p:nvSpPr>
          <p:spPr>
            <a:xfrm>
              <a:off x="1774475" y="976375"/>
              <a:ext cx="264150" cy="25100"/>
            </a:xfrm>
            <a:custGeom>
              <a:avLst/>
              <a:gdLst/>
              <a:ahLst/>
              <a:cxnLst/>
              <a:rect l="l" t="t" r="r" b="b"/>
              <a:pathLst>
                <a:path w="10566" h="1004" extrusionOk="0">
                  <a:moveTo>
                    <a:pt x="1" y="0"/>
                  </a:moveTo>
                  <a:lnTo>
                    <a:pt x="1" y="1004"/>
                  </a:lnTo>
                  <a:lnTo>
                    <a:pt x="10565" y="1004"/>
                  </a:lnTo>
                  <a:lnTo>
                    <a:pt x="105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26"/>
            <p:cNvSpPr/>
            <p:nvPr/>
          </p:nvSpPr>
          <p:spPr>
            <a:xfrm>
              <a:off x="1678075" y="568850"/>
              <a:ext cx="458500" cy="235925"/>
            </a:xfrm>
            <a:custGeom>
              <a:avLst/>
              <a:gdLst/>
              <a:ahLst/>
              <a:cxnLst/>
              <a:rect l="l" t="t" r="r" b="b"/>
              <a:pathLst>
                <a:path w="18340" h="9437" extrusionOk="0">
                  <a:moveTo>
                    <a:pt x="8261" y="0"/>
                  </a:moveTo>
                  <a:cubicBezTo>
                    <a:pt x="220" y="0"/>
                    <a:pt x="1" y="9436"/>
                    <a:pt x="1" y="9436"/>
                  </a:cubicBezTo>
                  <a:lnTo>
                    <a:pt x="17650" y="9436"/>
                  </a:lnTo>
                  <a:cubicBezTo>
                    <a:pt x="17650" y="9436"/>
                    <a:pt x="18340" y="0"/>
                    <a:pt x="82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26"/>
            <p:cNvSpPr/>
            <p:nvPr/>
          </p:nvSpPr>
          <p:spPr>
            <a:xfrm>
              <a:off x="1932000" y="693050"/>
              <a:ext cx="195950" cy="490250"/>
            </a:xfrm>
            <a:custGeom>
              <a:avLst/>
              <a:gdLst/>
              <a:ahLst/>
              <a:cxnLst/>
              <a:rect l="l" t="t" r="r" b="b"/>
              <a:pathLst>
                <a:path w="7838" h="19610" extrusionOk="0">
                  <a:moveTo>
                    <a:pt x="5832" y="1"/>
                  </a:moveTo>
                  <a:lnTo>
                    <a:pt x="5832" y="8324"/>
                  </a:lnTo>
                  <a:lnTo>
                    <a:pt x="2901" y="10487"/>
                  </a:lnTo>
                  <a:lnTo>
                    <a:pt x="1" y="19609"/>
                  </a:lnTo>
                  <a:lnTo>
                    <a:pt x="2227" y="19609"/>
                  </a:lnTo>
                  <a:cubicBezTo>
                    <a:pt x="2587" y="19609"/>
                    <a:pt x="2916" y="19343"/>
                    <a:pt x="2979" y="18982"/>
                  </a:cubicBezTo>
                  <a:cubicBezTo>
                    <a:pt x="4390" y="12148"/>
                    <a:pt x="7728" y="7462"/>
                    <a:pt x="7728" y="7462"/>
                  </a:cubicBezTo>
                  <a:cubicBezTo>
                    <a:pt x="7838" y="2587"/>
                    <a:pt x="5832" y="1"/>
                    <a:pt x="58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2" name="Google Shape;7402;p26"/>
            <p:cNvSpPr/>
            <p:nvPr/>
          </p:nvSpPr>
          <p:spPr>
            <a:xfrm>
              <a:off x="1672200" y="694625"/>
              <a:ext cx="195950" cy="488675"/>
            </a:xfrm>
            <a:custGeom>
              <a:avLst/>
              <a:gdLst/>
              <a:ahLst/>
              <a:cxnLst/>
              <a:rect l="l" t="t" r="r" b="b"/>
              <a:pathLst>
                <a:path w="7838" h="19547" extrusionOk="0">
                  <a:moveTo>
                    <a:pt x="2007" y="1"/>
                  </a:moveTo>
                  <a:cubicBezTo>
                    <a:pt x="2007" y="1"/>
                    <a:pt x="1" y="2571"/>
                    <a:pt x="126" y="7430"/>
                  </a:cubicBezTo>
                  <a:cubicBezTo>
                    <a:pt x="126" y="7430"/>
                    <a:pt x="3480" y="12133"/>
                    <a:pt x="4860" y="18967"/>
                  </a:cubicBezTo>
                  <a:cubicBezTo>
                    <a:pt x="4938" y="19296"/>
                    <a:pt x="5220" y="19546"/>
                    <a:pt x="5565" y="19546"/>
                  </a:cubicBezTo>
                  <a:lnTo>
                    <a:pt x="7838" y="19546"/>
                  </a:lnTo>
                  <a:lnTo>
                    <a:pt x="5173" y="10424"/>
                  </a:lnTo>
                  <a:lnTo>
                    <a:pt x="2007" y="8277"/>
                  </a:lnTo>
                  <a:lnTo>
                    <a:pt x="2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3" name="Google Shape;7403;p26"/>
            <p:cNvSpPr/>
            <p:nvPr/>
          </p:nvSpPr>
          <p:spPr>
            <a:xfrm>
              <a:off x="1648300" y="781625"/>
              <a:ext cx="58800" cy="132850"/>
            </a:xfrm>
            <a:custGeom>
              <a:avLst/>
              <a:gdLst/>
              <a:ahLst/>
              <a:cxnLst/>
              <a:rect l="l" t="t" r="r" b="b"/>
              <a:pathLst>
                <a:path w="2352" h="5314" extrusionOk="0">
                  <a:moveTo>
                    <a:pt x="925" y="0"/>
                  </a:moveTo>
                  <a:cubicBezTo>
                    <a:pt x="408" y="0"/>
                    <a:pt x="1" y="126"/>
                    <a:pt x="220" y="1975"/>
                  </a:cubicBezTo>
                  <a:cubicBezTo>
                    <a:pt x="455" y="3825"/>
                    <a:pt x="1066" y="5314"/>
                    <a:pt x="1584" y="5314"/>
                  </a:cubicBezTo>
                  <a:cubicBezTo>
                    <a:pt x="2117" y="5314"/>
                    <a:pt x="2352" y="3825"/>
                    <a:pt x="2117" y="1975"/>
                  </a:cubicBezTo>
                  <a:cubicBezTo>
                    <a:pt x="1882" y="126"/>
                    <a:pt x="1443" y="0"/>
                    <a:pt x="9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26"/>
            <p:cNvSpPr/>
            <p:nvPr/>
          </p:nvSpPr>
          <p:spPr>
            <a:xfrm>
              <a:off x="1675350" y="788675"/>
              <a:ext cx="33325" cy="119925"/>
            </a:xfrm>
            <a:custGeom>
              <a:avLst/>
              <a:gdLst/>
              <a:ahLst/>
              <a:cxnLst/>
              <a:rect l="l" t="t" r="r" b="b"/>
              <a:pathLst>
                <a:path w="1333" h="4797" extrusionOk="0">
                  <a:moveTo>
                    <a:pt x="564" y="0"/>
                  </a:moveTo>
                  <a:cubicBezTo>
                    <a:pt x="784" y="1160"/>
                    <a:pt x="658" y="2085"/>
                    <a:pt x="0" y="2383"/>
                  </a:cubicBezTo>
                  <a:cubicBezTo>
                    <a:pt x="690" y="2790"/>
                    <a:pt x="831" y="4797"/>
                    <a:pt x="831" y="4797"/>
                  </a:cubicBezTo>
                  <a:cubicBezTo>
                    <a:pt x="1332" y="1788"/>
                    <a:pt x="565" y="1"/>
                    <a:pt x="56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26"/>
            <p:cNvSpPr/>
            <p:nvPr/>
          </p:nvSpPr>
          <p:spPr>
            <a:xfrm>
              <a:off x="2094625" y="781625"/>
              <a:ext cx="58800" cy="132850"/>
            </a:xfrm>
            <a:custGeom>
              <a:avLst/>
              <a:gdLst/>
              <a:ahLst/>
              <a:cxnLst/>
              <a:rect l="l" t="t" r="r" b="b"/>
              <a:pathLst>
                <a:path w="2352" h="5314" extrusionOk="0">
                  <a:moveTo>
                    <a:pt x="1411" y="0"/>
                  </a:moveTo>
                  <a:cubicBezTo>
                    <a:pt x="894" y="0"/>
                    <a:pt x="455" y="126"/>
                    <a:pt x="220" y="1975"/>
                  </a:cubicBezTo>
                  <a:cubicBezTo>
                    <a:pt x="1" y="3825"/>
                    <a:pt x="236" y="5314"/>
                    <a:pt x="753" y="5314"/>
                  </a:cubicBezTo>
                  <a:cubicBezTo>
                    <a:pt x="1270" y="5314"/>
                    <a:pt x="1882" y="3825"/>
                    <a:pt x="2117" y="1975"/>
                  </a:cubicBezTo>
                  <a:cubicBezTo>
                    <a:pt x="2352" y="126"/>
                    <a:pt x="1944" y="0"/>
                    <a:pt x="14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26"/>
            <p:cNvSpPr/>
            <p:nvPr/>
          </p:nvSpPr>
          <p:spPr>
            <a:xfrm>
              <a:off x="2098150" y="788675"/>
              <a:ext cx="25500" cy="119925"/>
            </a:xfrm>
            <a:custGeom>
              <a:avLst/>
              <a:gdLst/>
              <a:ahLst/>
              <a:cxnLst/>
              <a:rect l="l" t="t" r="r" b="b"/>
              <a:pathLst>
                <a:path w="1020" h="4797" extrusionOk="0">
                  <a:moveTo>
                    <a:pt x="596" y="0"/>
                  </a:moveTo>
                  <a:cubicBezTo>
                    <a:pt x="596" y="1"/>
                    <a:pt x="1" y="1788"/>
                    <a:pt x="393" y="4797"/>
                  </a:cubicBezTo>
                  <a:cubicBezTo>
                    <a:pt x="393" y="4797"/>
                    <a:pt x="487" y="2790"/>
                    <a:pt x="1020" y="2383"/>
                  </a:cubicBezTo>
                  <a:cubicBezTo>
                    <a:pt x="518" y="2085"/>
                    <a:pt x="424" y="1160"/>
                    <a:pt x="59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7" name="Google Shape;7407;p26"/>
            <p:cNvSpPr/>
            <p:nvPr/>
          </p:nvSpPr>
          <p:spPr>
            <a:xfrm>
              <a:off x="1700800" y="575800"/>
              <a:ext cx="397775" cy="607500"/>
            </a:xfrm>
            <a:custGeom>
              <a:avLst/>
              <a:gdLst/>
              <a:ahLst/>
              <a:cxnLst/>
              <a:rect l="l" t="t" r="r" b="b"/>
              <a:pathLst>
                <a:path w="15911" h="24300" extrusionOk="0">
                  <a:moveTo>
                    <a:pt x="7757" y="0"/>
                  </a:moveTo>
                  <a:cubicBezTo>
                    <a:pt x="7644" y="0"/>
                    <a:pt x="7529" y="2"/>
                    <a:pt x="7415" y="4"/>
                  </a:cubicBezTo>
                  <a:cubicBezTo>
                    <a:pt x="3543" y="114"/>
                    <a:pt x="1" y="2340"/>
                    <a:pt x="1" y="7371"/>
                  </a:cubicBezTo>
                  <a:lnTo>
                    <a:pt x="1" y="13327"/>
                  </a:lnTo>
                  <a:cubicBezTo>
                    <a:pt x="1380" y="14597"/>
                    <a:pt x="2948" y="16838"/>
                    <a:pt x="4233" y="19566"/>
                  </a:cubicBezTo>
                  <a:cubicBezTo>
                    <a:pt x="5017" y="21227"/>
                    <a:pt x="5597" y="22857"/>
                    <a:pt x="5957" y="24299"/>
                  </a:cubicBezTo>
                  <a:lnTo>
                    <a:pt x="6663" y="24299"/>
                  </a:lnTo>
                  <a:lnTo>
                    <a:pt x="3951" y="15114"/>
                  </a:lnTo>
                  <a:lnTo>
                    <a:pt x="706" y="12967"/>
                  </a:lnTo>
                  <a:lnTo>
                    <a:pt x="706" y="9048"/>
                  </a:lnTo>
                  <a:lnTo>
                    <a:pt x="15236" y="9048"/>
                  </a:lnTo>
                  <a:lnTo>
                    <a:pt x="15236" y="12936"/>
                  </a:lnTo>
                  <a:lnTo>
                    <a:pt x="12243" y="15114"/>
                  </a:lnTo>
                  <a:lnTo>
                    <a:pt x="9280" y="24299"/>
                  </a:lnTo>
                  <a:lnTo>
                    <a:pt x="10095" y="24299"/>
                  </a:lnTo>
                  <a:cubicBezTo>
                    <a:pt x="10456" y="22857"/>
                    <a:pt x="11036" y="21227"/>
                    <a:pt x="11819" y="19566"/>
                  </a:cubicBezTo>
                  <a:cubicBezTo>
                    <a:pt x="13058" y="16948"/>
                    <a:pt x="14562" y="14769"/>
                    <a:pt x="15910" y="13484"/>
                  </a:cubicBezTo>
                  <a:lnTo>
                    <a:pt x="15910" y="7371"/>
                  </a:lnTo>
                  <a:cubicBezTo>
                    <a:pt x="15910" y="2084"/>
                    <a:pt x="12157" y="0"/>
                    <a:pt x="77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8" name="Google Shape;7408;p26"/>
            <p:cNvSpPr/>
            <p:nvPr/>
          </p:nvSpPr>
          <p:spPr>
            <a:xfrm>
              <a:off x="1874025" y="576800"/>
              <a:ext cx="198675" cy="96025"/>
            </a:xfrm>
            <a:custGeom>
              <a:avLst/>
              <a:gdLst/>
              <a:ahLst/>
              <a:cxnLst/>
              <a:rect l="l" t="t" r="r" b="b"/>
              <a:pathLst>
                <a:path w="7947" h="3841" extrusionOk="0">
                  <a:moveTo>
                    <a:pt x="1820" y="1"/>
                  </a:moveTo>
                  <a:cubicBezTo>
                    <a:pt x="1005" y="1"/>
                    <a:pt x="420" y="202"/>
                    <a:pt x="282" y="560"/>
                  </a:cubicBezTo>
                  <a:cubicBezTo>
                    <a:pt x="0" y="1265"/>
                    <a:pt x="1489" y="2284"/>
                    <a:pt x="3527" y="3083"/>
                  </a:cubicBezTo>
                  <a:cubicBezTo>
                    <a:pt x="4765" y="3556"/>
                    <a:pt x="5918" y="3841"/>
                    <a:pt x="6700" y="3841"/>
                  </a:cubicBezTo>
                  <a:cubicBezTo>
                    <a:pt x="7215" y="3841"/>
                    <a:pt x="7568" y="3718"/>
                    <a:pt x="7680" y="3444"/>
                  </a:cubicBezTo>
                  <a:cubicBezTo>
                    <a:pt x="7947" y="2739"/>
                    <a:pt x="6552" y="1344"/>
                    <a:pt x="4514" y="560"/>
                  </a:cubicBezTo>
                  <a:cubicBezTo>
                    <a:pt x="3533" y="175"/>
                    <a:pt x="2577" y="1"/>
                    <a:pt x="18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9" name="Google Shape;7409;p26"/>
            <p:cNvSpPr/>
            <p:nvPr/>
          </p:nvSpPr>
          <p:spPr>
            <a:xfrm>
              <a:off x="1699625" y="662500"/>
              <a:ext cx="399725" cy="520800"/>
            </a:xfrm>
            <a:custGeom>
              <a:avLst/>
              <a:gdLst/>
              <a:ahLst/>
              <a:cxnLst/>
              <a:rect l="l" t="t" r="r" b="b"/>
              <a:pathLst>
                <a:path w="15989" h="20832" extrusionOk="0">
                  <a:moveTo>
                    <a:pt x="1020" y="0"/>
                  </a:moveTo>
                  <a:cubicBezTo>
                    <a:pt x="377" y="1050"/>
                    <a:pt x="1" y="2383"/>
                    <a:pt x="1" y="3997"/>
                  </a:cubicBezTo>
                  <a:lnTo>
                    <a:pt x="1" y="9938"/>
                  </a:lnTo>
                  <a:cubicBezTo>
                    <a:pt x="1396" y="11192"/>
                    <a:pt x="2963" y="13418"/>
                    <a:pt x="4264" y="16129"/>
                  </a:cubicBezTo>
                  <a:cubicBezTo>
                    <a:pt x="5064" y="17775"/>
                    <a:pt x="5644" y="19405"/>
                    <a:pt x="5989" y="20831"/>
                  </a:cubicBezTo>
                  <a:lnTo>
                    <a:pt x="6710" y="20831"/>
                  </a:lnTo>
                  <a:lnTo>
                    <a:pt x="3967" y="11709"/>
                  </a:lnTo>
                  <a:lnTo>
                    <a:pt x="722" y="9562"/>
                  </a:lnTo>
                  <a:lnTo>
                    <a:pt x="722" y="5690"/>
                  </a:lnTo>
                  <a:lnTo>
                    <a:pt x="15330" y="5690"/>
                  </a:lnTo>
                  <a:lnTo>
                    <a:pt x="15330" y="9546"/>
                  </a:lnTo>
                  <a:lnTo>
                    <a:pt x="12305" y="11709"/>
                  </a:lnTo>
                  <a:lnTo>
                    <a:pt x="9343" y="20831"/>
                  </a:lnTo>
                  <a:lnTo>
                    <a:pt x="10158" y="20831"/>
                  </a:lnTo>
                  <a:cubicBezTo>
                    <a:pt x="10518" y="19405"/>
                    <a:pt x="11098" y="17775"/>
                    <a:pt x="11882" y="16129"/>
                  </a:cubicBezTo>
                  <a:cubicBezTo>
                    <a:pt x="13136" y="13527"/>
                    <a:pt x="14641" y="11364"/>
                    <a:pt x="15989" y="10079"/>
                  </a:cubicBezTo>
                  <a:lnTo>
                    <a:pt x="15989" y="4609"/>
                  </a:lnTo>
                  <a:cubicBezTo>
                    <a:pt x="15132" y="4917"/>
                    <a:pt x="14109" y="5073"/>
                    <a:pt x="12980" y="5073"/>
                  </a:cubicBezTo>
                  <a:cubicBezTo>
                    <a:pt x="11012" y="5073"/>
                    <a:pt x="8725" y="4597"/>
                    <a:pt x="6443" y="3621"/>
                  </a:cubicBezTo>
                  <a:cubicBezTo>
                    <a:pt x="4217" y="2665"/>
                    <a:pt x="2352" y="1380"/>
                    <a:pt x="102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0" name="Google Shape;7410;p26"/>
            <p:cNvSpPr/>
            <p:nvPr/>
          </p:nvSpPr>
          <p:spPr>
            <a:xfrm>
              <a:off x="1709825" y="633450"/>
              <a:ext cx="97200" cy="122975"/>
            </a:xfrm>
            <a:custGeom>
              <a:avLst/>
              <a:gdLst/>
              <a:ahLst/>
              <a:cxnLst/>
              <a:rect l="l" t="t" r="r" b="b"/>
              <a:pathLst>
                <a:path w="3888" h="4919" extrusionOk="0">
                  <a:moveTo>
                    <a:pt x="2224" y="0"/>
                  </a:moveTo>
                  <a:cubicBezTo>
                    <a:pt x="1697" y="0"/>
                    <a:pt x="30" y="1730"/>
                    <a:pt x="0" y="3670"/>
                  </a:cubicBezTo>
                  <a:cubicBezTo>
                    <a:pt x="0" y="4198"/>
                    <a:pt x="2500" y="4919"/>
                    <a:pt x="3090" y="4919"/>
                  </a:cubicBezTo>
                  <a:cubicBezTo>
                    <a:pt x="3130" y="4919"/>
                    <a:pt x="3161" y="4915"/>
                    <a:pt x="3182" y="4908"/>
                  </a:cubicBezTo>
                  <a:cubicBezTo>
                    <a:pt x="3888" y="4689"/>
                    <a:pt x="2555" y="143"/>
                    <a:pt x="2305" y="18"/>
                  </a:cubicBezTo>
                  <a:cubicBezTo>
                    <a:pt x="2282" y="6"/>
                    <a:pt x="2255" y="0"/>
                    <a:pt x="22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26"/>
            <p:cNvSpPr/>
            <p:nvPr/>
          </p:nvSpPr>
          <p:spPr>
            <a:xfrm>
              <a:off x="1711025" y="626825"/>
              <a:ext cx="97175" cy="123325"/>
            </a:xfrm>
            <a:custGeom>
              <a:avLst/>
              <a:gdLst/>
              <a:ahLst/>
              <a:cxnLst/>
              <a:rect l="l" t="t" r="r" b="b"/>
              <a:pathLst>
                <a:path w="3887" h="4933" extrusionOk="0">
                  <a:moveTo>
                    <a:pt x="2229" y="1"/>
                  </a:moveTo>
                  <a:cubicBezTo>
                    <a:pt x="1709" y="1"/>
                    <a:pt x="30" y="1737"/>
                    <a:pt x="15" y="3684"/>
                  </a:cubicBezTo>
                  <a:cubicBezTo>
                    <a:pt x="0" y="4199"/>
                    <a:pt x="2505" y="4933"/>
                    <a:pt x="3091" y="4933"/>
                  </a:cubicBezTo>
                  <a:cubicBezTo>
                    <a:pt x="3130" y="4933"/>
                    <a:pt x="3161" y="4930"/>
                    <a:pt x="3181" y="4923"/>
                  </a:cubicBezTo>
                  <a:cubicBezTo>
                    <a:pt x="3887" y="4688"/>
                    <a:pt x="2554" y="142"/>
                    <a:pt x="2304" y="17"/>
                  </a:cubicBezTo>
                  <a:cubicBezTo>
                    <a:pt x="2283" y="6"/>
                    <a:pt x="2258" y="1"/>
                    <a:pt x="222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26"/>
            <p:cNvSpPr/>
            <p:nvPr/>
          </p:nvSpPr>
          <p:spPr>
            <a:xfrm>
              <a:off x="1824650" y="1166425"/>
              <a:ext cx="147750" cy="31775"/>
            </a:xfrm>
            <a:custGeom>
              <a:avLst/>
              <a:gdLst/>
              <a:ahLst/>
              <a:cxnLst/>
              <a:rect l="l" t="t" r="r" b="b"/>
              <a:pathLst>
                <a:path w="5910" h="1271" extrusionOk="0">
                  <a:moveTo>
                    <a:pt x="0" y="0"/>
                  </a:moveTo>
                  <a:lnTo>
                    <a:pt x="721" y="1066"/>
                  </a:lnTo>
                  <a:cubicBezTo>
                    <a:pt x="799" y="1192"/>
                    <a:pt x="1066" y="1270"/>
                    <a:pt x="1364" y="1270"/>
                  </a:cubicBezTo>
                  <a:lnTo>
                    <a:pt x="4577" y="1270"/>
                  </a:lnTo>
                  <a:cubicBezTo>
                    <a:pt x="4859" y="1270"/>
                    <a:pt x="5110" y="1192"/>
                    <a:pt x="5173" y="1082"/>
                  </a:cubicBezTo>
                  <a:lnTo>
                    <a:pt x="59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3" name="Google Shape;7413;p26"/>
            <p:cNvSpPr/>
            <p:nvPr/>
          </p:nvSpPr>
          <p:spPr>
            <a:xfrm>
              <a:off x="1709825" y="795725"/>
              <a:ext cx="375425" cy="19625"/>
            </a:xfrm>
            <a:custGeom>
              <a:avLst/>
              <a:gdLst/>
              <a:ahLst/>
              <a:cxnLst/>
              <a:rect l="l" t="t" r="r" b="b"/>
              <a:pathLst>
                <a:path w="15017" h="785" extrusionOk="0">
                  <a:moveTo>
                    <a:pt x="377" y="1"/>
                  </a:moveTo>
                  <a:cubicBezTo>
                    <a:pt x="173" y="1"/>
                    <a:pt x="0" y="173"/>
                    <a:pt x="0" y="377"/>
                  </a:cubicBezTo>
                  <a:cubicBezTo>
                    <a:pt x="0" y="596"/>
                    <a:pt x="189" y="784"/>
                    <a:pt x="408" y="784"/>
                  </a:cubicBezTo>
                  <a:lnTo>
                    <a:pt x="14609" y="784"/>
                  </a:lnTo>
                  <a:cubicBezTo>
                    <a:pt x="14844" y="784"/>
                    <a:pt x="15016" y="596"/>
                    <a:pt x="15016" y="377"/>
                  </a:cubicBezTo>
                  <a:cubicBezTo>
                    <a:pt x="15016" y="173"/>
                    <a:pt x="14844" y="1"/>
                    <a:pt x="146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4" name="Google Shape;7414;p26"/>
            <p:cNvSpPr/>
            <p:nvPr/>
          </p:nvSpPr>
          <p:spPr>
            <a:xfrm>
              <a:off x="1899875" y="934400"/>
              <a:ext cx="96025" cy="23975"/>
            </a:xfrm>
            <a:custGeom>
              <a:avLst/>
              <a:gdLst/>
              <a:ahLst/>
              <a:cxnLst/>
              <a:rect l="l" t="t" r="r" b="b"/>
              <a:pathLst>
                <a:path w="3841" h="959" extrusionOk="0">
                  <a:moveTo>
                    <a:pt x="145" y="1"/>
                  </a:moveTo>
                  <a:cubicBezTo>
                    <a:pt x="89" y="1"/>
                    <a:pt x="46" y="104"/>
                    <a:pt x="16" y="222"/>
                  </a:cubicBezTo>
                  <a:cubicBezTo>
                    <a:pt x="1" y="347"/>
                    <a:pt x="32" y="457"/>
                    <a:pt x="95" y="457"/>
                  </a:cubicBezTo>
                  <a:lnTo>
                    <a:pt x="3700" y="958"/>
                  </a:lnTo>
                  <a:cubicBezTo>
                    <a:pt x="3747" y="958"/>
                    <a:pt x="3809" y="864"/>
                    <a:pt x="3825" y="739"/>
                  </a:cubicBezTo>
                  <a:cubicBezTo>
                    <a:pt x="3841" y="614"/>
                    <a:pt x="3809" y="504"/>
                    <a:pt x="3762" y="488"/>
                  </a:cubicBezTo>
                  <a:lnTo>
                    <a:pt x="157" y="2"/>
                  </a:lnTo>
                  <a:cubicBezTo>
                    <a:pt x="153" y="1"/>
                    <a:pt x="149"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5" name="Google Shape;7415;p26"/>
            <p:cNvSpPr/>
            <p:nvPr/>
          </p:nvSpPr>
          <p:spPr>
            <a:xfrm>
              <a:off x="1803875" y="934400"/>
              <a:ext cx="96025" cy="23975"/>
            </a:xfrm>
            <a:custGeom>
              <a:avLst/>
              <a:gdLst/>
              <a:ahLst/>
              <a:cxnLst/>
              <a:rect l="l" t="t" r="r" b="b"/>
              <a:pathLst>
                <a:path w="3841" h="959" extrusionOk="0">
                  <a:moveTo>
                    <a:pt x="3696" y="1"/>
                  </a:moveTo>
                  <a:cubicBezTo>
                    <a:pt x="3692" y="1"/>
                    <a:pt x="3688" y="1"/>
                    <a:pt x="3684" y="2"/>
                  </a:cubicBezTo>
                  <a:lnTo>
                    <a:pt x="94" y="488"/>
                  </a:lnTo>
                  <a:cubicBezTo>
                    <a:pt x="32" y="504"/>
                    <a:pt x="0" y="614"/>
                    <a:pt x="16" y="739"/>
                  </a:cubicBezTo>
                  <a:cubicBezTo>
                    <a:pt x="32" y="864"/>
                    <a:pt x="94" y="958"/>
                    <a:pt x="141" y="958"/>
                  </a:cubicBezTo>
                  <a:lnTo>
                    <a:pt x="3762" y="457"/>
                  </a:lnTo>
                  <a:cubicBezTo>
                    <a:pt x="3809" y="457"/>
                    <a:pt x="3841" y="347"/>
                    <a:pt x="3825" y="222"/>
                  </a:cubicBezTo>
                  <a:cubicBezTo>
                    <a:pt x="3810" y="104"/>
                    <a:pt x="3754" y="1"/>
                    <a:pt x="3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26"/>
            <p:cNvSpPr/>
            <p:nvPr/>
          </p:nvSpPr>
          <p:spPr>
            <a:xfrm>
              <a:off x="1921025" y="944625"/>
              <a:ext cx="24725" cy="227300"/>
            </a:xfrm>
            <a:custGeom>
              <a:avLst/>
              <a:gdLst/>
              <a:ahLst/>
              <a:cxnLst/>
              <a:rect l="l" t="t" r="r" b="b"/>
              <a:pathLst>
                <a:path w="989" h="9092" extrusionOk="0">
                  <a:moveTo>
                    <a:pt x="753" y="1"/>
                  </a:moveTo>
                  <a:cubicBezTo>
                    <a:pt x="628" y="1"/>
                    <a:pt x="518" y="111"/>
                    <a:pt x="518" y="236"/>
                  </a:cubicBezTo>
                  <a:lnTo>
                    <a:pt x="1" y="8872"/>
                  </a:lnTo>
                  <a:cubicBezTo>
                    <a:pt x="1" y="8998"/>
                    <a:pt x="95" y="9092"/>
                    <a:pt x="220" y="9092"/>
                  </a:cubicBezTo>
                  <a:cubicBezTo>
                    <a:pt x="346" y="9092"/>
                    <a:pt x="471" y="8982"/>
                    <a:pt x="471" y="8857"/>
                  </a:cubicBezTo>
                  <a:lnTo>
                    <a:pt x="973" y="252"/>
                  </a:lnTo>
                  <a:cubicBezTo>
                    <a:pt x="988" y="111"/>
                    <a:pt x="894"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26"/>
            <p:cNvSpPr/>
            <p:nvPr/>
          </p:nvSpPr>
          <p:spPr>
            <a:xfrm>
              <a:off x="1855200" y="944625"/>
              <a:ext cx="24725" cy="227300"/>
            </a:xfrm>
            <a:custGeom>
              <a:avLst/>
              <a:gdLst/>
              <a:ahLst/>
              <a:cxnLst/>
              <a:rect l="l" t="t" r="r" b="b"/>
              <a:pathLst>
                <a:path w="989" h="9092" extrusionOk="0">
                  <a:moveTo>
                    <a:pt x="236" y="1"/>
                  </a:moveTo>
                  <a:cubicBezTo>
                    <a:pt x="95" y="1"/>
                    <a:pt x="1" y="111"/>
                    <a:pt x="1" y="252"/>
                  </a:cubicBezTo>
                  <a:lnTo>
                    <a:pt x="518" y="8857"/>
                  </a:lnTo>
                  <a:cubicBezTo>
                    <a:pt x="518" y="8982"/>
                    <a:pt x="643" y="9092"/>
                    <a:pt x="769" y="9092"/>
                  </a:cubicBezTo>
                  <a:cubicBezTo>
                    <a:pt x="894" y="9092"/>
                    <a:pt x="988" y="8998"/>
                    <a:pt x="988" y="8872"/>
                  </a:cubicBezTo>
                  <a:lnTo>
                    <a:pt x="471" y="236"/>
                  </a:lnTo>
                  <a:cubicBezTo>
                    <a:pt x="471" y="111"/>
                    <a:pt x="361" y="1"/>
                    <a:pt x="2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8" name="Google Shape;7418;p26"/>
            <p:cNvSpPr/>
            <p:nvPr/>
          </p:nvSpPr>
          <p:spPr>
            <a:xfrm>
              <a:off x="1891650" y="895650"/>
              <a:ext cx="11775" cy="50575"/>
            </a:xfrm>
            <a:custGeom>
              <a:avLst/>
              <a:gdLst/>
              <a:ahLst/>
              <a:cxnLst/>
              <a:rect l="l" t="t" r="r" b="b"/>
              <a:pathLst>
                <a:path w="471" h="2023" extrusionOk="0">
                  <a:moveTo>
                    <a:pt x="251" y="1"/>
                  </a:moveTo>
                  <a:cubicBezTo>
                    <a:pt x="110" y="1"/>
                    <a:pt x="0" y="32"/>
                    <a:pt x="0" y="63"/>
                  </a:cubicBezTo>
                  <a:lnTo>
                    <a:pt x="0" y="1960"/>
                  </a:lnTo>
                  <a:cubicBezTo>
                    <a:pt x="0" y="1991"/>
                    <a:pt x="110" y="2023"/>
                    <a:pt x="251" y="2023"/>
                  </a:cubicBezTo>
                  <a:cubicBezTo>
                    <a:pt x="377" y="2023"/>
                    <a:pt x="471" y="1991"/>
                    <a:pt x="471" y="1960"/>
                  </a:cubicBezTo>
                  <a:lnTo>
                    <a:pt x="471" y="48"/>
                  </a:lnTo>
                  <a:cubicBezTo>
                    <a:pt x="471" y="32"/>
                    <a:pt x="377" y="1"/>
                    <a:pt x="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9" name="Google Shape;7419;p26"/>
            <p:cNvSpPr/>
            <p:nvPr/>
          </p:nvSpPr>
          <p:spPr>
            <a:xfrm>
              <a:off x="1831300" y="1075125"/>
              <a:ext cx="132875" cy="11375"/>
            </a:xfrm>
            <a:custGeom>
              <a:avLst/>
              <a:gdLst/>
              <a:ahLst/>
              <a:cxnLst/>
              <a:rect l="l" t="t" r="r" b="b"/>
              <a:pathLst>
                <a:path w="5315" h="455" extrusionOk="0">
                  <a:moveTo>
                    <a:pt x="126" y="0"/>
                  </a:moveTo>
                  <a:cubicBezTo>
                    <a:pt x="48" y="0"/>
                    <a:pt x="1" y="94"/>
                    <a:pt x="1" y="220"/>
                  </a:cubicBezTo>
                  <a:cubicBezTo>
                    <a:pt x="1" y="345"/>
                    <a:pt x="63" y="455"/>
                    <a:pt x="142" y="455"/>
                  </a:cubicBezTo>
                  <a:lnTo>
                    <a:pt x="5173" y="455"/>
                  </a:lnTo>
                  <a:cubicBezTo>
                    <a:pt x="5251" y="455"/>
                    <a:pt x="5314" y="345"/>
                    <a:pt x="5314" y="220"/>
                  </a:cubicBezTo>
                  <a:cubicBezTo>
                    <a:pt x="5314" y="94"/>
                    <a:pt x="5251" y="0"/>
                    <a:pt x="51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26"/>
            <p:cNvSpPr/>
            <p:nvPr/>
          </p:nvSpPr>
          <p:spPr>
            <a:xfrm>
              <a:off x="1813675" y="1013200"/>
              <a:ext cx="167725" cy="11800"/>
            </a:xfrm>
            <a:custGeom>
              <a:avLst/>
              <a:gdLst/>
              <a:ahLst/>
              <a:cxnLst/>
              <a:rect l="l" t="t" r="r" b="b"/>
              <a:pathLst>
                <a:path w="6709" h="472" extrusionOk="0">
                  <a:moveTo>
                    <a:pt x="173" y="1"/>
                  </a:moveTo>
                  <a:cubicBezTo>
                    <a:pt x="79" y="1"/>
                    <a:pt x="0" y="111"/>
                    <a:pt x="0" y="236"/>
                  </a:cubicBezTo>
                  <a:cubicBezTo>
                    <a:pt x="0" y="361"/>
                    <a:pt x="79" y="471"/>
                    <a:pt x="188" y="471"/>
                  </a:cubicBezTo>
                  <a:lnTo>
                    <a:pt x="6536" y="471"/>
                  </a:lnTo>
                  <a:cubicBezTo>
                    <a:pt x="6630" y="471"/>
                    <a:pt x="6709" y="361"/>
                    <a:pt x="6709" y="236"/>
                  </a:cubicBezTo>
                  <a:cubicBezTo>
                    <a:pt x="6709" y="111"/>
                    <a:pt x="6630" y="1"/>
                    <a:pt x="65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26"/>
            <p:cNvSpPr/>
            <p:nvPr/>
          </p:nvSpPr>
          <p:spPr>
            <a:xfrm>
              <a:off x="1722375" y="892525"/>
              <a:ext cx="350325" cy="11775"/>
            </a:xfrm>
            <a:custGeom>
              <a:avLst/>
              <a:gdLst/>
              <a:ahLst/>
              <a:cxnLst/>
              <a:rect l="l" t="t" r="r" b="b"/>
              <a:pathLst>
                <a:path w="14013" h="471" extrusionOk="0">
                  <a:moveTo>
                    <a:pt x="345" y="0"/>
                  </a:moveTo>
                  <a:cubicBezTo>
                    <a:pt x="157" y="0"/>
                    <a:pt x="0" y="94"/>
                    <a:pt x="0" y="220"/>
                  </a:cubicBezTo>
                  <a:cubicBezTo>
                    <a:pt x="0" y="361"/>
                    <a:pt x="172" y="470"/>
                    <a:pt x="376" y="470"/>
                  </a:cubicBezTo>
                  <a:lnTo>
                    <a:pt x="13652" y="470"/>
                  </a:lnTo>
                  <a:cubicBezTo>
                    <a:pt x="13856" y="470"/>
                    <a:pt x="14013" y="361"/>
                    <a:pt x="14013" y="220"/>
                  </a:cubicBezTo>
                  <a:cubicBezTo>
                    <a:pt x="14013" y="94"/>
                    <a:pt x="13856" y="0"/>
                    <a:pt x="13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26"/>
            <p:cNvSpPr/>
            <p:nvPr/>
          </p:nvSpPr>
          <p:spPr>
            <a:xfrm>
              <a:off x="1859525" y="1166425"/>
              <a:ext cx="76025" cy="19625"/>
            </a:xfrm>
            <a:custGeom>
              <a:avLst/>
              <a:gdLst/>
              <a:ahLst/>
              <a:cxnLst/>
              <a:rect l="l" t="t" r="r" b="b"/>
              <a:pathLst>
                <a:path w="3041" h="785" extrusionOk="0">
                  <a:moveTo>
                    <a:pt x="78" y="0"/>
                  </a:moveTo>
                  <a:cubicBezTo>
                    <a:pt x="31" y="0"/>
                    <a:pt x="0" y="173"/>
                    <a:pt x="0" y="377"/>
                  </a:cubicBezTo>
                  <a:cubicBezTo>
                    <a:pt x="0" y="596"/>
                    <a:pt x="31" y="784"/>
                    <a:pt x="78" y="784"/>
                  </a:cubicBezTo>
                  <a:lnTo>
                    <a:pt x="2963" y="784"/>
                  </a:lnTo>
                  <a:cubicBezTo>
                    <a:pt x="3010" y="784"/>
                    <a:pt x="3041" y="596"/>
                    <a:pt x="3041" y="377"/>
                  </a:cubicBezTo>
                  <a:cubicBezTo>
                    <a:pt x="3041" y="173"/>
                    <a:pt x="3010" y="0"/>
                    <a:pt x="29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26"/>
            <p:cNvSpPr/>
            <p:nvPr/>
          </p:nvSpPr>
          <p:spPr>
            <a:xfrm>
              <a:off x="2066800" y="796125"/>
              <a:ext cx="19225" cy="111300"/>
            </a:xfrm>
            <a:custGeom>
              <a:avLst/>
              <a:gdLst/>
              <a:ahLst/>
              <a:cxnLst/>
              <a:rect l="l" t="t" r="r" b="b"/>
              <a:pathLst>
                <a:path w="769" h="4452" extrusionOk="0">
                  <a:moveTo>
                    <a:pt x="408" y="0"/>
                  </a:moveTo>
                  <a:cubicBezTo>
                    <a:pt x="173" y="0"/>
                    <a:pt x="1" y="141"/>
                    <a:pt x="1" y="314"/>
                  </a:cubicBezTo>
                  <a:lnTo>
                    <a:pt x="1" y="4138"/>
                  </a:lnTo>
                  <a:cubicBezTo>
                    <a:pt x="1" y="4311"/>
                    <a:pt x="173" y="4452"/>
                    <a:pt x="408" y="4452"/>
                  </a:cubicBezTo>
                  <a:cubicBezTo>
                    <a:pt x="612" y="4452"/>
                    <a:pt x="769" y="4326"/>
                    <a:pt x="769" y="4170"/>
                  </a:cubicBezTo>
                  <a:lnTo>
                    <a:pt x="769" y="282"/>
                  </a:lnTo>
                  <a:cubicBezTo>
                    <a:pt x="769" y="126"/>
                    <a:pt x="612" y="0"/>
                    <a:pt x="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26"/>
            <p:cNvSpPr/>
            <p:nvPr/>
          </p:nvSpPr>
          <p:spPr>
            <a:xfrm>
              <a:off x="1921825" y="944625"/>
              <a:ext cx="84650" cy="241425"/>
            </a:xfrm>
            <a:custGeom>
              <a:avLst/>
              <a:gdLst/>
              <a:ahLst/>
              <a:cxnLst/>
              <a:rect l="l" t="t" r="r" b="b"/>
              <a:pathLst>
                <a:path w="3386" h="9657" extrusionOk="0">
                  <a:moveTo>
                    <a:pt x="3010" y="1"/>
                  </a:moveTo>
                  <a:cubicBezTo>
                    <a:pt x="2790" y="1"/>
                    <a:pt x="2618" y="142"/>
                    <a:pt x="2618" y="314"/>
                  </a:cubicBezTo>
                  <a:lnTo>
                    <a:pt x="0" y="9343"/>
                  </a:lnTo>
                  <a:cubicBezTo>
                    <a:pt x="0" y="9515"/>
                    <a:pt x="173" y="9656"/>
                    <a:pt x="392" y="9656"/>
                  </a:cubicBezTo>
                  <a:cubicBezTo>
                    <a:pt x="612" y="9656"/>
                    <a:pt x="768" y="9515"/>
                    <a:pt x="768" y="9358"/>
                  </a:cubicBezTo>
                  <a:lnTo>
                    <a:pt x="3386" y="283"/>
                  </a:lnTo>
                  <a:cubicBezTo>
                    <a:pt x="3386" y="126"/>
                    <a:pt x="3229" y="1"/>
                    <a:pt x="30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26"/>
            <p:cNvSpPr/>
            <p:nvPr/>
          </p:nvSpPr>
          <p:spPr>
            <a:xfrm>
              <a:off x="1790150" y="944625"/>
              <a:ext cx="86250" cy="241425"/>
            </a:xfrm>
            <a:custGeom>
              <a:avLst/>
              <a:gdLst/>
              <a:ahLst/>
              <a:cxnLst/>
              <a:rect l="l" t="t" r="r" b="b"/>
              <a:pathLst>
                <a:path w="3450" h="9657" extrusionOk="0">
                  <a:moveTo>
                    <a:pt x="377" y="1"/>
                  </a:moveTo>
                  <a:cubicBezTo>
                    <a:pt x="173" y="1"/>
                    <a:pt x="1" y="126"/>
                    <a:pt x="1" y="283"/>
                  </a:cubicBezTo>
                  <a:lnTo>
                    <a:pt x="2665" y="9358"/>
                  </a:lnTo>
                  <a:cubicBezTo>
                    <a:pt x="2665" y="9515"/>
                    <a:pt x="2838" y="9656"/>
                    <a:pt x="3042" y="9656"/>
                  </a:cubicBezTo>
                  <a:cubicBezTo>
                    <a:pt x="3261" y="9656"/>
                    <a:pt x="3449" y="9515"/>
                    <a:pt x="3449" y="9343"/>
                  </a:cubicBezTo>
                  <a:lnTo>
                    <a:pt x="784" y="314"/>
                  </a:lnTo>
                  <a:cubicBezTo>
                    <a:pt x="784" y="142"/>
                    <a:pt x="612" y="1"/>
                    <a:pt x="3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6" name="Google Shape;7426;p26"/>
            <p:cNvSpPr/>
            <p:nvPr/>
          </p:nvSpPr>
          <p:spPr>
            <a:xfrm>
              <a:off x="1709825" y="796125"/>
              <a:ext cx="19225" cy="111300"/>
            </a:xfrm>
            <a:custGeom>
              <a:avLst/>
              <a:gdLst/>
              <a:ahLst/>
              <a:cxnLst/>
              <a:rect l="l" t="t" r="r" b="b"/>
              <a:pathLst>
                <a:path w="769" h="4452" extrusionOk="0">
                  <a:moveTo>
                    <a:pt x="392" y="0"/>
                  </a:moveTo>
                  <a:cubicBezTo>
                    <a:pt x="173" y="0"/>
                    <a:pt x="0" y="141"/>
                    <a:pt x="0" y="314"/>
                  </a:cubicBezTo>
                  <a:lnTo>
                    <a:pt x="0" y="4138"/>
                  </a:lnTo>
                  <a:cubicBezTo>
                    <a:pt x="0" y="4311"/>
                    <a:pt x="173" y="4452"/>
                    <a:pt x="392" y="4452"/>
                  </a:cubicBezTo>
                  <a:cubicBezTo>
                    <a:pt x="596" y="4452"/>
                    <a:pt x="769" y="4326"/>
                    <a:pt x="769" y="4170"/>
                  </a:cubicBezTo>
                  <a:lnTo>
                    <a:pt x="769" y="282"/>
                  </a:lnTo>
                  <a:cubicBezTo>
                    <a:pt x="769" y="126"/>
                    <a:pt x="596" y="0"/>
                    <a:pt x="3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7" name="Google Shape;7427;p26"/>
            <p:cNvSpPr/>
            <p:nvPr/>
          </p:nvSpPr>
          <p:spPr>
            <a:xfrm>
              <a:off x="1708650" y="889850"/>
              <a:ext cx="101125" cy="71700"/>
            </a:xfrm>
            <a:custGeom>
              <a:avLst/>
              <a:gdLst/>
              <a:ahLst/>
              <a:cxnLst/>
              <a:rect l="l" t="t" r="r" b="b"/>
              <a:pathLst>
                <a:path w="4045" h="2868" extrusionOk="0">
                  <a:moveTo>
                    <a:pt x="514" y="0"/>
                  </a:moveTo>
                  <a:cubicBezTo>
                    <a:pt x="392" y="0"/>
                    <a:pt x="256" y="55"/>
                    <a:pt x="157" y="154"/>
                  </a:cubicBezTo>
                  <a:cubicBezTo>
                    <a:pt x="16" y="311"/>
                    <a:pt x="0" y="499"/>
                    <a:pt x="142" y="593"/>
                  </a:cubicBezTo>
                  <a:lnTo>
                    <a:pt x="3370" y="2819"/>
                  </a:lnTo>
                  <a:cubicBezTo>
                    <a:pt x="3415" y="2852"/>
                    <a:pt x="3473" y="2868"/>
                    <a:pt x="3536" y="2868"/>
                  </a:cubicBezTo>
                  <a:cubicBezTo>
                    <a:pt x="3651" y="2868"/>
                    <a:pt x="3781" y="2816"/>
                    <a:pt x="3872" y="2725"/>
                  </a:cubicBezTo>
                  <a:cubicBezTo>
                    <a:pt x="4029" y="2568"/>
                    <a:pt x="4044" y="2364"/>
                    <a:pt x="3903" y="2270"/>
                  </a:cubicBezTo>
                  <a:lnTo>
                    <a:pt x="706" y="60"/>
                  </a:lnTo>
                  <a:cubicBezTo>
                    <a:pt x="654" y="19"/>
                    <a:pt x="586" y="0"/>
                    <a:pt x="5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8" name="Google Shape;7428;p26"/>
            <p:cNvSpPr/>
            <p:nvPr/>
          </p:nvSpPr>
          <p:spPr>
            <a:xfrm>
              <a:off x="1986875" y="889850"/>
              <a:ext cx="100725" cy="71700"/>
            </a:xfrm>
            <a:custGeom>
              <a:avLst/>
              <a:gdLst/>
              <a:ahLst/>
              <a:cxnLst/>
              <a:rect l="l" t="t" r="r" b="b"/>
              <a:pathLst>
                <a:path w="4029" h="2868" extrusionOk="0">
                  <a:moveTo>
                    <a:pt x="3526" y="0"/>
                  </a:moveTo>
                  <a:cubicBezTo>
                    <a:pt x="3456" y="0"/>
                    <a:pt x="3391" y="19"/>
                    <a:pt x="3339" y="60"/>
                  </a:cubicBezTo>
                  <a:lnTo>
                    <a:pt x="141" y="2270"/>
                  </a:lnTo>
                  <a:cubicBezTo>
                    <a:pt x="0" y="2364"/>
                    <a:pt x="16" y="2568"/>
                    <a:pt x="173" y="2725"/>
                  </a:cubicBezTo>
                  <a:cubicBezTo>
                    <a:pt x="264" y="2816"/>
                    <a:pt x="388" y="2868"/>
                    <a:pt x="502" y="2868"/>
                  </a:cubicBezTo>
                  <a:cubicBezTo>
                    <a:pt x="564" y="2868"/>
                    <a:pt x="624" y="2852"/>
                    <a:pt x="674" y="2819"/>
                  </a:cubicBezTo>
                  <a:lnTo>
                    <a:pt x="3903" y="593"/>
                  </a:lnTo>
                  <a:cubicBezTo>
                    <a:pt x="4029" y="499"/>
                    <a:pt x="4029" y="311"/>
                    <a:pt x="3872" y="154"/>
                  </a:cubicBezTo>
                  <a:cubicBezTo>
                    <a:pt x="3773" y="55"/>
                    <a:pt x="3643" y="0"/>
                    <a:pt x="35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9" name="Google Shape;7429;p26"/>
            <p:cNvSpPr/>
            <p:nvPr/>
          </p:nvSpPr>
          <p:spPr>
            <a:xfrm>
              <a:off x="1729425" y="942675"/>
              <a:ext cx="117975" cy="231600"/>
            </a:xfrm>
            <a:custGeom>
              <a:avLst/>
              <a:gdLst/>
              <a:ahLst/>
              <a:cxnLst/>
              <a:rect l="l" t="t" r="r" b="b"/>
              <a:pathLst>
                <a:path w="4719" h="9264" extrusionOk="0">
                  <a:moveTo>
                    <a:pt x="0" y="0"/>
                  </a:moveTo>
                  <a:lnTo>
                    <a:pt x="3119" y="9233"/>
                  </a:lnTo>
                  <a:lnTo>
                    <a:pt x="4718" y="9264"/>
                  </a:lnTo>
                  <a:cubicBezTo>
                    <a:pt x="3072" y="2822"/>
                    <a:pt x="0" y="1"/>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0" name="Google Shape;7430;p26"/>
            <p:cNvSpPr/>
            <p:nvPr/>
          </p:nvSpPr>
          <p:spPr>
            <a:xfrm>
              <a:off x="1953175" y="941500"/>
              <a:ext cx="121100" cy="232775"/>
            </a:xfrm>
            <a:custGeom>
              <a:avLst/>
              <a:gdLst/>
              <a:ahLst/>
              <a:cxnLst/>
              <a:rect l="l" t="t" r="r" b="b"/>
              <a:pathLst>
                <a:path w="4844" h="9311" extrusionOk="0">
                  <a:moveTo>
                    <a:pt x="4844" y="0"/>
                  </a:moveTo>
                  <a:cubicBezTo>
                    <a:pt x="4843" y="1"/>
                    <a:pt x="1662" y="2869"/>
                    <a:pt x="0" y="9311"/>
                  </a:cubicBezTo>
                  <a:lnTo>
                    <a:pt x="1599" y="9280"/>
                  </a:lnTo>
                  <a:lnTo>
                    <a:pt x="4844"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1" name="Google Shape;7431;p26"/>
            <p:cNvSpPr/>
            <p:nvPr/>
          </p:nvSpPr>
          <p:spPr>
            <a:xfrm>
              <a:off x="1658500" y="786325"/>
              <a:ext cx="31375" cy="32150"/>
            </a:xfrm>
            <a:custGeom>
              <a:avLst/>
              <a:gdLst/>
              <a:ahLst/>
              <a:cxnLst/>
              <a:rect l="l" t="t" r="r" b="b"/>
              <a:pathLst>
                <a:path w="1255" h="1286" extrusionOk="0">
                  <a:moveTo>
                    <a:pt x="611" y="0"/>
                  </a:moveTo>
                  <a:cubicBezTo>
                    <a:pt x="267" y="0"/>
                    <a:pt x="0" y="47"/>
                    <a:pt x="0" y="486"/>
                  </a:cubicBezTo>
                  <a:cubicBezTo>
                    <a:pt x="0" y="925"/>
                    <a:pt x="282" y="1286"/>
                    <a:pt x="627" y="1286"/>
                  </a:cubicBezTo>
                  <a:cubicBezTo>
                    <a:pt x="972" y="1286"/>
                    <a:pt x="1254" y="925"/>
                    <a:pt x="1254" y="486"/>
                  </a:cubicBezTo>
                  <a:cubicBezTo>
                    <a:pt x="1254" y="47"/>
                    <a:pt x="956" y="0"/>
                    <a:pt x="6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2" name="Google Shape;7432;p26"/>
            <p:cNvSpPr/>
            <p:nvPr/>
          </p:nvSpPr>
          <p:spPr>
            <a:xfrm>
              <a:off x="2111475" y="786325"/>
              <a:ext cx="31775" cy="32150"/>
            </a:xfrm>
            <a:custGeom>
              <a:avLst/>
              <a:gdLst/>
              <a:ahLst/>
              <a:cxnLst/>
              <a:rect l="l" t="t" r="r" b="b"/>
              <a:pathLst>
                <a:path w="1271" h="1286" extrusionOk="0">
                  <a:moveTo>
                    <a:pt x="628" y="0"/>
                  </a:moveTo>
                  <a:cubicBezTo>
                    <a:pt x="283" y="0"/>
                    <a:pt x="1" y="47"/>
                    <a:pt x="1" y="486"/>
                  </a:cubicBezTo>
                  <a:cubicBezTo>
                    <a:pt x="1" y="925"/>
                    <a:pt x="283" y="1286"/>
                    <a:pt x="643" y="1286"/>
                  </a:cubicBezTo>
                  <a:cubicBezTo>
                    <a:pt x="988" y="1286"/>
                    <a:pt x="1270" y="925"/>
                    <a:pt x="1270" y="486"/>
                  </a:cubicBezTo>
                  <a:cubicBezTo>
                    <a:pt x="1270" y="47"/>
                    <a:pt x="972" y="0"/>
                    <a:pt x="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3" name="Google Shape;7433;p26"/>
            <p:cNvSpPr/>
            <p:nvPr/>
          </p:nvSpPr>
          <p:spPr>
            <a:xfrm>
              <a:off x="1712975" y="630350"/>
              <a:ext cx="91700" cy="120600"/>
            </a:xfrm>
            <a:custGeom>
              <a:avLst/>
              <a:gdLst/>
              <a:ahLst/>
              <a:cxnLst/>
              <a:rect l="l" t="t" r="r" b="b"/>
              <a:pathLst>
                <a:path w="3668" h="4824" extrusionOk="0">
                  <a:moveTo>
                    <a:pt x="2106" y="1"/>
                  </a:moveTo>
                  <a:cubicBezTo>
                    <a:pt x="1606" y="1"/>
                    <a:pt x="30" y="1691"/>
                    <a:pt x="16" y="3606"/>
                  </a:cubicBezTo>
                  <a:cubicBezTo>
                    <a:pt x="1" y="4105"/>
                    <a:pt x="2362" y="4823"/>
                    <a:pt x="2908" y="4823"/>
                  </a:cubicBezTo>
                  <a:cubicBezTo>
                    <a:pt x="2946" y="4823"/>
                    <a:pt x="2975" y="4820"/>
                    <a:pt x="2994" y="4813"/>
                  </a:cubicBezTo>
                  <a:cubicBezTo>
                    <a:pt x="3668" y="4594"/>
                    <a:pt x="2414" y="142"/>
                    <a:pt x="2179" y="17"/>
                  </a:cubicBezTo>
                  <a:cubicBezTo>
                    <a:pt x="2158" y="6"/>
                    <a:pt x="2133" y="1"/>
                    <a:pt x="21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4" name="Google Shape;7434;p26"/>
            <p:cNvSpPr/>
            <p:nvPr/>
          </p:nvSpPr>
          <p:spPr>
            <a:xfrm>
              <a:off x="1808300" y="584325"/>
              <a:ext cx="66925" cy="88050"/>
            </a:xfrm>
            <a:custGeom>
              <a:avLst/>
              <a:gdLst/>
              <a:ahLst/>
              <a:cxnLst/>
              <a:rect l="l" t="t" r="r" b="b"/>
              <a:pathLst>
                <a:path w="2677" h="3522" extrusionOk="0">
                  <a:moveTo>
                    <a:pt x="2065" y="0"/>
                  </a:moveTo>
                  <a:cubicBezTo>
                    <a:pt x="1611" y="0"/>
                    <a:pt x="553" y="340"/>
                    <a:pt x="294" y="572"/>
                  </a:cubicBezTo>
                  <a:cubicBezTo>
                    <a:pt x="1" y="834"/>
                    <a:pt x="1906" y="3521"/>
                    <a:pt x="2267" y="3521"/>
                  </a:cubicBezTo>
                  <a:cubicBezTo>
                    <a:pt x="2273" y="3521"/>
                    <a:pt x="2279" y="3521"/>
                    <a:pt x="2284" y="3519"/>
                  </a:cubicBezTo>
                  <a:cubicBezTo>
                    <a:pt x="2676" y="3409"/>
                    <a:pt x="2519" y="133"/>
                    <a:pt x="2221" y="24"/>
                  </a:cubicBezTo>
                  <a:cubicBezTo>
                    <a:pt x="2185" y="8"/>
                    <a:pt x="2132" y="0"/>
                    <a:pt x="206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5" name="Google Shape;7435;p26"/>
            <p:cNvSpPr/>
            <p:nvPr/>
          </p:nvSpPr>
          <p:spPr>
            <a:xfrm>
              <a:off x="1811800" y="587625"/>
              <a:ext cx="60275" cy="78850"/>
            </a:xfrm>
            <a:custGeom>
              <a:avLst/>
              <a:gdLst/>
              <a:ahLst/>
              <a:cxnLst/>
              <a:rect l="l" t="t" r="r" b="b"/>
              <a:pathLst>
                <a:path w="2411" h="3154" extrusionOk="0">
                  <a:moveTo>
                    <a:pt x="1829" y="1"/>
                  </a:moveTo>
                  <a:cubicBezTo>
                    <a:pt x="1433" y="1"/>
                    <a:pt x="484" y="280"/>
                    <a:pt x="263" y="487"/>
                  </a:cubicBezTo>
                  <a:cubicBezTo>
                    <a:pt x="0" y="720"/>
                    <a:pt x="1740" y="3153"/>
                    <a:pt x="2055" y="3153"/>
                  </a:cubicBezTo>
                  <a:cubicBezTo>
                    <a:pt x="2059" y="3153"/>
                    <a:pt x="2062" y="3153"/>
                    <a:pt x="2066" y="3152"/>
                  </a:cubicBezTo>
                  <a:cubicBezTo>
                    <a:pt x="2411" y="3042"/>
                    <a:pt x="2223" y="127"/>
                    <a:pt x="1956" y="17"/>
                  </a:cubicBezTo>
                  <a:cubicBezTo>
                    <a:pt x="1926" y="6"/>
                    <a:pt x="1882" y="1"/>
                    <a:pt x="1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26"/>
            <p:cNvSpPr/>
            <p:nvPr/>
          </p:nvSpPr>
          <p:spPr>
            <a:xfrm>
              <a:off x="1911625" y="583475"/>
              <a:ext cx="67700" cy="87725"/>
            </a:xfrm>
            <a:custGeom>
              <a:avLst/>
              <a:gdLst/>
              <a:ahLst/>
              <a:cxnLst/>
              <a:rect l="l" t="t" r="r" b="b"/>
              <a:pathLst>
                <a:path w="2708" h="3509" extrusionOk="0">
                  <a:moveTo>
                    <a:pt x="624" y="1"/>
                  </a:moveTo>
                  <a:cubicBezTo>
                    <a:pt x="545" y="1"/>
                    <a:pt x="482" y="9"/>
                    <a:pt x="440" y="26"/>
                  </a:cubicBezTo>
                  <a:cubicBezTo>
                    <a:pt x="142" y="152"/>
                    <a:pt x="1" y="3412"/>
                    <a:pt x="393" y="3506"/>
                  </a:cubicBezTo>
                  <a:cubicBezTo>
                    <a:pt x="398" y="3508"/>
                    <a:pt x="404" y="3508"/>
                    <a:pt x="410" y="3508"/>
                  </a:cubicBezTo>
                  <a:cubicBezTo>
                    <a:pt x="786" y="3508"/>
                    <a:pt x="2708" y="775"/>
                    <a:pt x="2415" y="528"/>
                  </a:cubicBezTo>
                  <a:cubicBezTo>
                    <a:pt x="2159" y="299"/>
                    <a:pt x="1105" y="1"/>
                    <a:pt x="6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7" name="Google Shape;7437;p26"/>
            <p:cNvSpPr/>
            <p:nvPr/>
          </p:nvSpPr>
          <p:spPr>
            <a:xfrm>
              <a:off x="1915150" y="587625"/>
              <a:ext cx="59900" cy="78850"/>
            </a:xfrm>
            <a:custGeom>
              <a:avLst/>
              <a:gdLst/>
              <a:ahLst/>
              <a:cxnLst/>
              <a:rect l="l" t="t" r="r" b="b"/>
              <a:pathLst>
                <a:path w="2396" h="3154" extrusionOk="0">
                  <a:moveTo>
                    <a:pt x="572" y="1"/>
                  </a:moveTo>
                  <a:cubicBezTo>
                    <a:pt x="517" y="1"/>
                    <a:pt x="472" y="6"/>
                    <a:pt x="440" y="17"/>
                  </a:cubicBezTo>
                  <a:cubicBezTo>
                    <a:pt x="189" y="127"/>
                    <a:pt x="1" y="3042"/>
                    <a:pt x="346" y="3152"/>
                  </a:cubicBezTo>
                  <a:cubicBezTo>
                    <a:pt x="349" y="3153"/>
                    <a:pt x="353" y="3153"/>
                    <a:pt x="356" y="3153"/>
                  </a:cubicBezTo>
                  <a:cubicBezTo>
                    <a:pt x="656" y="3153"/>
                    <a:pt x="2396" y="720"/>
                    <a:pt x="2148" y="487"/>
                  </a:cubicBezTo>
                  <a:cubicBezTo>
                    <a:pt x="1914" y="280"/>
                    <a:pt x="975" y="1"/>
                    <a:pt x="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8" name="Google Shape;7438;p26"/>
            <p:cNvSpPr/>
            <p:nvPr/>
          </p:nvSpPr>
          <p:spPr>
            <a:xfrm>
              <a:off x="1982550" y="630325"/>
              <a:ext cx="103475" cy="128450"/>
            </a:xfrm>
            <a:custGeom>
              <a:avLst/>
              <a:gdLst/>
              <a:ahLst/>
              <a:cxnLst/>
              <a:rect l="l" t="t" r="r" b="b"/>
              <a:pathLst>
                <a:path w="4139" h="5138" extrusionOk="0">
                  <a:moveTo>
                    <a:pt x="1760" y="0"/>
                  </a:moveTo>
                  <a:cubicBezTo>
                    <a:pt x="1729" y="0"/>
                    <a:pt x="1701" y="6"/>
                    <a:pt x="1678" y="18"/>
                  </a:cubicBezTo>
                  <a:cubicBezTo>
                    <a:pt x="1427" y="159"/>
                    <a:pt x="1" y="4892"/>
                    <a:pt x="753" y="5127"/>
                  </a:cubicBezTo>
                  <a:cubicBezTo>
                    <a:pt x="774" y="5134"/>
                    <a:pt x="806" y="5138"/>
                    <a:pt x="846" y="5138"/>
                  </a:cubicBezTo>
                  <a:cubicBezTo>
                    <a:pt x="1462" y="5138"/>
                    <a:pt x="4139" y="4386"/>
                    <a:pt x="4139" y="3842"/>
                  </a:cubicBezTo>
                  <a:cubicBezTo>
                    <a:pt x="4109" y="1809"/>
                    <a:pt x="2323" y="0"/>
                    <a:pt x="176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26"/>
            <p:cNvSpPr/>
            <p:nvPr/>
          </p:nvSpPr>
          <p:spPr>
            <a:xfrm>
              <a:off x="1988425" y="635050"/>
              <a:ext cx="93700" cy="120600"/>
            </a:xfrm>
            <a:custGeom>
              <a:avLst/>
              <a:gdLst/>
              <a:ahLst/>
              <a:cxnLst/>
              <a:rect l="l" t="t" r="r" b="b"/>
              <a:pathLst>
                <a:path w="3748" h="4824" extrusionOk="0">
                  <a:moveTo>
                    <a:pt x="1594" y="1"/>
                  </a:moveTo>
                  <a:cubicBezTo>
                    <a:pt x="1566" y="1"/>
                    <a:pt x="1542" y="6"/>
                    <a:pt x="1521" y="17"/>
                  </a:cubicBezTo>
                  <a:cubicBezTo>
                    <a:pt x="1286" y="142"/>
                    <a:pt x="1" y="4594"/>
                    <a:pt x="675" y="4813"/>
                  </a:cubicBezTo>
                  <a:cubicBezTo>
                    <a:pt x="695" y="4820"/>
                    <a:pt x="726" y="4824"/>
                    <a:pt x="766" y="4824"/>
                  </a:cubicBezTo>
                  <a:cubicBezTo>
                    <a:pt x="1336" y="4824"/>
                    <a:pt x="3747" y="4119"/>
                    <a:pt x="3747" y="3606"/>
                  </a:cubicBezTo>
                  <a:cubicBezTo>
                    <a:pt x="3717" y="1705"/>
                    <a:pt x="2097" y="1"/>
                    <a:pt x="15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26"/>
            <p:cNvSpPr/>
            <p:nvPr/>
          </p:nvSpPr>
          <p:spPr>
            <a:xfrm>
              <a:off x="1694550" y="795850"/>
              <a:ext cx="91700" cy="17150"/>
            </a:xfrm>
            <a:custGeom>
              <a:avLst/>
              <a:gdLst/>
              <a:ahLst/>
              <a:cxnLst/>
              <a:rect l="l" t="t" r="r" b="b"/>
              <a:pathLst>
                <a:path w="3668" h="686" extrusionOk="0">
                  <a:moveTo>
                    <a:pt x="1837" y="0"/>
                  </a:moveTo>
                  <a:cubicBezTo>
                    <a:pt x="1200" y="0"/>
                    <a:pt x="607" y="11"/>
                    <a:pt x="455" y="11"/>
                  </a:cubicBezTo>
                  <a:cubicBezTo>
                    <a:pt x="79" y="11"/>
                    <a:pt x="0" y="152"/>
                    <a:pt x="0" y="340"/>
                  </a:cubicBezTo>
                  <a:cubicBezTo>
                    <a:pt x="0" y="528"/>
                    <a:pt x="79" y="685"/>
                    <a:pt x="455" y="685"/>
                  </a:cubicBezTo>
                  <a:cubicBezTo>
                    <a:pt x="815" y="685"/>
                    <a:pt x="3668" y="309"/>
                    <a:pt x="3668" y="121"/>
                  </a:cubicBezTo>
                  <a:cubicBezTo>
                    <a:pt x="3668" y="21"/>
                    <a:pt x="2712" y="0"/>
                    <a:pt x="18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1" name="Google Shape;7441;p26"/>
            <p:cNvSpPr/>
            <p:nvPr/>
          </p:nvSpPr>
          <p:spPr>
            <a:xfrm>
              <a:off x="2007250" y="795850"/>
              <a:ext cx="90150" cy="17150"/>
            </a:xfrm>
            <a:custGeom>
              <a:avLst/>
              <a:gdLst/>
              <a:ahLst/>
              <a:cxnLst/>
              <a:rect l="l" t="t" r="r" b="b"/>
              <a:pathLst>
                <a:path w="3606" h="686" extrusionOk="0">
                  <a:moveTo>
                    <a:pt x="1803" y="0"/>
                  </a:moveTo>
                  <a:cubicBezTo>
                    <a:pt x="941" y="0"/>
                    <a:pt x="0" y="21"/>
                    <a:pt x="0" y="121"/>
                  </a:cubicBezTo>
                  <a:cubicBezTo>
                    <a:pt x="0" y="309"/>
                    <a:pt x="2806" y="685"/>
                    <a:pt x="3167" y="685"/>
                  </a:cubicBezTo>
                  <a:cubicBezTo>
                    <a:pt x="3527" y="685"/>
                    <a:pt x="3605" y="528"/>
                    <a:pt x="3605" y="340"/>
                  </a:cubicBezTo>
                  <a:cubicBezTo>
                    <a:pt x="3605" y="152"/>
                    <a:pt x="3527" y="11"/>
                    <a:pt x="3167" y="11"/>
                  </a:cubicBezTo>
                  <a:cubicBezTo>
                    <a:pt x="3015" y="11"/>
                    <a:pt x="2429" y="0"/>
                    <a:pt x="18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2" name="Google Shape;7442;p26"/>
            <p:cNvSpPr/>
            <p:nvPr/>
          </p:nvSpPr>
          <p:spPr>
            <a:xfrm>
              <a:off x="1920250" y="602925"/>
              <a:ext cx="41125" cy="54125"/>
            </a:xfrm>
            <a:custGeom>
              <a:avLst/>
              <a:gdLst/>
              <a:ahLst/>
              <a:cxnLst/>
              <a:rect l="l" t="t" r="r" b="b"/>
              <a:pathLst>
                <a:path w="1645" h="2165" extrusionOk="0">
                  <a:moveTo>
                    <a:pt x="407" y="1"/>
                  </a:moveTo>
                  <a:cubicBezTo>
                    <a:pt x="362" y="1"/>
                    <a:pt x="324" y="6"/>
                    <a:pt x="298" y="16"/>
                  </a:cubicBezTo>
                  <a:cubicBezTo>
                    <a:pt x="126" y="79"/>
                    <a:pt x="1" y="2085"/>
                    <a:pt x="236" y="2164"/>
                  </a:cubicBezTo>
                  <a:cubicBezTo>
                    <a:pt x="238" y="2164"/>
                    <a:pt x="241" y="2165"/>
                    <a:pt x="244" y="2165"/>
                  </a:cubicBezTo>
                  <a:cubicBezTo>
                    <a:pt x="457" y="2165"/>
                    <a:pt x="1644" y="500"/>
                    <a:pt x="1474" y="330"/>
                  </a:cubicBezTo>
                  <a:cubicBezTo>
                    <a:pt x="1325" y="195"/>
                    <a:pt x="697" y="1"/>
                    <a:pt x="4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3" name="Google Shape;7443;p26"/>
            <p:cNvSpPr/>
            <p:nvPr/>
          </p:nvSpPr>
          <p:spPr>
            <a:xfrm>
              <a:off x="1823925" y="600300"/>
              <a:ext cx="40325" cy="52450"/>
            </a:xfrm>
            <a:custGeom>
              <a:avLst/>
              <a:gdLst/>
              <a:ahLst/>
              <a:cxnLst/>
              <a:rect l="l" t="t" r="r" b="b"/>
              <a:pathLst>
                <a:path w="1613" h="2098" extrusionOk="0">
                  <a:moveTo>
                    <a:pt x="1212" y="1"/>
                  </a:moveTo>
                  <a:cubicBezTo>
                    <a:pt x="947" y="1"/>
                    <a:pt x="322" y="187"/>
                    <a:pt x="170" y="325"/>
                  </a:cubicBezTo>
                  <a:cubicBezTo>
                    <a:pt x="0" y="480"/>
                    <a:pt x="1156" y="2097"/>
                    <a:pt x="1369" y="2097"/>
                  </a:cubicBezTo>
                  <a:cubicBezTo>
                    <a:pt x="1372" y="2097"/>
                    <a:pt x="1374" y="2097"/>
                    <a:pt x="1377" y="2096"/>
                  </a:cubicBezTo>
                  <a:cubicBezTo>
                    <a:pt x="1612" y="2034"/>
                    <a:pt x="1487" y="90"/>
                    <a:pt x="1299" y="12"/>
                  </a:cubicBezTo>
                  <a:cubicBezTo>
                    <a:pt x="1278" y="4"/>
                    <a:pt x="1249" y="1"/>
                    <a:pt x="12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26"/>
            <p:cNvSpPr/>
            <p:nvPr/>
          </p:nvSpPr>
          <p:spPr>
            <a:xfrm>
              <a:off x="2002150" y="658300"/>
              <a:ext cx="65825" cy="84275"/>
            </a:xfrm>
            <a:custGeom>
              <a:avLst/>
              <a:gdLst/>
              <a:ahLst/>
              <a:cxnLst/>
              <a:rect l="l" t="t" r="r" b="b"/>
              <a:pathLst>
                <a:path w="2633" h="3371" extrusionOk="0">
                  <a:moveTo>
                    <a:pt x="1132" y="1"/>
                  </a:moveTo>
                  <a:cubicBezTo>
                    <a:pt x="1113" y="1"/>
                    <a:pt x="1096" y="4"/>
                    <a:pt x="1082" y="12"/>
                  </a:cubicBezTo>
                  <a:cubicBezTo>
                    <a:pt x="910" y="90"/>
                    <a:pt x="1" y="3209"/>
                    <a:pt x="486" y="3366"/>
                  </a:cubicBezTo>
                  <a:cubicBezTo>
                    <a:pt x="498" y="3369"/>
                    <a:pt x="515" y="3371"/>
                    <a:pt x="537" y="3371"/>
                  </a:cubicBezTo>
                  <a:cubicBezTo>
                    <a:pt x="910" y="3371"/>
                    <a:pt x="2633" y="2875"/>
                    <a:pt x="2618" y="2519"/>
                  </a:cubicBezTo>
                  <a:cubicBezTo>
                    <a:pt x="2603" y="1183"/>
                    <a:pt x="1476" y="1"/>
                    <a:pt x="113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26"/>
            <p:cNvSpPr/>
            <p:nvPr/>
          </p:nvSpPr>
          <p:spPr>
            <a:xfrm>
              <a:off x="1727850" y="657850"/>
              <a:ext cx="63900" cy="83625"/>
            </a:xfrm>
            <a:custGeom>
              <a:avLst/>
              <a:gdLst/>
              <a:ahLst/>
              <a:cxnLst/>
              <a:rect l="l" t="t" r="r" b="b"/>
              <a:pathLst>
                <a:path w="2556" h="3345" extrusionOk="0">
                  <a:moveTo>
                    <a:pt x="1450" y="0"/>
                  </a:moveTo>
                  <a:cubicBezTo>
                    <a:pt x="1102" y="0"/>
                    <a:pt x="15" y="1177"/>
                    <a:pt x="0" y="2506"/>
                  </a:cubicBezTo>
                  <a:cubicBezTo>
                    <a:pt x="0" y="2857"/>
                    <a:pt x="1624" y="3345"/>
                    <a:pt x="2020" y="3345"/>
                  </a:cubicBezTo>
                  <a:cubicBezTo>
                    <a:pt x="2048" y="3345"/>
                    <a:pt x="2070" y="3342"/>
                    <a:pt x="2085" y="3337"/>
                  </a:cubicBezTo>
                  <a:cubicBezTo>
                    <a:pt x="2555" y="3196"/>
                    <a:pt x="1678" y="92"/>
                    <a:pt x="1505" y="14"/>
                  </a:cubicBezTo>
                  <a:cubicBezTo>
                    <a:pt x="1490" y="5"/>
                    <a:pt x="1471" y="0"/>
                    <a:pt x="1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6" name="Google Shape;7446;p26"/>
            <p:cNvSpPr/>
            <p:nvPr/>
          </p:nvSpPr>
          <p:spPr>
            <a:xfrm>
              <a:off x="2106000" y="876000"/>
              <a:ext cx="22750" cy="35375"/>
            </a:xfrm>
            <a:custGeom>
              <a:avLst/>
              <a:gdLst/>
              <a:ahLst/>
              <a:cxnLst/>
              <a:rect l="l" t="t" r="r" b="b"/>
              <a:pathLst>
                <a:path w="910" h="1415" extrusionOk="0">
                  <a:moveTo>
                    <a:pt x="319" y="0"/>
                  </a:moveTo>
                  <a:cubicBezTo>
                    <a:pt x="157" y="0"/>
                    <a:pt x="16" y="274"/>
                    <a:pt x="16" y="645"/>
                  </a:cubicBezTo>
                  <a:cubicBezTo>
                    <a:pt x="0" y="1037"/>
                    <a:pt x="126" y="1382"/>
                    <a:pt x="298" y="1413"/>
                  </a:cubicBezTo>
                  <a:cubicBezTo>
                    <a:pt x="303" y="1414"/>
                    <a:pt x="309" y="1415"/>
                    <a:pt x="314" y="1415"/>
                  </a:cubicBezTo>
                  <a:cubicBezTo>
                    <a:pt x="507" y="1415"/>
                    <a:pt x="878" y="885"/>
                    <a:pt x="894" y="504"/>
                  </a:cubicBezTo>
                  <a:cubicBezTo>
                    <a:pt x="909" y="128"/>
                    <a:pt x="533" y="34"/>
                    <a:pt x="345" y="3"/>
                  </a:cubicBezTo>
                  <a:cubicBezTo>
                    <a:pt x="336" y="1"/>
                    <a:pt x="328" y="0"/>
                    <a:pt x="3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7" name="Google Shape;7447;p26"/>
            <p:cNvSpPr/>
            <p:nvPr/>
          </p:nvSpPr>
          <p:spPr>
            <a:xfrm>
              <a:off x="1673000" y="873650"/>
              <a:ext cx="23125" cy="35375"/>
            </a:xfrm>
            <a:custGeom>
              <a:avLst/>
              <a:gdLst/>
              <a:ahLst/>
              <a:cxnLst/>
              <a:rect l="l" t="t" r="r" b="b"/>
              <a:pathLst>
                <a:path w="925" h="1415" extrusionOk="0">
                  <a:moveTo>
                    <a:pt x="621" y="0"/>
                  </a:moveTo>
                  <a:cubicBezTo>
                    <a:pt x="612" y="0"/>
                    <a:pt x="604" y="1"/>
                    <a:pt x="596" y="3"/>
                  </a:cubicBezTo>
                  <a:cubicBezTo>
                    <a:pt x="408" y="34"/>
                    <a:pt x="0" y="112"/>
                    <a:pt x="0" y="489"/>
                  </a:cubicBezTo>
                  <a:cubicBezTo>
                    <a:pt x="0" y="870"/>
                    <a:pt x="371" y="1415"/>
                    <a:pt x="565" y="1415"/>
                  </a:cubicBezTo>
                  <a:cubicBezTo>
                    <a:pt x="570" y="1415"/>
                    <a:pt x="575" y="1414"/>
                    <a:pt x="580" y="1413"/>
                  </a:cubicBezTo>
                  <a:cubicBezTo>
                    <a:pt x="768" y="1382"/>
                    <a:pt x="925" y="1037"/>
                    <a:pt x="925" y="661"/>
                  </a:cubicBezTo>
                  <a:cubicBezTo>
                    <a:pt x="925" y="288"/>
                    <a:pt x="783" y="0"/>
                    <a:pt x="6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26"/>
            <p:cNvSpPr/>
            <p:nvPr/>
          </p:nvSpPr>
          <p:spPr>
            <a:xfrm>
              <a:off x="1956300" y="585100"/>
              <a:ext cx="68200" cy="28575"/>
            </a:xfrm>
            <a:custGeom>
              <a:avLst/>
              <a:gdLst/>
              <a:ahLst/>
              <a:cxnLst/>
              <a:rect l="l" t="t" r="r" b="b"/>
              <a:pathLst>
                <a:path w="2728" h="1143" extrusionOk="0">
                  <a:moveTo>
                    <a:pt x="52" y="0"/>
                  </a:moveTo>
                  <a:cubicBezTo>
                    <a:pt x="32" y="0"/>
                    <a:pt x="20" y="3"/>
                    <a:pt x="16" y="8"/>
                  </a:cubicBezTo>
                  <a:cubicBezTo>
                    <a:pt x="1" y="55"/>
                    <a:pt x="643" y="291"/>
                    <a:pt x="1380" y="604"/>
                  </a:cubicBezTo>
                  <a:cubicBezTo>
                    <a:pt x="2077" y="880"/>
                    <a:pt x="2612" y="1142"/>
                    <a:pt x="2700" y="1142"/>
                  </a:cubicBezTo>
                  <a:cubicBezTo>
                    <a:pt x="2707" y="1142"/>
                    <a:pt x="2711" y="1140"/>
                    <a:pt x="2712" y="1137"/>
                  </a:cubicBezTo>
                  <a:cubicBezTo>
                    <a:pt x="2728" y="1090"/>
                    <a:pt x="2195" y="729"/>
                    <a:pt x="1458" y="432"/>
                  </a:cubicBezTo>
                  <a:cubicBezTo>
                    <a:pt x="794" y="155"/>
                    <a:pt x="203" y="0"/>
                    <a:pt x="52"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26"/>
            <p:cNvSpPr/>
            <p:nvPr/>
          </p:nvSpPr>
          <p:spPr>
            <a:xfrm>
              <a:off x="1698450" y="799250"/>
              <a:ext cx="397000" cy="6700"/>
            </a:xfrm>
            <a:custGeom>
              <a:avLst/>
              <a:gdLst/>
              <a:ahLst/>
              <a:cxnLst/>
              <a:rect l="l" t="t" r="r" b="b"/>
              <a:pathLst>
                <a:path w="15880" h="268" extrusionOk="0">
                  <a:moveTo>
                    <a:pt x="393" y="1"/>
                  </a:moveTo>
                  <a:cubicBezTo>
                    <a:pt x="173" y="1"/>
                    <a:pt x="1" y="63"/>
                    <a:pt x="1" y="126"/>
                  </a:cubicBezTo>
                  <a:cubicBezTo>
                    <a:pt x="1" y="204"/>
                    <a:pt x="189" y="267"/>
                    <a:pt x="424" y="267"/>
                  </a:cubicBezTo>
                  <a:lnTo>
                    <a:pt x="15456" y="267"/>
                  </a:lnTo>
                  <a:cubicBezTo>
                    <a:pt x="15691" y="267"/>
                    <a:pt x="15879" y="204"/>
                    <a:pt x="15879" y="126"/>
                  </a:cubicBezTo>
                  <a:cubicBezTo>
                    <a:pt x="15879" y="63"/>
                    <a:pt x="15707" y="1"/>
                    <a:pt x="154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26"/>
            <p:cNvSpPr/>
            <p:nvPr/>
          </p:nvSpPr>
          <p:spPr>
            <a:xfrm>
              <a:off x="1975100" y="1007325"/>
              <a:ext cx="58025" cy="123075"/>
            </a:xfrm>
            <a:custGeom>
              <a:avLst/>
              <a:gdLst/>
              <a:ahLst/>
              <a:cxnLst/>
              <a:rect l="l" t="t" r="r" b="b"/>
              <a:pathLst>
                <a:path w="2321" h="4923" extrusionOk="0">
                  <a:moveTo>
                    <a:pt x="2321" y="1"/>
                  </a:moveTo>
                  <a:cubicBezTo>
                    <a:pt x="2321" y="1"/>
                    <a:pt x="1098" y="1929"/>
                    <a:pt x="1" y="4922"/>
                  </a:cubicBezTo>
                  <a:lnTo>
                    <a:pt x="738" y="4922"/>
                  </a:lnTo>
                  <a:lnTo>
                    <a:pt x="232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26"/>
            <p:cNvSpPr/>
            <p:nvPr/>
          </p:nvSpPr>
          <p:spPr>
            <a:xfrm>
              <a:off x="1766650" y="1007325"/>
              <a:ext cx="58025" cy="123075"/>
            </a:xfrm>
            <a:custGeom>
              <a:avLst/>
              <a:gdLst/>
              <a:ahLst/>
              <a:cxnLst/>
              <a:rect l="l" t="t" r="r" b="b"/>
              <a:pathLst>
                <a:path w="2321" h="4923" extrusionOk="0">
                  <a:moveTo>
                    <a:pt x="0" y="1"/>
                  </a:moveTo>
                  <a:lnTo>
                    <a:pt x="1583" y="4922"/>
                  </a:lnTo>
                  <a:lnTo>
                    <a:pt x="2320" y="4922"/>
                  </a:lnTo>
                  <a:cubicBezTo>
                    <a:pt x="1207" y="1929"/>
                    <a:pt x="0" y="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2" name="Google Shape;7452;p26"/>
          <p:cNvGrpSpPr/>
          <p:nvPr/>
        </p:nvGrpSpPr>
        <p:grpSpPr>
          <a:xfrm rot="1365924">
            <a:off x="339098" y="1371635"/>
            <a:ext cx="748171" cy="1640276"/>
            <a:chOff x="3350150" y="1475625"/>
            <a:chExt cx="433400" cy="950250"/>
          </a:xfrm>
        </p:grpSpPr>
        <p:sp>
          <p:nvSpPr>
            <p:cNvPr id="7453" name="Google Shape;7453;p26"/>
            <p:cNvSpPr/>
            <p:nvPr/>
          </p:nvSpPr>
          <p:spPr>
            <a:xfrm>
              <a:off x="3357200" y="1475625"/>
              <a:ext cx="367575" cy="50950"/>
            </a:xfrm>
            <a:custGeom>
              <a:avLst/>
              <a:gdLst/>
              <a:ahLst/>
              <a:cxnLst/>
              <a:rect l="l" t="t" r="r" b="b"/>
              <a:pathLst>
                <a:path w="14703" h="2038" extrusionOk="0">
                  <a:moveTo>
                    <a:pt x="7884" y="1"/>
                  </a:moveTo>
                  <a:cubicBezTo>
                    <a:pt x="5350" y="1"/>
                    <a:pt x="2744" y="471"/>
                    <a:pt x="0" y="1724"/>
                  </a:cubicBezTo>
                  <a:lnTo>
                    <a:pt x="63" y="2037"/>
                  </a:lnTo>
                  <a:lnTo>
                    <a:pt x="14703" y="1347"/>
                  </a:lnTo>
                  <a:lnTo>
                    <a:pt x="14703" y="940"/>
                  </a:lnTo>
                  <a:cubicBezTo>
                    <a:pt x="12457" y="394"/>
                    <a:pt x="10201" y="1"/>
                    <a:pt x="78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26"/>
            <p:cNvSpPr/>
            <p:nvPr/>
          </p:nvSpPr>
          <p:spPr>
            <a:xfrm>
              <a:off x="3364650" y="1485425"/>
              <a:ext cx="363650" cy="74450"/>
            </a:xfrm>
            <a:custGeom>
              <a:avLst/>
              <a:gdLst/>
              <a:ahLst/>
              <a:cxnLst/>
              <a:rect l="l" t="t" r="r" b="b"/>
              <a:pathLst>
                <a:path w="14546" h="2978" extrusionOk="0">
                  <a:moveTo>
                    <a:pt x="8348" y="0"/>
                  </a:moveTo>
                  <a:cubicBezTo>
                    <a:pt x="5797" y="0"/>
                    <a:pt x="3335" y="470"/>
                    <a:pt x="0" y="1457"/>
                  </a:cubicBezTo>
                  <a:lnTo>
                    <a:pt x="47" y="2977"/>
                  </a:lnTo>
                  <a:lnTo>
                    <a:pt x="14546" y="2366"/>
                  </a:lnTo>
                  <a:lnTo>
                    <a:pt x="14311" y="705"/>
                  </a:lnTo>
                  <a:cubicBezTo>
                    <a:pt x="12043" y="241"/>
                    <a:pt x="10172" y="0"/>
                    <a:pt x="8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26"/>
            <p:cNvSpPr/>
            <p:nvPr/>
          </p:nvSpPr>
          <p:spPr>
            <a:xfrm>
              <a:off x="3423425" y="2389425"/>
              <a:ext cx="50175" cy="35675"/>
            </a:xfrm>
            <a:custGeom>
              <a:avLst/>
              <a:gdLst/>
              <a:ahLst/>
              <a:cxnLst/>
              <a:rect l="l" t="t" r="r" b="b"/>
              <a:pathLst>
                <a:path w="2007" h="1427" extrusionOk="0">
                  <a:moveTo>
                    <a:pt x="2007" y="0"/>
                  </a:moveTo>
                  <a:lnTo>
                    <a:pt x="0" y="314"/>
                  </a:lnTo>
                  <a:lnTo>
                    <a:pt x="141" y="1395"/>
                  </a:lnTo>
                  <a:lnTo>
                    <a:pt x="1819" y="1426"/>
                  </a:lnTo>
                  <a:lnTo>
                    <a:pt x="20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6" name="Google Shape;7456;p26"/>
            <p:cNvSpPr/>
            <p:nvPr/>
          </p:nvSpPr>
          <p:spPr>
            <a:xfrm>
              <a:off x="3718875" y="2394500"/>
              <a:ext cx="57625" cy="31375"/>
            </a:xfrm>
            <a:custGeom>
              <a:avLst/>
              <a:gdLst/>
              <a:ahLst/>
              <a:cxnLst/>
              <a:rect l="l" t="t" r="r" b="b"/>
              <a:pathLst>
                <a:path w="2305" h="1255" extrusionOk="0">
                  <a:moveTo>
                    <a:pt x="2305" y="1"/>
                  </a:moveTo>
                  <a:lnTo>
                    <a:pt x="1" y="63"/>
                  </a:lnTo>
                  <a:lnTo>
                    <a:pt x="236" y="1255"/>
                  </a:lnTo>
                  <a:lnTo>
                    <a:pt x="2305" y="1192"/>
                  </a:lnTo>
                  <a:lnTo>
                    <a:pt x="23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7" name="Google Shape;7457;p26"/>
            <p:cNvSpPr/>
            <p:nvPr/>
          </p:nvSpPr>
          <p:spPr>
            <a:xfrm>
              <a:off x="3350150" y="1505250"/>
              <a:ext cx="433400" cy="908725"/>
            </a:xfrm>
            <a:custGeom>
              <a:avLst/>
              <a:gdLst/>
              <a:ahLst/>
              <a:cxnLst/>
              <a:rect l="l" t="t" r="r" b="b"/>
              <a:pathLst>
                <a:path w="17336" h="36349" extrusionOk="0">
                  <a:moveTo>
                    <a:pt x="9540" y="1"/>
                  </a:moveTo>
                  <a:cubicBezTo>
                    <a:pt x="5192" y="1"/>
                    <a:pt x="1588" y="979"/>
                    <a:pt x="455" y="1260"/>
                  </a:cubicBezTo>
                  <a:cubicBezTo>
                    <a:pt x="235" y="1307"/>
                    <a:pt x="79" y="1495"/>
                    <a:pt x="79" y="1714"/>
                  </a:cubicBezTo>
                  <a:cubicBezTo>
                    <a:pt x="0" y="4583"/>
                    <a:pt x="533" y="14943"/>
                    <a:pt x="988" y="19034"/>
                  </a:cubicBezTo>
                  <a:cubicBezTo>
                    <a:pt x="1285" y="21715"/>
                    <a:pt x="2367" y="32311"/>
                    <a:pt x="2665" y="35822"/>
                  </a:cubicBezTo>
                  <a:cubicBezTo>
                    <a:pt x="2681" y="36088"/>
                    <a:pt x="2900" y="36292"/>
                    <a:pt x="3166" y="36292"/>
                  </a:cubicBezTo>
                  <a:lnTo>
                    <a:pt x="4687" y="36292"/>
                  </a:lnTo>
                  <a:cubicBezTo>
                    <a:pt x="4906" y="36292"/>
                    <a:pt x="5094" y="36104"/>
                    <a:pt x="5110" y="35884"/>
                  </a:cubicBezTo>
                  <a:cubicBezTo>
                    <a:pt x="5361" y="32781"/>
                    <a:pt x="7289" y="12890"/>
                    <a:pt x="7289" y="10178"/>
                  </a:cubicBezTo>
                  <a:cubicBezTo>
                    <a:pt x="7289" y="9849"/>
                    <a:pt x="7640" y="9628"/>
                    <a:pt x="7988" y="9628"/>
                  </a:cubicBezTo>
                  <a:cubicBezTo>
                    <a:pt x="8285" y="9628"/>
                    <a:pt x="8580" y="9789"/>
                    <a:pt x="8652" y="10178"/>
                  </a:cubicBezTo>
                  <a:cubicBezTo>
                    <a:pt x="9060" y="12420"/>
                    <a:pt x="13841" y="32687"/>
                    <a:pt x="14530" y="35869"/>
                  </a:cubicBezTo>
                  <a:cubicBezTo>
                    <a:pt x="14577" y="36119"/>
                    <a:pt x="14781" y="36245"/>
                    <a:pt x="15032" y="36307"/>
                  </a:cubicBezTo>
                  <a:cubicBezTo>
                    <a:pt x="15128" y="36336"/>
                    <a:pt x="15268" y="36349"/>
                    <a:pt x="15431" y="36349"/>
                  </a:cubicBezTo>
                  <a:cubicBezTo>
                    <a:pt x="16067" y="36349"/>
                    <a:pt x="17061" y="36159"/>
                    <a:pt x="17211" y="36010"/>
                  </a:cubicBezTo>
                  <a:cubicBezTo>
                    <a:pt x="17289" y="35931"/>
                    <a:pt x="17336" y="35822"/>
                    <a:pt x="17320" y="35712"/>
                  </a:cubicBezTo>
                  <a:cubicBezTo>
                    <a:pt x="17242" y="31182"/>
                    <a:pt x="16035" y="13157"/>
                    <a:pt x="16035" y="11072"/>
                  </a:cubicBezTo>
                  <a:cubicBezTo>
                    <a:pt x="16035" y="5116"/>
                    <a:pt x="15627" y="2404"/>
                    <a:pt x="15486" y="1119"/>
                  </a:cubicBezTo>
                  <a:cubicBezTo>
                    <a:pt x="15455" y="852"/>
                    <a:pt x="15236" y="633"/>
                    <a:pt x="14969" y="570"/>
                  </a:cubicBezTo>
                  <a:cubicBezTo>
                    <a:pt x="13114" y="155"/>
                    <a:pt x="11268" y="1"/>
                    <a:pt x="9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26"/>
            <p:cNvSpPr/>
            <p:nvPr/>
          </p:nvSpPr>
          <p:spPr>
            <a:xfrm>
              <a:off x="3365425" y="1532800"/>
              <a:ext cx="70175" cy="879750"/>
            </a:xfrm>
            <a:custGeom>
              <a:avLst/>
              <a:gdLst/>
              <a:ahLst/>
              <a:cxnLst/>
              <a:rect l="l" t="t" r="r" b="b"/>
              <a:pathLst>
                <a:path w="2807" h="35190" extrusionOk="0">
                  <a:moveTo>
                    <a:pt x="424" y="1"/>
                  </a:moveTo>
                  <a:cubicBezTo>
                    <a:pt x="267" y="48"/>
                    <a:pt x="126" y="79"/>
                    <a:pt x="0" y="111"/>
                  </a:cubicBezTo>
                  <a:lnTo>
                    <a:pt x="2477" y="35174"/>
                  </a:lnTo>
                  <a:cubicBezTo>
                    <a:pt x="2508" y="35174"/>
                    <a:pt x="2540" y="35190"/>
                    <a:pt x="2555" y="35190"/>
                  </a:cubicBezTo>
                  <a:lnTo>
                    <a:pt x="2806" y="35190"/>
                  </a:ln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26"/>
            <p:cNvSpPr/>
            <p:nvPr/>
          </p:nvSpPr>
          <p:spPr>
            <a:xfrm>
              <a:off x="3408525" y="1523025"/>
              <a:ext cx="59975" cy="889525"/>
            </a:xfrm>
            <a:custGeom>
              <a:avLst/>
              <a:gdLst/>
              <a:ahLst/>
              <a:cxnLst/>
              <a:rect l="l" t="t" r="r" b="b"/>
              <a:pathLst>
                <a:path w="2399" h="35581" extrusionOk="0">
                  <a:moveTo>
                    <a:pt x="440" y="0"/>
                  </a:moveTo>
                  <a:cubicBezTo>
                    <a:pt x="283" y="31"/>
                    <a:pt x="142" y="63"/>
                    <a:pt x="1" y="94"/>
                  </a:cubicBezTo>
                  <a:lnTo>
                    <a:pt x="2070" y="35581"/>
                  </a:lnTo>
                  <a:lnTo>
                    <a:pt x="2352" y="35581"/>
                  </a:lnTo>
                  <a:cubicBezTo>
                    <a:pt x="2367" y="35581"/>
                    <a:pt x="2383" y="35565"/>
                    <a:pt x="2399" y="35565"/>
                  </a:cubicBezTo>
                  <a:lnTo>
                    <a:pt x="440"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0" name="Google Shape;7460;p26"/>
            <p:cNvSpPr/>
            <p:nvPr/>
          </p:nvSpPr>
          <p:spPr>
            <a:xfrm>
              <a:off x="3466525" y="1513225"/>
              <a:ext cx="23525" cy="832325"/>
            </a:xfrm>
            <a:custGeom>
              <a:avLst/>
              <a:gdLst/>
              <a:ahLst/>
              <a:cxnLst/>
              <a:rect l="l" t="t" r="r" b="b"/>
              <a:pathLst>
                <a:path w="941" h="33293" extrusionOk="0">
                  <a:moveTo>
                    <a:pt x="439" y="0"/>
                  </a:moveTo>
                  <a:cubicBezTo>
                    <a:pt x="298" y="16"/>
                    <a:pt x="142" y="32"/>
                    <a:pt x="0" y="63"/>
                  </a:cubicBezTo>
                  <a:lnTo>
                    <a:pt x="659" y="33293"/>
                  </a:lnTo>
                  <a:cubicBezTo>
                    <a:pt x="737" y="32430"/>
                    <a:pt x="831" y="31396"/>
                    <a:pt x="941" y="30236"/>
                  </a:cubicBezTo>
                  <a:lnTo>
                    <a:pt x="439"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1" name="Google Shape;7461;p26"/>
            <p:cNvSpPr/>
            <p:nvPr/>
          </p:nvSpPr>
          <p:spPr>
            <a:xfrm>
              <a:off x="3502575" y="1508900"/>
              <a:ext cx="18050" cy="509050"/>
            </a:xfrm>
            <a:custGeom>
              <a:avLst/>
              <a:gdLst/>
              <a:ahLst/>
              <a:cxnLst/>
              <a:rect l="l" t="t" r="r" b="b"/>
              <a:pathLst>
                <a:path w="722" h="20362" extrusionOk="0">
                  <a:moveTo>
                    <a:pt x="439" y="1"/>
                  </a:moveTo>
                  <a:cubicBezTo>
                    <a:pt x="298" y="16"/>
                    <a:pt x="142" y="32"/>
                    <a:pt x="1" y="48"/>
                  </a:cubicBezTo>
                  <a:lnTo>
                    <a:pt x="408" y="20362"/>
                  </a:lnTo>
                  <a:cubicBezTo>
                    <a:pt x="518" y="19108"/>
                    <a:pt x="627" y="17870"/>
                    <a:pt x="722" y="16725"/>
                  </a:cubicBezTo>
                  <a:lnTo>
                    <a:pt x="439"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26"/>
            <p:cNvSpPr/>
            <p:nvPr/>
          </p:nvSpPr>
          <p:spPr>
            <a:xfrm>
              <a:off x="3542925" y="1506175"/>
              <a:ext cx="21975" cy="248850"/>
            </a:xfrm>
            <a:custGeom>
              <a:avLst/>
              <a:gdLst/>
              <a:ahLst/>
              <a:cxnLst/>
              <a:rect l="l" t="t" r="r" b="b"/>
              <a:pathLst>
                <a:path w="879" h="9954" extrusionOk="0">
                  <a:moveTo>
                    <a:pt x="456" y="0"/>
                  </a:moveTo>
                  <a:cubicBezTo>
                    <a:pt x="299" y="0"/>
                    <a:pt x="158" y="0"/>
                    <a:pt x="1" y="16"/>
                  </a:cubicBezTo>
                  <a:lnTo>
                    <a:pt x="456" y="9608"/>
                  </a:lnTo>
                  <a:cubicBezTo>
                    <a:pt x="628" y="9655"/>
                    <a:pt x="785" y="9765"/>
                    <a:pt x="879" y="9953"/>
                  </a:cubicBezTo>
                  <a:lnTo>
                    <a:pt x="456"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26"/>
            <p:cNvSpPr/>
            <p:nvPr/>
          </p:nvSpPr>
          <p:spPr>
            <a:xfrm>
              <a:off x="3588775" y="1505000"/>
              <a:ext cx="46275" cy="557625"/>
            </a:xfrm>
            <a:custGeom>
              <a:avLst/>
              <a:gdLst/>
              <a:ahLst/>
              <a:cxnLst/>
              <a:rect l="l" t="t" r="r" b="b"/>
              <a:pathLst>
                <a:path w="1851" h="22305" extrusionOk="0">
                  <a:moveTo>
                    <a:pt x="1" y="0"/>
                  </a:moveTo>
                  <a:lnTo>
                    <a:pt x="1333" y="20079"/>
                  </a:lnTo>
                  <a:cubicBezTo>
                    <a:pt x="1506" y="20816"/>
                    <a:pt x="1678" y="21568"/>
                    <a:pt x="1850" y="22305"/>
                  </a:cubicBezTo>
                  <a:lnTo>
                    <a:pt x="440" y="16"/>
                  </a:lnTo>
                  <a:cubicBezTo>
                    <a:pt x="299" y="16"/>
                    <a:pt x="142" y="0"/>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4" name="Google Shape;7464;p26"/>
            <p:cNvSpPr/>
            <p:nvPr/>
          </p:nvSpPr>
          <p:spPr>
            <a:xfrm>
              <a:off x="3626800" y="1506175"/>
              <a:ext cx="80350" cy="867975"/>
            </a:xfrm>
            <a:custGeom>
              <a:avLst/>
              <a:gdLst/>
              <a:ahLst/>
              <a:cxnLst/>
              <a:rect l="l" t="t" r="r" b="b"/>
              <a:pathLst>
                <a:path w="3214" h="34719" extrusionOk="0">
                  <a:moveTo>
                    <a:pt x="0" y="0"/>
                  </a:moveTo>
                  <a:lnTo>
                    <a:pt x="2712" y="32509"/>
                  </a:lnTo>
                  <a:cubicBezTo>
                    <a:pt x="2900" y="33371"/>
                    <a:pt x="3072" y="34123"/>
                    <a:pt x="3213" y="34719"/>
                  </a:cubicBezTo>
                  <a:lnTo>
                    <a:pt x="455" y="31"/>
                  </a:lnTo>
                  <a:cubicBezTo>
                    <a:pt x="298" y="16"/>
                    <a:pt x="157"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5" name="Google Shape;7465;p26"/>
            <p:cNvSpPr/>
            <p:nvPr/>
          </p:nvSpPr>
          <p:spPr>
            <a:xfrm>
              <a:off x="3674200" y="1510475"/>
              <a:ext cx="73300" cy="903650"/>
            </a:xfrm>
            <a:custGeom>
              <a:avLst/>
              <a:gdLst/>
              <a:ahLst/>
              <a:cxnLst/>
              <a:rect l="l" t="t" r="r" b="b"/>
              <a:pathLst>
                <a:path w="2932" h="36146" extrusionOk="0">
                  <a:moveTo>
                    <a:pt x="1" y="1"/>
                  </a:moveTo>
                  <a:lnTo>
                    <a:pt x="2618" y="36146"/>
                  </a:lnTo>
                  <a:cubicBezTo>
                    <a:pt x="2728" y="36130"/>
                    <a:pt x="2822" y="36130"/>
                    <a:pt x="2932" y="36114"/>
                  </a:cubicBezTo>
                  <a:lnTo>
                    <a:pt x="440" y="79"/>
                  </a:lnTo>
                  <a:cubicBezTo>
                    <a:pt x="299" y="48"/>
                    <a:pt x="142" y="32"/>
                    <a:pt x="1"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26"/>
            <p:cNvSpPr/>
            <p:nvPr/>
          </p:nvSpPr>
          <p:spPr>
            <a:xfrm>
              <a:off x="3716150" y="1517925"/>
              <a:ext cx="59575" cy="892275"/>
            </a:xfrm>
            <a:custGeom>
              <a:avLst/>
              <a:gdLst/>
              <a:ahLst/>
              <a:cxnLst/>
              <a:rect l="l" t="t" r="r" b="b"/>
              <a:pathLst>
                <a:path w="2383" h="35691" extrusionOk="0">
                  <a:moveTo>
                    <a:pt x="0" y="0"/>
                  </a:moveTo>
                  <a:lnTo>
                    <a:pt x="2069" y="35691"/>
                  </a:lnTo>
                  <a:cubicBezTo>
                    <a:pt x="2179" y="35659"/>
                    <a:pt x="2288" y="35628"/>
                    <a:pt x="2383" y="35597"/>
                  </a:cubicBezTo>
                  <a:lnTo>
                    <a:pt x="455" y="110"/>
                  </a:lnTo>
                  <a:cubicBezTo>
                    <a:pt x="408" y="94"/>
                    <a:pt x="376" y="79"/>
                    <a:pt x="329" y="63"/>
                  </a:cubicBezTo>
                  <a:cubicBezTo>
                    <a:pt x="219" y="32"/>
                    <a:pt x="110" y="16"/>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7" name="Google Shape;7467;p26"/>
            <p:cNvSpPr/>
            <p:nvPr/>
          </p:nvSpPr>
          <p:spPr>
            <a:xfrm>
              <a:off x="3465750" y="1723650"/>
              <a:ext cx="282925" cy="690375"/>
            </a:xfrm>
            <a:custGeom>
              <a:avLst/>
              <a:gdLst/>
              <a:ahLst/>
              <a:cxnLst/>
              <a:rect l="l" t="t" r="r" b="b"/>
              <a:pathLst>
                <a:path w="11317" h="27615" extrusionOk="0">
                  <a:moveTo>
                    <a:pt x="5706" y="0"/>
                  </a:moveTo>
                  <a:cubicBezTo>
                    <a:pt x="5705" y="0"/>
                    <a:pt x="4260" y="344"/>
                    <a:pt x="2737" y="344"/>
                  </a:cubicBezTo>
                  <a:cubicBezTo>
                    <a:pt x="2229" y="344"/>
                    <a:pt x="1713" y="306"/>
                    <a:pt x="1238" y="204"/>
                  </a:cubicBezTo>
                  <a:cubicBezTo>
                    <a:pt x="1235" y="204"/>
                    <a:pt x="1232" y="203"/>
                    <a:pt x="1230" y="203"/>
                  </a:cubicBezTo>
                  <a:cubicBezTo>
                    <a:pt x="1112" y="203"/>
                    <a:pt x="2272" y="975"/>
                    <a:pt x="2210" y="1129"/>
                  </a:cubicBezTo>
                  <a:cubicBezTo>
                    <a:pt x="1897" y="1772"/>
                    <a:pt x="1474" y="8809"/>
                    <a:pt x="0" y="27556"/>
                  </a:cubicBezTo>
                  <a:lnTo>
                    <a:pt x="63" y="27556"/>
                  </a:lnTo>
                  <a:cubicBezTo>
                    <a:pt x="282" y="27556"/>
                    <a:pt x="470" y="27368"/>
                    <a:pt x="486" y="27148"/>
                  </a:cubicBezTo>
                  <a:cubicBezTo>
                    <a:pt x="737" y="24045"/>
                    <a:pt x="2665" y="4154"/>
                    <a:pt x="2665" y="1442"/>
                  </a:cubicBezTo>
                  <a:cubicBezTo>
                    <a:pt x="2665" y="1113"/>
                    <a:pt x="3016" y="892"/>
                    <a:pt x="3364" y="892"/>
                  </a:cubicBezTo>
                  <a:cubicBezTo>
                    <a:pt x="3661" y="892"/>
                    <a:pt x="3956" y="1053"/>
                    <a:pt x="4028" y="1442"/>
                  </a:cubicBezTo>
                  <a:cubicBezTo>
                    <a:pt x="4436" y="3684"/>
                    <a:pt x="9217" y="23951"/>
                    <a:pt x="9906" y="27133"/>
                  </a:cubicBezTo>
                  <a:cubicBezTo>
                    <a:pt x="9953" y="27383"/>
                    <a:pt x="10157" y="27509"/>
                    <a:pt x="10408" y="27571"/>
                  </a:cubicBezTo>
                  <a:cubicBezTo>
                    <a:pt x="10502" y="27603"/>
                    <a:pt x="10639" y="27615"/>
                    <a:pt x="10798" y="27615"/>
                  </a:cubicBezTo>
                  <a:cubicBezTo>
                    <a:pt x="10956" y="27615"/>
                    <a:pt x="11137" y="27603"/>
                    <a:pt x="11317" y="27587"/>
                  </a:cubicBezTo>
                  <a:cubicBezTo>
                    <a:pt x="9608" y="25785"/>
                    <a:pt x="5815" y="5439"/>
                    <a:pt x="4499" y="1160"/>
                  </a:cubicBezTo>
                  <a:cubicBezTo>
                    <a:pt x="4483" y="1082"/>
                    <a:pt x="5768" y="47"/>
                    <a:pt x="57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8" name="Google Shape;7468;p26"/>
            <p:cNvSpPr/>
            <p:nvPr/>
          </p:nvSpPr>
          <p:spPr>
            <a:xfrm>
              <a:off x="3665975" y="1489700"/>
              <a:ext cx="10225" cy="31000"/>
            </a:xfrm>
            <a:custGeom>
              <a:avLst/>
              <a:gdLst/>
              <a:ahLst/>
              <a:cxnLst/>
              <a:rect l="l" t="t" r="r" b="b"/>
              <a:pathLst>
                <a:path w="409" h="1240" extrusionOk="0">
                  <a:moveTo>
                    <a:pt x="16" y="1"/>
                  </a:moveTo>
                  <a:lnTo>
                    <a:pt x="1" y="1239"/>
                  </a:lnTo>
                  <a:lnTo>
                    <a:pt x="393" y="1239"/>
                  </a:lnTo>
                  <a:lnTo>
                    <a:pt x="408" y="16"/>
                  </a:lnTo>
                  <a:lnTo>
                    <a:pt x="1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26"/>
            <p:cNvSpPr/>
            <p:nvPr/>
          </p:nvSpPr>
          <p:spPr>
            <a:xfrm>
              <a:off x="3717325" y="1499900"/>
              <a:ext cx="10200" cy="30575"/>
            </a:xfrm>
            <a:custGeom>
              <a:avLst/>
              <a:gdLst/>
              <a:ahLst/>
              <a:cxnLst/>
              <a:rect l="l" t="t" r="r" b="b"/>
              <a:pathLst>
                <a:path w="408" h="1223" extrusionOk="0">
                  <a:moveTo>
                    <a:pt x="16" y="0"/>
                  </a:moveTo>
                  <a:lnTo>
                    <a:pt x="0" y="1223"/>
                  </a:lnTo>
                  <a:lnTo>
                    <a:pt x="392" y="1223"/>
                  </a:lnTo>
                  <a:lnTo>
                    <a:pt x="4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26"/>
            <p:cNvSpPr/>
            <p:nvPr/>
          </p:nvSpPr>
          <p:spPr>
            <a:xfrm>
              <a:off x="3594650" y="1481475"/>
              <a:ext cx="10625" cy="30975"/>
            </a:xfrm>
            <a:custGeom>
              <a:avLst/>
              <a:gdLst/>
              <a:ahLst/>
              <a:cxnLst/>
              <a:rect l="l" t="t" r="r" b="b"/>
              <a:pathLst>
                <a:path w="425" h="1239" extrusionOk="0">
                  <a:moveTo>
                    <a:pt x="32" y="1"/>
                  </a:moveTo>
                  <a:lnTo>
                    <a:pt x="1" y="1223"/>
                  </a:lnTo>
                  <a:lnTo>
                    <a:pt x="393" y="1239"/>
                  </a:lnTo>
                  <a:lnTo>
                    <a:pt x="424" y="16"/>
                  </a:lnTo>
                  <a:lnTo>
                    <a:pt x="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26"/>
            <p:cNvSpPr/>
            <p:nvPr/>
          </p:nvSpPr>
          <p:spPr>
            <a:xfrm>
              <a:off x="3479850" y="1487350"/>
              <a:ext cx="12950" cy="31775"/>
            </a:xfrm>
            <a:custGeom>
              <a:avLst/>
              <a:gdLst/>
              <a:ahLst/>
              <a:cxnLst/>
              <a:rect l="l" t="t" r="r" b="b"/>
              <a:pathLst>
                <a:path w="518" h="1271" extrusionOk="0">
                  <a:moveTo>
                    <a:pt x="392" y="1"/>
                  </a:moveTo>
                  <a:lnTo>
                    <a:pt x="0" y="48"/>
                  </a:lnTo>
                  <a:lnTo>
                    <a:pt x="126" y="1270"/>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26"/>
            <p:cNvSpPr/>
            <p:nvPr/>
          </p:nvSpPr>
          <p:spPr>
            <a:xfrm>
              <a:off x="3432825" y="1495575"/>
              <a:ext cx="12950" cy="31375"/>
            </a:xfrm>
            <a:custGeom>
              <a:avLst/>
              <a:gdLst/>
              <a:ahLst/>
              <a:cxnLst/>
              <a:rect l="l" t="t" r="r" b="b"/>
              <a:pathLst>
                <a:path w="518" h="1255" extrusionOk="0">
                  <a:moveTo>
                    <a:pt x="392" y="1"/>
                  </a:moveTo>
                  <a:lnTo>
                    <a:pt x="0" y="48"/>
                  </a:lnTo>
                  <a:lnTo>
                    <a:pt x="126" y="1255"/>
                  </a:lnTo>
                  <a:lnTo>
                    <a:pt x="518" y="1223"/>
                  </a:lnTo>
                  <a:lnTo>
                    <a:pt x="3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26"/>
            <p:cNvSpPr/>
            <p:nvPr/>
          </p:nvSpPr>
          <p:spPr>
            <a:xfrm>
              <a:off x="3391275" y="1505775"/>
              <a:ext cx="13350" cy="31775"/>
            </a:xfrm>
            <a:custGeom>
              <a:avLst/>
              <a:gdLst/>
              <a:ahLst/>
              <a:cxnLst/>
              <a:rect l="l" t="t" r="r" b="b"/>
              <a:pathLst>
                <a:path w="534" h="1271" extrusionOk="0">
                  <a:moveTo>
                    <a:pt x="393" y="0"/>
                  </a:moveTo>
                  <a:lnTo>
                    <a:pt x="1" y="47"/>
                  </a:lnTo>
                  <a:lnTo>
                    <a:pt x="126" y="1270"/>
                  </a:lnTo>
                  <a:lnTo>
                    <a:pt x="534" y="1223"/>
                  </a:lnTo>
                  <a:lnTo>
                    <a:pt x="3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26"/>
            <p:cNvSpPr/>
            <p:nvPr/>
          </p:nvSpPr>
          <p:spPr>
            <a:xfrm>
              <a:off x="3497100" y="1479125"/>
              <a:ext cx="72125" cy="45475"/>
            </a:xfrm>
            <a:custGeom>
              <a:avLst/>
              <a:gdLst/>
              <a:ahLst/>
              <a:cxnLst/>
              <a:rect l="l" t="t" r="r" b="b"/>
              <a:pathLst>
                <a:path w="2885" h="1819" extrusionOk="0">
                  <a:moveTo>
                    <a:pt x="2571" y="1"/>
                  </a:moveTo>
                  <a:lnTo>
                    <a:pt x="345" y="142"/>
                  </a:lnTo>
                  <a:lnTo>
                    <a:pt x="0" y="1819"/>
                  </a:lnTo>
                  <a:lnTo>
                    <a:pt x="2884" y="1599"/>
                  </a:lnTo>
                  <a:lnTo>
                    <a:pt x="257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26"/>
            <p:cNvSpPr/>
            <p:nvPr/>
          </p:nvSpPr>
          <p:spPr>
            <a:xfrm>
              <a:off x="3503750" y="1478350"/>
              <a:ext cx="57225" cy="34900"/>
            </a:xfrm>
            <a:custGeom>
              <a:avLst/>
              <a:gdLst/>
              <a:ahLst/>
              <a:cxnLst/>
              <a:rect l="l" t="t" r="r" b="b"/>
              <a:pathLst>
                <a:path w="2289" h="1396" extrusionOk="0">
                  <a:moveTo>
                    <a:pt x="2258" y="0"/>
                  </a:moveTo>
                  <a:lnTo>
                    <a:pt x="1" y="141"/>
                  </a:lnTo>
                  <a:lnTo>
                    <a:pt x="32" y="1395"/>
                  </a:lnTo>
                  <a:lnTo>
                    <a:pt x="2289" y="1254"/>
                  </a:lnTo>
                  <a:lnTo>
                    <a:pt x="22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26"/>
            <p:cNvSpPr/>
            <p:nvPr/>
          </p:nvSpPr>
          <p:spPr>
            <a:xfrm>
              <a:off x="3363075" y="1563775"/>
              <a:ext cx="36850" cy="107375"/>
            </a:xfrm>
            <a:custGeom>
              <a:avLst/>
              <a:gdLst/>
              <a:ahLst/>
              <a:cxnLst/>
              <a:rect l="l" t="t" r="r" b="b"/>
              <a:pathLst>
                <a:path w="1474" h="4295" extrusionOk="0">
                  <a:moveTo>
                    <a:pt x="1066" y="0"/>
                  </a:moveTo>
                  <a:lnTo>
                    <a:pt x="0" y="4295"/>
                  </a:lnTo>
                  <a:lnTo>
                    <a:pt x="1474" y="909"/>
                  </a:lnTo>
                  <a:lnTo>
                    <a:pt x="106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7" name="Google Shape;7477;p26"/>
            <p:cNvSpPr/>
            <p:nvPr/>
          </p:nvSpPr>
          <p:spPr>
            <a:xfrm>
              <a:off x="3691050" y="1571225"/>
              <a:ext cx="42750" cy="87800"/>
            </a:xfrm>
            <a:custGeom>
              <a:avLst/>
              <a:gdLst/>
              <a:ahLst/>
              <a:cxnLst/>
              <a:rect l="l" t="t" r="r" b="b"/>
              <a:pathLst>
                <a:path w="1710" h="3512" extrusionOk="0">
                  <a:moveTo>
                    <a:pt x="1" y="0"/>
                  </a:moveTo>
                  <a:lnTo>
                    <a:pt x="1709" y="3511"/>
                  </a:lnTo>
                  <a:lnTo>
                    <a:pt x="832" y="345"/>
                  </a:lnTo>
                  <a:lnTo>
                    <a:pt x="1"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8" name="Google Shape;7478;p26"/>
            <p:cNvSpPr/>
            <p:nvPr/>
          </p:nvSpPr>
          <p:spPr>
            <a:xfrm>
              <a:off x="3735350" y="1686800"/>
              <a:ext cx="35675" cy="466750"/>
            </a:xfrm>
            <a:custGeom>
              <a:avLst/>
              <a:gdLst/>
              <a:ahLst/>
              <a:cxnLst/>
              <a:rect l="l" t="t" r="r" b="b"/>
              <a:pathLst>
                <a:path w="1427" h="18670" extrusionOk="0">
                  <a:moveTo>
                    <a:pt x="549" y="1"/>
                  </a:moveTo>
                  <a:cubicBezTo>
                    <a:pt x="549" y="1"/>
                    <a:pt x="110" y="8026"/>
                    <a:pt x="47" y="10832"/>
                  </a:cubicBezTo>
                  <a:cubicBezTo>
                    <a:pt x="0" y="13622"/>
                    <a:pt x="1254" y="16961"/>
                    <a:pt x="1426" y="18669"/>
                  </a:cubicBezTo>
                  <a:lnTo>
                    <a:pt x="799" y="7384"/>
                  </a:lnTo>
                  <a:lnTo>
                    <a:pt x="549"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9" name="Google Shape;7479;p26"/>
          <p:cNvGrpSpPr/>
          <p:nvPr/>
        </p:nvGrpSpPr>
        <p:grpSpPr>
          <a:xfrm rot="-1957314">
            <a:off x="4274328" y="-93527"/>
            <a:ext cx="1248926" cy="1509147"/>
            <a:chOff x="6068875" y="758513"/>
            <a:chExt cx="554100" cy="669550"/>
          </a:xfrm>
        </p:grpSpPr>
        <p:sp>
          <p:nvSpPr>
            <p:cNvPr id="7480" name="Google Shape;7480;p26"/>
            <p:cNvSpPr/>
            <p:nvPr/>
          </p:nvSpPr>
          <p:spPr>
            <a:xfrm>
              <a:off x="6068875" y="758513"/>
              <a:ext cx="540750" cy="655300"/>
            </a:xfrm>
            <a:custGeom>
              <a:avLst/>
              <a:gdLst/>
              <a:ahLst/>
              <a:cxnLst/>
              <a:rect l="l" t="t" r="r" b="b"/>
              <a:pathLst>
                <a:path w="21630" h="26212" extrusionOk="0">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26"/>
            <p:cNvSpPr/>
            <p:nvPr/>
          </p:nvSpPr>
          <p:spPr>
            <a:xfrm>
              <a:off x="6068875" y="758513"/>
              <a:ext cx="540750" cy="655300"/>
            </a:xfrm>
            <a:custGeom>
              <a:avLst/>
              <a:gdLst/>
              <a:ahLst/>
              <a:cxnLst/>
              <a:rect l="l" t="t" r="r" b="b"/>
              <a:pathLst>
                <a:path w="21630" h="26212" extrusionOk="0">
                  <a:moveTo>
                    <a:pt x="1714" y="500"/>
                  </a:moveTo>
                  <a:cubicBezTo>
                    <a:pt x="2527" y="500"/>
                    <a:pt x="3713" y="1799"/>
                    <a:pt x="7038" y="6354"/>
                  </a:cubicBezTo>
                  <a:cubicBezTo>
                    <a:pt x="11348" y="12279"/>
                    <a:pt x="16160" y="19066"/>
                    <a:pt x="15847" y="19301"/>
                  </a:cubicBezTo>
                  <a:cubicBezTo>
                    <a:pt x="15840" y="19307"/>
                    <a:pt x="15831" y="19310"/>
                    <a:pt x="15820" y="19310"/>
                  </a:cubicBezTo>
                  <a:cubicBezTo>
                    <a:pt x="15287" y="19310"/>
                    <a:pt x="9748" y="13091"/>
                    <a:pt x="5141" y="7655"/>
                  </a:cubicBezTo>
                  <a:cubicBezTo>
                    <a:pt x="439" y="2122"/>
                    <a:pt x="16" y="1574"/>
                    <a:pt x="1066" y="774"/>
                  </a:cubicBezTo>
                  <a:cubicBezTo>
                    <a:pt x="1279" y="607"/>
                    <a:pt x="1481" y="500"/>
                    <a:pt x="1714" y="500"/>
                  </a:cubicBezTo>
                  <a:close/>
                  <a:moveTo>
                    <a:pt x="1874" y="0"/>
                  </a:moveTo>
                  <a:cubicBezTo>
                    <a:pt x="958" y="0"/>
                    <a:pt x="242" y="667"/>
                    <a:pt x="157" y="1605"/>
                  </a:cubicBezTo>
                  <a:cubicBezTo>
                    <a:pt x="0" y="3502"/>
                    <a:pt x="9217" y="11652"/>
                    <a:pt x="20675" y="26041"/>
                  </a:cubicBezTo>
                  <a:cubicBezTo>
                    <a:pt x="20770" y="26162"/>
                    <a:pt x="20889" y="26212"/>
                    <a:pt x="21005" y="26212"/>
                  </a:cubicBezTo>
                  <a:cubicBezTo>
                    <a:pt x="21327" y="26212"/>
                    <a:pt x="21629" y="25827"/>
                    <a:pt x="21364" y="25493"/>
                  </a:cubicBezTo>
                  <a:cubicBezTo>
                    <a:pt x="9906" y="11104"/>
                    <a:pt x="4060" y="289"/>
                    <a:pt x="2163" y="22"/>
                  </a:cubicBezTo>
                  <a:cubicBezTo>
                    <a:pt x="2065" y="7"/>
                    <a:pt x="1968" y="0"/>
                    <a:pt x="18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2" name="Google Shape;7482;p26"/>
            <p:cNvSpPr/>
            <p:nvPr/>
          </p:nvSpPr>
          <p:spPr>
            <a:xfrm>
              <a:off x="6165650" y="852313"/>
              <a:ext cx="320575" cy="409125"/>
            </a:xfrm>
            <a:custGeom>
              <a:avLst/>
              <a:gdLst/>
              <a:ahLst/>
              <a:cxnLst/>
              <a:rect l="l" t="t" r="r" b="b"/>
              <a:pathLst>
                <a:path w="12823" h="16365" extrusionOk="0">
                  <a:moveTo>
                    <a:pt x="1" y="1"/>
                  </a:moveTo>
                  <a:lnTo>
                    <a:pt x="1" y="1"/>
                  </a:lnTo>
                  <a:cubicBezTo>
                    <a:pt x="1" y="1"/>
                    <a:pt x="2524" y="2493"/>
                    <a:pt x="3794" y="4327"/>
                  </a:cubicBezTo>
                  <a:cubicBezTo>
                    <a:pt x="5064" y="6145"/>
                    <a:pt x="8073" y="10675"/>
                    <a:pt x="8951" y="11584"/>
                  </a:cubicBezTo>
                  <a:cubicBezTo>
                    <a:pt x="9829" y="12509"/>
                    <a:pt x="12180" y="15377"/>
                    <a:pt x="12822" y="16365"/>
                  </a:cubicBezTo>
                  <a:lnTo>
                    <a:pt x="10675" y="13026"/>
                  </a:lnTo>
                  <a:cubicBezTo>
                    <a:pt x="9797" y="12634"/>
                    <a:pt x="6678" y="8214"/>
                    <a:pt x="4672" y="5267"/>
                  </a:cubicBezTo>
                  <a:cubicBezTo>
                    <a:pt x="2666" y="2321"/>
                    <a:pt x="2" y="1"/>
                    <a:pt x="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26"/>
            <p:cNvSpPr/>
            <p:nvPr/>
          </p:nvSpPr>
          <p:spPr>
            <a:xfrm>
              <a:off x="6090950" y="789088"/>
              <a:ext cx="135475" cy="172175"/>
            </a:xfrm>
            <a:custGeom>
              <a:avLst/>
              <a:gdLst/>
              <a:ahLst/>
              <a:cxnLst/>
              <a:rect l="l" t="t" r="r" b="b"/>
              <a:pathLst>
                <a:path w="5419" h="6887" extrusionOk="0">
                  <a:moveTo>
                    <a:pt x="839" y="1"/>
                  </a:moveTo>
                  <a:cubicBezTo>
                    <a:pt x="608" y="1"/>
                    <a:pt x="383" y="159"/>
                    <a:pt x="214" y="617"/>
                  </a:cubicBezTo>
                  <a:cubicBezTo>
                    <a:pt x="1" y="1177"/>
                    <a:pt x="3918" y="5323"/>
                    <a:pt x="5091" y="6547"/>
                  </a:cubicBezTo>
                  <a:lnTo>
                    <a:pt x="5091" y="6547"/>
                  </a:lnTo>
                  <a:cubicBezTo>
                    <a:pt x="3950" y="5335"/>
                    <a:pt x="402" y="1421"/>
                    <a:pt x="402" y="696"/>
                  </a:cubicBezTo>
                  <a:cubicBezTo>
                    <a:pt x="402" y="362"/>
                    <a:pt x="563" y="238"/>
                    <a:pt x="787" y="238"/>
                  </a:cubicBezTo>
                  <a:cubicBezTo>
                    <a:pt x="1131" y="238"/>
                    <a:pt x="1622" y="530"/>
                    <a:pt x="1907" y="805"/>
                  </a:cubicBezTo>
                  <a:cubicBezTo>
                    <a:pt x="1907" y="805"/>
                    <a:pt x="1358" y="1"/>
                    <a:pt x="839" y="1"/>
                  </a:cubicBezTo>
                  <a:close/>
                  <a:moveTo>
                    <a:pt x="5091" y="6547"/>
                  </a:moveTo>
                  <a:cubicBezTo>
                    <a:pt x="5257" y="6724"/>
                    <a:pt x="5372" y="6843"/>
                    <a:pt x="5418" y="6887"/>
                  </a:cubicBezTo>
                  <a:cubicBezTo>
                    <a:pt x="5418" y="6887"/>
                    <a:pt x="5297" y="6762"/>
                    <a:pt x="5091" y="6547"/>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26"/>
            <p:cNvSpPr/>
            <p:nvPr/>
          </p:nvSpPr>
          <p:spPr>
            <a:xfrm>
              <a:off x="6186825" y="906388"/>
              <a:ext cx="218275" cy="282175"/>
            </a:xfrm>
            <a:custGeom>
              <a:avLst/>
              <a:gdLst/>
              <a:ahLst/>
              <a:cxnLst/>
              <a:rect l="l" t="t" r="r" b="b"/>
              <a:pathLst>
                <a:path w="8731" h="11287" extrusionOk="0">
                  <a:moveTo>
                    <a:pt x="0" y="1"/>
                  </a:moveTo>
                  <a:cubicBezTo>
                    <a:pt x="1" y="1"/>
                    <a:pt x="2728" y="2963"/>
                    <a:pt x="4091" y="5236"/>
                  </a:cubicBezTo>
                  <a:cubicBezTo>
                    <a:pt x="5470" y="7509"/>
                    <a:pt x="6583" y="9013"/>
                    <a:pt x="6583" y="9013"/>
                  </a:cubicBezTo>
                  <a:lnTo>
                    <a:pt x="8731" y="11286"/>
                  </a:lnTo>
                  <a:cubicBezTo>
                    <a:pt x="7806" y="10205"/>
                    <a:pt x="4875" y="6161"/>
                    <a:pt x="4420" y="5377"/>
                  </a:cubicBezTo>
                  <a:cubicBezTo>
                    <a:pt x="3966" y="4593"/>
                    <a:pt x="1082" y="831"/>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5" name="Google Shape;7485;p26"/>
            <p:cNvSpPr/>
            <p:nvPr/>
          </p:nvSpPr>
          <p:spPr>
            <a:xfrm>
              <a:off x="6117725" y="816363"/>
              <a:ext cx="32675" cy="26325"/>
            </a:xfrm>
            <a:custGeom>
              <a:avLst/>
              <a:gdLst/>
              <a:ahLst/>
              <a:cxnLst/>
              <a:rect l="l" t="t" r="r" b="b"/>
              <a:pathLst>
                <a:path w="1307" h="1053" extrusionOk="0">
                  <a:moveTo>
                    <a:pt x="357" y="1"/>
                  </a:moveTo>
                  <a:cubicBezTo>
                    <a:pt x="0" y="1"/>
                    <a:pt x="1069" y="1052"/>
                    <a:pt x="1215" y="1052"/>
                  </a:cubicBezTo>
                  <a:cubicBezTo>
                    <a:pt x="1221" y="1052"/>
                    <a:pt x="1225" y="1050"/>
                    <a:pt x="1228" y="1047"/>
                  </a:cubicBezTo>
                  <a:cubicBezTo>
                    <a:pt x="1306" y="937"/>
                    <a:pt x="836" y="185"/>
                    <a:pt x="648" y="91"/>
                  </a:cubicBezTo>
                  <a:cubicBezTo>
                    <a:pt x="508" y="28"/>
                    <a:pt x="414" y="1"/>
                    <a:pt x="35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6" name="Google Shape;7486;p26"/>
            <p:cNvSpPr/>
            <p:nvPr/>
          </p:nvSpPr>
          <p:spPr>
            <a:xfrm>
              <a:off x="6474050" y="1228113"/>
              <a:ext cx="135575" cy="185700"/>
            </a:xfrm>
            <a:custGeom>
              <a:avLst/>
              <a:gdLst/>
              <a:ahLst/>
              <a:cxnLst/>
              <a:rect l="l" t="t" r="r" b="b"/>
              <a:pathLst>
                <a:path w="5423" h="7428" extrusionOk="0">
                  <a:moveTo>
                    <a:pt x="0" y="0"/>
                  </a:moveTo>
                  <a:cubicBezTo>
                    <a:pt x="484" y="1181"/>
                    <a:pt x="619" y="1871"/>
                    <a:pt x="183" y="1871"/>
                  </a:cubicBezTo>
                  <a:cubicBezTo>
                    <a:pt x="138" y="1871"/>
                    <a:pt x="88" y="1864"/>
                    <a:pt x="32" y="1850"/>
                  </a:cubicBezTo>
                  <a:lnTo>
                    <a:pt x="32" y="1850"/>
                  </a:lnTo>
                  <a:cubicBezTo>
                    <a:pt x="1474" y="3543"/>
                    <a:pt x="2947" y="5345"/>
                    <a:pt x="4468" y="7257"/>
                  </a:cubicBezTo>
                  <a:cubicBezTo>
                    <a:pt x="4563" y="7378"/>
                    <a:pt x="4682" y="7428"/>
                    <a:pt x="4798" y="7428"/>
                  </a:cubicBezTo>
                  <a:cubicBezTo>
                    <a:pt x="5120" y="7428"/>
                    <a:pt x="5422" y="7043"/>
                    <a:pt x="5157" y="6709"/>
                  </a:cubicBezTo>
                  <a:cubicBezTo>
                    <a:pt x="3292" y="4373"/>
                    <a:pt x="1584" y="2116"/>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26"/>
            <p:cNvSpPr/>
            <p:nvPr/>
          </p:nvSpPr>
          <p:spPr>
            <a:xfrm>
              <a:off x="6502250" y="1291588"/>
              <a:ext cx="109750" cy="127775"/>
            </a:xfrm>
            <a:custGeom>
              <a:avLst/>
              <a:gdLst/>
              <a:ahLst/>
              <a:cxnLst/>
              <a:rect l="l" t="t" r="r" b="b"/>
              <a:pathLst>
                <a:path w="4390" h="5111" extrusionOk="0">
                  <a:moveTo>
                    <a:pt x="988" y="0"/>
                  </a:moveTo>
                  <a:lnTo>
                    <a:pt x="1" y="878"/>
                  </a:lnTo>
                  <a:lnTo>
                    <a:pt x="3496" y="5110"/>
                  </a:lnTo>
                  <a:lnTo>
                    <a:pt x="4390" y="4405"/>
                  </a:lnTo>
                  <a:lnTo>
                    <a:pt x="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26"/>
            <p:cNvSpPr/>
            <p:nvPr/>
          </p:nvSpPr>
          <p:spPr>
            <a:xfrm>
              <a:off x="6555150" y="1354688"/>
              <a:ext cx="56850" cy="64675"/>
            </a:xfrm>
            <a:custGeom>
              <a:avLst/>
              <a:gdLst/>
              <a:ahLst/>
              <a:cxnLst/>
              <a:rect l="l" t="t" r="r" b="b"/>
              <a:pathLst>
                <a:path w="2274" h="2587" extrusionOk="0">
                  <a:moveTo>
                    <a:pt x="816" y="0"/>
                  </a:moveTo>
                  <a:lnTo>
                    <a:pt x="816" y="0"/>
                  </a:lnTo>
                  <a:cubicBezTo>
                    <a:pt x="1114" y="690"/>
                    <a:pt x="1239" y="1238"/>
                    <a:pt x="1114" y="1348"/>
                  </a:cubicBezTo>
                  <a:cubicBezTo>
                    <a:pt x="1092" y="1364"/>
                    <a:pt x="1061" y="1372"/>
                    <a:pt x="1021" y="1372"/>
                  </a:cubicBezTo>
                  <a:cubicBezTo>
                    <a:pt x="833" y="1372"/>
                    <a:pt x="454" y="1194"/>
                    <a:pt x="1" y="909"/>
                  </a:cubicBezTo>
                  <a:lnTo>
                    <a:pt x="1" y="909"/>
                  </a:lnTo>
                  <a:lnTo>
                    <a:pt x="1380" y="2586"/>
                  </a:lnTo>
                  <a:lnTo>
                    <a:pt x="2274" y="1881"/>
                  </a:lnTo>
                  <a:lnTo>
                    <a:pt x="816"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26"/>
            <p:cNvSpPr/>
            <p:nvPr/>
          </p:nvSpPr>
          <p:spPr>
            <a:xfrm>
              <a:off x="6581025" y="1396038"/>
              <a:ext cx="41950" cy="32025"/>
            </a:xfrm>
            <a:custGeom>
              <a:avLst/>
              <a:gdLst/>
              <a:ahLst/>
              <a:cxnLst/>
              <a:rect l="l" t="t" r="r" b="b"/>
              <a:pathLst>
                <a:path w="1678" h="1281" extrusionOk="0">
                  <a:moveTo>
                    <a:pt x="1313" y="1"/>
                  </a:moveTo>
                  <a:cubicBezTo>
                    <a:pt x="1117" y="1"/>
                    <a:pt x="842" y="112"/>
                    <a:pt x="580" y="321"/>
                  </a:cubicBezTo>
                  <a:cubicBezTo>
                    <a:pt x="204" y="634"/>
                    <a:pt x="0" y="1026"/>
                    <a:pt x="142" y="1199"/>
                  </a:cubicBezTo>
                  <a:cubicBezTo>
                    <a:pt x="187" y="1254"/>
                    <a:pt x="262" y="1281"/>
                    <a:pt x="356" y="1281"/>
                  </a:cubicBezTo>
                  <a:cubicBezTo>
                    <a:pt x="553" y="1281"/>
                    <a:pt x="832" y="1165"/>
                    <a:pt x="1098" y="964"/>
                  </a:cubicBezTo>
                  <a:cubicBezTo>
                    <a:pt x="1474" y="650"/>
                    <a:pt x="1678" y="258"/>
                    <a:pt x="1537" y="86"/>
                  </a:cubicBezTo>
                  <a:cubicBezTo>
                    <a:pt x="1490" y="28"/>
                    <a:pt x="1411" y="1"/>
                    <a:pt x="13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26"/>
            <p:cNvSpPr/>
            <p:nvPr/>
          </p:nvSpPr>
          <p:spPr>
            <a:xfrm>
              <a:off x="6491300" y="1281013"/>
              <a:ext cx="43900" cy="37250"/>
            </a:xfrm>
            <a:custGeom>
              <a:avLst/>
              <a:gdLst/>
              <a:ahLst/>
              <a:cxnLst/>
              <a:rect l="l" t="t" r="r" b="b"/>
              <a:pathLst>
                <a:path w="1756" h="1490" extrusionOk="0">
                  <a:moveTo>
                    <a:pt x="1223" y="0"/>
                  </a:moveTo>
                  <a:lnTo>
                    <a:pt x="0" y="1144"/>
                  </a:lnTo>
                  <a:lnTo>
                    <a:pt x="486" y="1489"/>
                  </a:lnTo>
                  <a:lnTo>
                    <a:pt x="1756" y="596"/>
                  </a:lnTo>
                  <a:lnTo>
                    <a:pt x="12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26"/>
            <p:cNvSpPr/>
            <p:nvPr/>
          </p:nvSpPr>
          <p:spPr>
            <a:xfrm>
              <a:off x="6527350" y="1316663"/>
              <a:ext cx="18825" cy="31775"/>
            </a:xfrm>
            <a:custGeom>
              <a:avLst/>
              <a:gdLst/>
              <a:ahLst/>
              <a:cxnLst/>
              <a:rect l="l" t="t" r="r" b="b"/>
              <a:pathLst>
                <a:path w="753" h="1271" extrusionOk="0">
                  <a:moveTo>
                    <a:pt x="752" y="1"/>
                  </a:moveTo>
                  <a:lnTo>
                    <a:pt x="0" y="1082"/>
                  </a:lnTo>
                  <a:lnTo>
                    <a:pt x="157" y="1270"/>
                  </a:lnTo>
                  <a:lnTo>
                    <a:pt x="752"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26"/>
            <p:cNvSpPr/>
            <p:nvPr/>
          </p:nvSpPr>
          <p:spPr>
            <a:xfrm>
              <a:off x="6545750" y="1350763"/>
              <a:ext cx="32175" cy="15700"/>
            </a:xfrm>
            <a:custGeom>
              <a:avLst/>
              <a:gdLst/>
              <a:ahLst/>
              <a:cxnLst/>
              <a:rect l="l" t="t" r="r" b="b"/>
              <a:pathLst>
                <a:path w="1287" h="628" extrusionOk="0">
                  <a:moveTo>
                    <a:pt x="1082" y="0"/>
                  </a:moveTo>
                  <a:lnTo>
                    <a:pt x="1" y="627"/>
                  </a:lnTo>
                  <a:lnTo>
                    <a:pt x="1" y="627"/>
                  </a:lnTo>
                  <a:lnTo>
                    <a:pt x="1286" y="235"/>
                  </a:lnTo>
                  <a:lnTo>
                    <a:pt x="1082"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26"/>
            <p:cNvSpPr/>
            <p:nvPr/>
          </p:nvSpPr>
          <p:spPr>
            <a:xfrm>
              <a:off x="6071075" y="759963"/>
              <a:ext cx="194100" cy="176350"/>
            </a:xfrm>
            <a:custGeom>
              <a:avLst/>
              <a:gdLst/>
              <a:ahLst/>
              <a:cxnLst/>
              <a:rect l="l" t="t" r="r" b="b"/>
              <a:pathLst>
                <a:path w="7764" h="7054" extrusionOk="0">
                  <a:moveTo>
                    <a:pt x="1617" y="1"/>
                  </a:moveTo>
                  <a:cubicBezTo>
                    <a:pt x="884" y="1"/>
                    <a:pt x="0" y="948"/>
                    <a:pt x="163" y="1406"/>
                  </a:cubicBezTo>
                  <a:cubicBezTo>
                    <a:pt x="185" y="1463"/>
                    <a:pt x="233" y="1485"/>
                    <a:pt x="302" y="1485"/>
                  </a:cubicBezTo>
                  <a:cubicBezTo>
                    <a:pt x="562" y="1485"/>
                    <a:pt x="1117" y="1168"/>
                    <a:pt x="1686" y="1168"/>
                  </a:cubicBezTo>
                  <a:cubicBezTo>
                    <a:pt x="1717" y="1168"/>
                    <a:pt x="1747" y="1169"/>
                    <a:pt x="1777" y="1171"/>
                  </a:cubicBezTo>
                  <a:cubicBezTo>
                    <a:pt x="2869" y="1232"/>
                    <a:pt x="7713" y="7054"/>
                    <a:pt x="7761" y="7054"/>
                  </a:cubicBezTo>
                  <a:cubicBezTo>
                    <a:pt x="7763" y="7054"/>
                    <a:pt x="7759" y="7047"/>
                    <a:pt x="7749" y="7033"/>
                  </a:cubicBezTo>
                  <a:cubicBezTo>
                    <a:pt x="3157" y="403"/>
                    <a:pt x="2984" y="215"/>
                    <a:pt x="1746" y="11"/>
                  </a:cubicBezTo>
                  <a:cubicBezTo>
                    <a:pt x="1704" y="4"/>
                    <a:pt x="1660" y="1"/>
                    <a:pt x="16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94" name="Google Shape;7494;p26"/>
          <p:cNvGrpSpPr/>
          <p:nvPr/>
        </p:nvGrpSpPr>
        <p:grpSpPr>
          <a:xfrm rot="1097607">
            <a:off x="990429" y="500197"/>
            <a:ext cx="1091197" cy="478913"/>
            <a:chOff x="2183975" y="2067550"/>
            <a:chExt cx="819400" cy="359650"/>
          </a:xfrm>
        </p:grpSpPr>
        <p:sp>
          <p:nvSpPr>
            <p:cNvPr id="7495" name="Google Shape;7495;p26"/>
            <p:cNvSpPr/>
            <p:nvPr/>
          </p:nvSpPr>
          <p:spPr>
            <a:xfrm>
              <a:off x="2183975" y="2389025"/>
              <a:ext cx="76425" cy="38175"/>
            </a:xfrm>
            <a:custGeom>
              <a:avLst/>
              <a:gdLst/>
              <a:ahLst/>
              <a:cxnLst/>
              <a:rect l="l" t="t" r="r" b="b"/>
              <a:pathLst>
                <a:path w="3057" h="1527" extrusionOk="0">
                  <a:moveTo>
                    <a:pt x="2163" y="0"/>
                  </a:moveTo>
                  <a:cubicBezTo>
                    <a:pt x="1160" y="79"/>
                    <a:pt x="0" y="141"/>
                    <a:pt x="94" y="800"/>
                  </a:cubicBezTo>
                  <a:cubicBezTo>
                    <a:pt x="166" y="1384"/>
                    <a:pt x="937" y="1527"/>
                    <a:pt x="1674" y="1527"/>
                  </a:cubicBezTo>
                  <a:cubicBezTo>
                    <a:pt x="2381" y="1527"/>
                    <a:pt x="3057" y="1395"/>
                    <a:pt x="3057" y="1395"/>
                  </a:cubicBezTo>
                  <a:lnTo>
                    <a:pt x="21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26"/>
            <p:cNvSpPr/>
            <p:nvPr/>
          </p:nvSpPr>
          <p:spPr>
            <a:xfrm>
              <a:off x="2392450" y="2067550"/>
              <a:ext cx="45075" cy="28150"/>
            </a:xfrm>
            <a:custGeom>
              <a:avLst/>
              <a:gdLst/>
              <a:ahLst/>
              <a:cxnLst/>
              <a:rect l="l" t="t" r="r" b="b"/>
              <a:pathLst>
                <a:path w="1803" h="1126" extrusionOk="0">
                  <a:moveTo>
                    <a:pt x="993" y="0"/>
                  </a:moveTo>
                  <a:cubicBezTo>
                    <a:pt x="950" y="0"/>
                    <a:pt x="907" y="2"/>
                    <a:pt x="862" y="6"/>
                  </a:cubicBezTo>
                  <a:cubicBezTo>
                    <a:pt x="376" y="53"/>
                    <a:pt x="0" y="336"/>
                    <a:pt x="16" y="633"/>
                  </a:cubicBezTo>
                  <a:cubicBezTo>
                    <a:pt x="44" y="918"/>
                    <a:pt x="384" y="1126"/>
                    <a:pt x="810" y="1126"/>
                  </a:cubicBezTo>
                  <a:cubicBezTo>
                    <a:pt x="853" y="1126"/>
                    <a:pt x="896" y="1124"/>
                    <a:pt x="941" y="1119"/>
                  </a:cubicBezTo>
                  <a:cubicBezTo>
                    <a:pt x="1427" y="1072"/>
                    <a:pt x="1803" y="790"/>
                    <a:pt x="1787" y="477"/>
                  </a:cubicBezTo>
                  <a:cubicBezTo>
                    <a:pt x="1773" y="206"/>
                    <a:pt x="1422" y="0"/>
                    <a:pt x="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26"/>
            <p:cNvSpPr/>
            <p:nvPr/>
          </p:nvSpPr>
          <p:spPr>
            <a:xfrm>
              <a:off x="2214550" y="2079000"/>
              <a:ext cx="516875" cy="342950"/>
            </a:xfrm>
            <a:custGeom>
              <a:avLst/>
              <a:gdLst/>
              <a:ahLst/>
              <a:cxnLst/>
              <a:rect l="l" t="t" r="r" b="b"/>
              <a:pathLst>
                <a:path w="20675" h="13718" extrusionOk="0">
                  <a:moveTo>
                    <a:pt x="9826" y="1"/>
                  </a:moveTo>
                  <a:cubicBezTo>
                    <a:pt x="7386" y="1"/>
                    <a:pt x="4905" y="399"/>
                    <a:pt x="3151" y="1523"/>
                  </a:cubicBezTo>
                  <a:cubicBezTo>
                    <a:pt x="0" y="3530"/>
                    <a:pt x="1270" y="13608"/>
                    <a:pt x="1270" y="13608"/>
                  </a:cubicBezTo>
                  <a:lnTo>
                    <a:pt x="20674" y="13718"/>
                  </a:lnTo>
                  <a:cubicBezTo>
                    <a:pt x="20674" y="13718"/>
                    <a:pt x="20659" y="2088"/>
                    <a:pt x="16082" y="818"/>
                  </a:cubicBezTo>
                  <a:cubicBezTo>
                    <a:pt x="14496" y="372"/>
                    <a:pt x="12180" y="1"/>
                    <a:pt x="982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26"/>
            <p:cNvSpPr/>
            <p:nvPr/>
          </p:nvSpPr>
          <p:spPr>
            <a:xfrm>
              <a:off x="2470825" y="2079050"/>
              <a:ext cx="260600" cy="342900"/>
            </a:xfrm>
            <a:custGeom>
              <a:avLst/>
              <a:gdLst/>
              <a:ahLst/>
              <a:cxnLst/>
              <a:rect l="l" t="t" r="r" b="b"/>
              <a:pathLst>
                <a:path w="10424" h="13716" extrusionOk="0">
                  <a:moveTo>
                    <a:pt x="0" y="1"/>
                  </a:moveTo>
                  <a:lnTo>
                    <a:pt x="0" y="1"/>
                  </a:lnTo>
                  <a:cubicBezTo>
                    <a:pt x="4828" y="1756"/>
                    <a:pt x="8370" y="7211"/>
                    <a:pt x="8480" y="13716"/>
                  </a:cubicBezTo>
                  <a:lnTo>
                    <a:pt x="10423" y="13716"/>
                  </a:lnTo>
                  <a:cubicBezTo>
                    <a:pt x="10423" y="13716"/>
                    <a:pt x="10408" y="2086"/>
                    <a:pt x="5831" y="816"/>
                  </a:cubicBezTo>
                  <a:cubicBezTo>
                    <a:pt x="4342" y="393"/>
                    <a:pt x="2194" y="48"/>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26"/>
            <p:cNvSpPr/>
            <p:nvPr/>
          </p:nvSpPr>
          <p:spPr>
            <a:xfrm>
              <a:off x="2214550" y="2082600"/>
              <a:ext cx="186525" cy="339350"/>
            </a:xfrm>
            <a:custGeom>
              <a:avLst/>
              <a:gdLst/>
              <a:ahLst/>
              <a:cxnLst/>
              <a:rect l="l" t="t" r="r" b="b"/>
              <a:pathLst>
                <a:path w="7461" h="13574" extrusionOk="0">
                  <a:moveTo>
                    <a:pt x="7461" y="0"/>
                  </a:moveTo>
                  <a:lnTo>
                    <a:pt x="7461" y="0"/>
                  </a:lnTo>
                  <a:cubicBezTo>
                    <a:pt x="5847" y="188"/>
                    <a:pt x="4342" y="611"/>
                    <a:pt x="3151" y="1379"/>
                  </a:cubicBezTo>
                  <a:cubicBezTo>
                    <a:pt x="0" y="3386"/>
                    <a:pt x="862" y="13574"/>
                    <a:pt x="862" y="13574"/>
                  </a:cubicBezTo>
                  <a:lnTo>
                    <a:pt x="7006" y="13574"/>
                  </a:lnTo>
                  <a:cubicBezTo>
                    <a:pt x="6489" y="12320"/>
                    <a:pt x="3746" y="2100"/>
                    <a:pt x="74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0" name="Google Shape;7500;p26"/>
            <p:cNvSpPr/>
            <p:nvPr/>
          </p:nvSpPr>
          <p:spPr>
            <a:xfrm>
              <a:off x="2218450" y="2136675"/>
              <a:ext cx="85075" cy="285275"/>
            </a:xfrm>
            <a:custGeom>
              <a:avLst/>
              <a:gdLst/>
              <a:ahLst/>
              <a:cxnLst/>
              <a:rect l="l" t="t" r="r" b="b"/>
              <a:pathLst>
                <a:path w="3403" h="11411" extrusionOk="0">
                  <a:moveTo>
                    <a:pt x="2195" y="0"/>
                  </a:moveTo>
                  <a:lnTo>
                    <a:pt x="2195" y="0"/>
                  </a:lnTo>
                  <a:cubicBezTo>
                    <a:pt x="1" y="3088"/>
                    <a:pt x="706" y="11411"/>
                    <a:pt x="706" y="11411"/>
                  </a:cubicBezTo>
                  <a:lnTo>
                    <a:pt x="3402" y="11411"/>
                  </a:lnTo>
                  <a:cubicBezTo>
                    <a:pt x="2399" y="9373"/>
                    <a:pt x="1803" y="6771"/>
                    <a:pt x="1803" y="3903"/>
                  </a:cubicBezTo>
                  <a:cubicBezTo>
                    <a:pt x="1803" y="2539"/>
                    <a:pt x="1944" y="1223"/>
                    <a:pt x="219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1" name="Google Shape;7501;p26"/>
            <p:cNvSpPr/>
            <p:nvPr/>
          </p:nvSpPr>
          <p:spPr>
            <a:xfrm>
              <a:off x="2234125" y="2405350"/>
              <a:ext cx="769250" cy="21700"/>
            </a:xfrm>
            <a:custGeom>
              <a:avLst/>
              <a:gdLst/>
              <a:ahLst/>
              <a:cxnLst/>
              <a:rect l="l" t="t" r="r" b="b"/>
              <a:pathLst>
                <a:path w="30770" h="868" extrusionOk="0">
                  <a:moveTo>
                    <a:pt x="28366" y="1"/>
                  </a:moveTo>
                  <a:cubicBezTo>
                    <a:pt x="25060" y="1"/>
                    <a:pt x="17454" y="460"/>
                    <a:pt x="1" y="460"/>
                  </a:cubicBezTo>
                  <a:lnTo>
                    <a:pt x="79" y="868"/>
                  </a:lnTo>
                  <a:lnTo>
                    <a:pt x="30472" y="868"/>
                  </a:lnTo>
                  <a:cubicBezTo>
                    <a:pt x="30597" y="868"/>
                    <a:pt x="30707" y="774"/>
                    <a:pt x="30738" y="633"/>
                  </a:cubicBezTo>
                  <a:cubicBezTo>
                    <a:pt x="30769" y="492"/>
                    <a:pt x="30722" y="335"/>
                    <a:pt x="30613" y="272"/>
                  </a:cubicBezTo>
                  <a:cubicBezTo>
                    <a:pt x="30307" y="73"/>
                    <a:pt x="29672" y="1"/>
                    <a:pt x="28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26"/>
            <p:cNvSpPr/>
            <p:nvPr/>
          </p:nvSpPr>
          <p:spPr>
            <a:xfrm>
              <a:off x="2458675" y="2405300"/>
              <a:ext cx="544700" cy="21750"/>
            </a:xfrm>
            <a:custGeom>
              <a:avLst/>
              <a:gdLst/>
              <a:ahLst/>
              <a:cxnLst/>
              <a:rect l="l" t="t" r="r" b="b"/>
              <a:pathLst>
                <a:path w="21788" h="870" extrusionOk="0">
                  <a:moveTo>
                    <a:pt x="19365" y="1"/>
                  </a:moveTo>
                  <a:cubicBezTo>
                    <a:pt x="16687" y="1"/>
                    <a:pt x="11205" y="300"/>
                    <a:pt x="0" y="415"/>
                  </a:cubicBezTo>
                  <a:cubicBezTo>
                    <a:pt x="173" y="572"/>
                    <a:pt x="329" y="713"/>
                    <a:pt x="455" y="870"/>
                  </a:cubicBezTo>
                  <a:lnTo>
                    <a:pt x="21490" y="870"/>
                  </a:lnTo>
                  <a:cubicBezTo>
                    <a:pt x="21615" y="870"/>
                    <a:pt x="21725" y="776"/>
                    <a:pt x="21756" y="635"/>
                  </a:cubicBezTo>
                  <a:cubicBezTo>
                    <a:pt x="21787" y="494"/>
                    <a:pt x="21740" y="337"/>
                    <a:pt x="21631" y="274"/>
                  </a:cubicBezTo>
                  <a:cubicBezTo>
                    <a:pt x="21321" y="73"/>
                    <a:pt x="20681" y="1"/>
                    <a:pt x="193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3" name="Google Shape;7503;p26"/>
            <p:cNvSpPr/>
            <p:nvPr/>
          </p:nvSpPr>
          <p:spPr>
            <a:xfrm>
              <a:off x="2510000" y="2158925"/>
              <a:ext cx="154200" cy="210375"/>
            </a:xfrm>
            <a:custGeom>
              <a:avLst/>
              <a:gdLst/>
              <a:ahLst/>
              <a:cxnLst/>
              <a:rect l="l" t="t" r="r" b="b"/>
              <a:pathLst>
                <a:path w="6168" h="8415" extrusionOk="0">
                  <a:moveTo>
                    <a:pt x="452" y="1"/>
                  </a:moveTo>
                  <a:cubicBezTo>
                    <a:pt x="194" y="1"/>
                    <a:pt x="0" y="229"/>
                    <a:pt x="0" y="568"/>
                  </a:cubicBezTo>
                  <a:cubicBezTo>
                    <a:pt x="0" y="1195"/>
                    <a:pt x="2602" y="3765"/>
                    <a:pt x="5925" y="8358"/>
                  </a:cubicBezTo>
                  <a:cubicBezTo>
                    <a:pt x="5949" y="8398"/>
                    <a:pt x="5979" y="8415"/>
                    <a:pt x="6007" y="8415"/>
                  </a:cubicBezTo>
                  <a:cubicBezTo>
                    <a:pt x="6090" y="8415"/>
                    <a:pt x="6168" y="8275"/>
                    <a:pt x="6098" y="8170"/>
                  </a:cubicBezTo>
                  <a:cubicBezTo>
                    <a:pt x="2775" y="3562"/>
                    <a:pt x="1004" y="66"/>
                    <a:pt x="502" y="4"/>
                  </a:cubicBezTo>
                  <a:cubicBezTo>
                    <a:pt x="485" y="2"/>
                    <a:pt x="469" y="1"/>
                    <a:pt x="4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4" name="Google Shape;7504;p26"/>
            <p:cNvSpPr/>
            <p:nvPr/>
          </p:nvSpPr>
          <p:spPr>
            <a:xfrm>
              <a:off x="2634600" y="2331025"/>
              <a:ext cx="30200" cy="40400"/>
            </a:xfrm>
            <a:custGeom>
              <a:avLst/>
              <a:gdLst/>
              <a:ahLst/>
              <a:cxnLst/>
              <a:rect l="l" t="t" r="r" b="b"/>
              <a:pathLst>
                <a:path w="1208" h="1616" extrusionOk="0">
                  <a:moveTo>
                    <a:pt x="220" y="1"/>
                  </a:moveTo>
                  <a:lnTo>
                    <a:pt x="1" y="251"/>
                  </a:lnTo>
                  <a:lnTo>
                    <a:pt x="988" y="1615"/>
                  </a:lnTo>
                  <a:lnTo>
                    <a:pt x="1208" y="1364"/>
                  </a:lnTo>
                  <a:lnTo>
                    <a:pt x="220"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26"/>
            <p:cNvSpPr/>
            <p:nvPr/>
          </p:nvSpPr>
          <p:spPr>
            <a:xfrm>
              <a:off x="2656950" y="2363225"/>
              <a:ext cx="11000" cy="10850"/>
            </a:xfrm>
            <a:custGeom>
              <a:avLst/>
              <a:gdLst/>
              <a:ahLst/>
              <a:cxnLst/>
              <a:rect l="l" t="t" r="r" b="b"/>
              <a:pathLst>
                <a:path w="440" h="434" extrusionOk="0">
                  <a:moveTo>
                    <a:pt x="332" y="1"/>
                  </a:moveTo>
                  <a:cubicBezTo>
                    <a:pt x="278" y="1"/>
                    <a:pt x="206" y="43"/>
                    <a:pt x="141" y="108"/>
                  </a:cubicBezTo>
                  <a:cubicBezTo>
                    <a:pt x="47" y="217"/>
                    <a:pt x="0" y="358"/>
                    <a:pt x="47" y="405"/>
                  </a:cubicBezTo>
                  <a:cubicBezTo>
                    <a:pt x="57" y="425"/>
                    <a:pt x="75" y="434"/>
                    <a:pt x="97" y="434"/>
                  </a:cubicBezTo>
                  <a:cubicBezTo>
                    <a:pt x="146" y="434"/>
                    <a:pt x="218" y="392"/>
                    <a:pt x="282" y="327"/>
                  </a:cubicBezTo>
                  <a:cubicBezTo>
                    <a:pt x="392" y="217"/>
                    <a:pt x="439" y="76"/>
                    <a:pt x="392" y="29"/>
                  </a:cubicBezTo>
                  <a:cubicBezTo>
                    <a:pt x="377" y="10"/>
                    <a:pt x="356" y="1"/>
                    <a:pt x="33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26"/>
            <p:cNvSpPr/>
            <p:nvPr/>
          </p:nvSpPr>
          <p:spPr>
            <a:xfrm>
              <a:off x="2533325" y="2163250"/>
              <a:ext cx="145200" cy="211525"/>
            </a:xfrm>
            <a:custGeom>
              <a:avLst/>
              <a:gdLst/>
              <a:ahLst/>
              <a:cxnLst/>
              <a:rect l="l" t="t" r="r" b="b"/>
              <a:pathLst>
                <a:path w="5808" h="8461" extrusionOk="0">
                  <a:moveTo>
                    <a:pt x="5293" y="0"/>
                  </a:moveTo>
                  <a:cubicBezTo>
                    <a:pt x="5277" y="0"/>
                    <a:pt x="5260" y="1"/>
                    <a:pt x="5243" y="3"/>
                  </a:cubicBezTo>
                  <a:cubicBezTo>
                    <a:pt x="4742" y="66"/>
                    <a:pt x="3158" y="3592"/>
                    <a:pt x="71" y="8216"/>
                  </a:cubicBezTo>
                  <a:cubicBezTo>
                    <a:pt x="1" y="8321"/>
                    <a:pt x="78" y="8461"/>
                    <a:pt x="168" y="8461"/>
                  </a:cubicBezTo>
                  <a:cubicBezTo>
                    <a:pt x="198" y="8461"/>
                    <a:pt x="231" y="8444"/>
                    <a:pt x="259" y="8404"/>
                  </a:cubicBezTo>
                  <a:cubicBezTo>
                    <a:pt x="3331" y="3780"/>
                    <a:pt x="5807" y="1194"/>
                    <a:pt x="5776" y="552"/>
                  </a:cubicBezTo>
                  <a:cubicBezTo>
                    <a:pt x="5761" y="227"/>
                    <a:pt x="5553" y="0"/>
                    <a:pt x="52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7" name="Google Shape;7507;p26"/>
            <p:cNvSpPr/>
            <p:nvPr/>
          </p:nvSpPr>
          <p:spPr>
            <a:xfrm>
              <a:off x="2529600" y="2368325"/>
              <a:ext cx="11000" cy="10850"/>
            </a:xfrm>
            <a:custGeom>
              <a:avLst/>
              <a:gdLst/>
              <a:ahLst/>
              <a:cxnLst/>
              <a:rect l="l" t="t" r="r" b="b"/>
              <a:pathLst>
                <a:path w="440" h="434" extrusionOk="0">
                  <a:moveTo>
                    <a:pt x="83" y="1"/>
                  </a:moveTo>
                  <a:cubicBezTo>
                    <a:pt x="59" y="1"/>
                    <a:pt x="41" y="10"/>
                    <a:pt x="32" y="29"/>
                  </a:cubicBezTo>
                  <a:cubicBezTo>
                    <a:pt x="0" y="76"/>
                    <a:pt x="47" y="217"/>
                    <a:pt x="141" y="327"/>
                  </a:cubicBezTo>
                  <a:cubicBezTo>
                    <a:pt x="217" y="391"/>
                    <a:pt x="292" y="434"/>
                    <a:pt x="342" y="434"/>
                  </a:cubicBezTo>
                  <a:cubicBezTo>
                    <a:pt x="365" y="434"/>
                    <a:pt x="382" y="425"/>
                    <a:pt x="392" y="405"/>
                  </a:cubicBezTo>
                  <a:cubicBezTo>
                    <a:pt x="439" y="358"/>
                    <a:pt x="392" y="217"/>
                    <a:pt x="282" y="123"/>
                  </a:cubicBezTo>
                  <a:cubicBezTo>
                    <a:pt x="217" y="47"/>
                    <a:pt x="137" y="1"/>
                    <a:pt x="83" y="1"/>
                  </a:cubicBezTo>
                  <a:close/>
                </a:path>
              </a:pathLst>
            </a:custGeom>
            <a:solidFill>
              <a:srgbClr val="8696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8" name="Google Shape;7508;p26"/>
            <p:cNvSpPr/>
            <p:nvPr/>
          </p:nvSpPr>
          <p:spPr>
            <a:xfrm>
              <a:off x="2533325" y="2281650"/>
              <a:ext cx="65650" cy="93125"/>
            </a:xfrm>
            <a:custGeom>
              <a:avLst/>
              <a:gdLst/>
              <a:ahLst/>
              <a:cxnLst/>
              <a:rect l="l" t="t" r="r" b="b"/>
              <a:pathLst>
                <a:path w="2626" h="3725" extrusionOk="0">
                  <a:moveTo>
                    <a:pt x="2265" y="1"/>
                  </a:moveTo>
                  <a:cubicBezTo>
                    <a:pt x="1638" y="1051"/>
                    <a:pt x="901" y="2226"/>
                    <a:pt x="71" y="3480"/>
                  </a:cubicBezTo>
                  <a:cubicBezTo>
                    <a:pt x="1" y="3585"/>
                    <a:pt x="78" y="3725"/>
                    <a:pt x="161" y="3725"/>
                  </a:cubicBezTo>
                  <a:cubicBezTo>
                    <a:pt x="190" y="3725"/>
                    <a:pt x="219" y="3708"/>
                    <a:pt x="243" y="3668"/>
                  </a:cubicBezTo>
                  <a:cubicBezTo>
                    <a:pt x="1105" y="2399"/>
                    <a:pt x="1904" y="1286"/>
                    <a:pt x="2626" y="314"/>
                  </a:cubicBezTo>
                  <a:cubicBezTo>
                    <a:pt x="2531" y="298"/>
                    <a:pt x="2437" y="251"/>
                    <a:pt x="2375" y="189"/>
                  </a:cubicBezTo>
                  <a:cubicBezTo>
                    <a:pt x="2328" y="126"/>
                    <a:pt x="2296" y="63"/>
                    <a:pt x="226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26"/>
            <p:cNvSpPr/>
            <p:nvPr/>
          </p:nvSpPr>
          <p:spPr>
            <a:xfrm>
              <a:off x="2517825" y="2244825"/>
              <a:ext cx="50575" cy="68975"/>
            </a:xfrm>
            <a:custGeom>
              <a:avLst/>
              <a:gdLst/>
              <a:ahLst/>
              <a:cxnLst/>
              <a:rect l="l" t="t" r="r" b="b"/>
              <a:pathLst>
                <a:path w="2023" h="2759" extrusionOk="0">
                  <a:moveTo>
                    <a:pt x="769" y="0"/>
                  </a:moveTo>
                  <a:cubicBezTo>
                    <a:pt x="769" y="0"/>
                    <a:pt x="1" y="1286"/>
                    <a:pt x="1004" y="2759"/>
                  </a:cubicBezTo>
                  <a:lnTo>
                    <a:pt x="2023" y="1223"/>
                  </a:lnTo>
                  <a:lnTo>
                    <a:pt x="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26"/>
            <p:cNvSpPr/>
            <p:nvPr/>
          </p:nvSpPr>
          <p:spPr>
            <a:xfrm>
              <a:off x="2620500" y="2252275"/>
              <a:ext cx="47050" cy="58800"/>
            </a:xfrm>
            <a:custGeom>
              <a:avLst/>
              <a:gdLst/>
              <a:ahLst/>
              <a:cxnLst/>
              <a:rect l="l" t="t" r="r" b="b"/>
              <a:pathLst>
                <a:path w="1882" h="2352" extrusionOk="0">
                  <a:moveTo>
                    <a:pt x="1113" y="0"/>
                  </a:moveTo>
                  <a:lnTo>
                    <a:pt x="1" y="1113"/>
                  </a:lnTo>
                  <a:lnTo>
                    <a:pt x="988" y="2351"/>
                  </a:lnTo>
                  <a:cubicBezTo>
                    <a:pt x="1881" y="1050"/>
                    <a:pt x="1114" y="0"/>
                    <a:pt x="11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1" name="Google Shape;7511;p26"/>
            <p:cNvSpPr/>
            <p:nvPr/>
          </p:nvSpPr>
          <p:spPr>
            <a:xfrm>
              <a:off x="2367750"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2" name="Google Shape;7512;p26"/>
            <p:cNvSpPr/>
            <p:nvPr/>
          </p:nvSpPr>
          <p:spPr>
            <a:xfrm>
              <a:off x="2359925"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26"/>
            <p:cNvSpPr/>
            <p:nvPr/>
          </p:nvSpPr>
          <p:spPr>
            <a:xfrm>
              <a:off x="2350900"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26"/>
            <p:cNvSpPr/>
            <p:nvPr/>
          </p:nvSpPr>
          <p:spPr>
            <a:xfrm>
              <a:off x="2344625"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26"/>
            <p:cNvSpPr/>
            <p:nvPr/>
          </p:nvSpPr>
          <p:spPr>
            <a:xfrm>
              <a:off x="2342675"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26"/>
            <p:cNvSpPr/>
            <p:nvPr/>
          </p:nvSpPr>
          <p:spPr>
            <a:xfrm>
              <a:off x="2341500" y="2206800"/>
              <a:ext cx="5125" cy="20800"/>
            </a:xfrm>
            <a:custGeom>
              <a:avLst/>
              <a:gdLst/>
              <a:ahLst/>
              <a:cxnLst/>
              <a:rect l="l" t="t" r="r" b="b"/>
              <a:pathLst>
                <a:path w="205" h="832" extrusionOk="0">
                  <a:moveTo>
                    <a:pt x="189" y="1"/>
                  </a:moveTo>
                  <a:lnTo>
                    <a:pt x="0" y="16"/>
                  </a:lnTo>
                  <a:lnTo>
                    <a:pt x="32" y="832"/>
                  </a:lnTo>
                  <a:lnTo>
                    <a:pt x="204" y="832"/>
                  </a:lnTo>
                  <a:lnTo>
                    <a:pt x="1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7" name="Google Shape;7517;p26"/>
            <p:cNvSpPr/>
            <p:nvPr/>
          </p:nvSpPr>
          <p:spPr>
            <a:xfrm>
              <a:off x="2342275"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8" name="Google Shape;7518;p26"/>
            <p:cNvSpPr/>
            <p:nvPr/>
          </p:nvSpPr>
          <p:spPr>
            <a:xfrm>
              <a:off x="2348150" y="2138225"/>
              <a:ext cx="7475" cy="18450"/>
            </a:xfrm>
            <a:custGeom>
              <a:avLst/>
              <a:gdLst/>
              <a:ahLst/>
              <a:cxnLst/>
              <a:rect l="l" t="t" r="r" b="b"/>
              <a:pathLst>
                <a:path w="299" h="738" extrusionOk="0">
                  <a:moveTo>
                    <a:pt x="142" y="1"/>
                  </a:moveTo>
                  <a:lnTo>
                    <a:pt x="1" y="690"/>
                  </a:lnTo>
                  <a:lnTo>
                    <a:pt x="173" y="737"/>
                  </a:lnTo>
                  <a:lnTo>
                    <a:pt x="299" y="32"/>
                  </a:lnTo>
                  <a:lnTo>
                    <a:pt x="14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26"/>
            <p:cNvSpPr/>
            <p:nvPr/>
          </p:nvSpPr>
          <p:spPr>
            <a:xfrm>
              <a:off x="2357175" y="2106875"/>
              <a:ext cx="11000" cy="18450"/>
            </a:xfrm>
            <a:custGeom>
              <a:avLst/>
              <a:gdLst/>
              <a:ahLst/>
              <a:cxnLst/>
              <a:rect l="l" t="t" r="r" b="b"/>
              <a:pathLst>
                <a:path w="440" h="738" extrusionOk="0">
                  <a:moveTo>
                    <a:pt x="283" y="1"/>
                  </a:moveTo>
                  <a:lnTo>
                    <a:pt x="0" y="643"/>
                  </a:lnTo>
                  <a:lnTo>
                    <a:pt x="157" y="738"/>
                  </a:lnTo>
                  <a:lnTo>
                    <a:pt x="439" y="95"/>
                  </a:lnTo>
                  <a:lnTo>
                    <a:pt x="2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26"/>
            <p:cNvSpPr/>
            <p:nvPr/>
          </p:nvSpPr>
          <p:spPr>
            <a:xfrm>
              <a:off x="2370500" y="2088475"/>
              <a:ext cx="12550" cy="12550"/>
            </a:xfrm>
            <a:custGeom>
              <a:avLst/>
              <a:gdLst/>
              <a:ahLst/>
              <a:cxnLst/>
              <a:rect l="l" t="t" r="r" b="b"/>
              <a:pathLst>
                <a:path w="502" h="502" extrusionOk="0">
                  <a:moveTo>
                    <a:pt x="361" y="0"/>
                  </a:moveTo>
                  <a:lnTo>
                    <a:pt x="0" y="408"/>
                  </a:lnTo>
                  <a:lnTo>
                    <a:pt x="157" y="502"/>
                  </a:lnTo>
                  <a:lnTo>
                    <a:pt x="502" y="94"/>
                  </a:lnTo>
                  <a:lnTo>
                    <a:pt x="3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26"/>
            <p:cNvSpPr/>
            <p:nvPr/>
          </p:nvSpPr>
          <p:spPr>
            <a:xfrm>
              <a:off x="2388125" y="2389025"/>
              <a:ext cx="7875" cy="21175"/>
            </a:xfrm>
            <a:custGeom>
              <a:avLst/>
              <a:gdLst/>
              <a:ahLst/>
              <a:cxnLst/>
              <a:rect l="l" t="t" r="r" b="b"/>
              <a:pathLst>
                <a:path w="315" h="847" extrusionOk="0">
                  <a:moveTo>
                    <a:pt x="173" y="0"/>
                  </a:moveTo>
                  <a:lnTo>
                    <a:pt x="1" y="32"/>
                  </a:lnTo>
                  <a:lnTo>
                    <a:pt x="142" y="847"/>
                  </a:lnTo>
                  <a:lnTo>
                    <a:pt x="314" y="800"/>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2" name="Google Shape;7522;p26"/>
            <p:cNvSpPr/>
            <p:nvPr/>
          </p:nvSpPr>
          <p:spPr>
            <a:xfrm>
              <a:off x="2380300" y="2352975"/>
              <a:ext cx="7850" cy="21175"/>
            </a:xfrm>
            <a:custGeom>
              <a:avLst/>
              <a:gdLst/>
              <a:ahLst/>
              <a:cxnLst/>
              <a:rect l="l" t="t" r="r" b="b"/>
              <a:pathLst>
                <a:path w="314" h="847" extrusionOk="0">
                  <a:moveTo>
                    <a:pt x="173" y="0"/>
                  </a:moveTo>
                  <a:lnTo>
                    <a:pt x="0" y="47"/>
                  </a:lnTo>
                  <a:lnTo>
                    <a:pt x="141" y="847"/>
                  </a:lnTo>
                  <a:lnTo>
                    <a:pt x="314" y="815"/>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3" name="Google Shape;7523;p26"/>
            <p:cNvSpPr/>
            <p:nvPr/>
          </p:nvSpPr>
          <p:spPr>
            <a:xfrm>
              <a:off x="2371275" y="2313775"/>
              <a:ext cx="7875" cy="21200"/>
            </a:xfrm>
            <a:custGeom>
              <a:avLst/>
              <a:gdLst/>
              <a:ahLst/>
              <a:cxnLst/>
              <a:rect l="l" t="t" r="r" b="b"/>
              <a:pathLst>
                <a:path w="315" h="848" extrusionOk="0">
                  <a:moveTo>
                    <a:pt x="173" y="1"/>
                  </a:moveTo>
                  <a:lnTo>
                    <a:pt x="1" y="32"/>
                  </a:lnTo>
                  <a:lnTo>
                    <a:pt x="142" y="847"/>
                  </a:lnTo>
                  <a:lnTo>
                    <a:pt x="314" y="800"/>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26"/>
            <p:cNvSpPr/>
            <p:nvPr/>
          </p:nvSpPr>
          <p:spPr>
            <a:xfrm>
              <a:off x="2365000" y="2275775"/>
              <a:ext cx="7475" cy="21175"/>
            </a:xfrm>
            <a:custGeom>
              <a:avLst/>
              <a:gdLst/>
              <a:ahLst/>
              <a:cxnLst/>
              <a:rect l="l" t="t" r="r" b="b"/>
              <a:pathLst>
                <a:path w="299" h="847" extrusionOk="0">
                  <a:moveTo>
                    <a:pt x="173" y="0"/>
                  </a:moveTo>
                  <a:lnTo>
                    <a:pt x="1" y="32"/>
                  </a:lnTo>
                  <a:lnTo>
                    <a:pt x="126" y="847"/>
                  </a:lnTo>
                  <a:lnTo>
                    <a:pt x="299" y="816"/>
                  </a:lnTo>
                  <a:lnTo>
                    <a:pt x="17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5" name="Google Shape;7525;p26"/>
            <p:cNvSpPr/>
            <p:nvPr/>
          </p:nvSpPr>
          <p:spPr>
            <a:xfrm>
              <a:off x="2363050" y="2240500"/>
              <a:ext cx="5900" cy="20800"/>
            </a:xfrm>
            <a:custGeom>
              <a:avLst/>
              <a:gdLst/>
              <a:ahLst/>
              <a:cxnLst/>
              <a:rect l="l" t="t" r="r" b="b"/>
              <a:pathLst>
                <a:path w="236" h="832" extrusionOk="0">
                  <a:moveTo>
                    <a:pt x="173" y="1"/>
                  </a:moveTo>
                  <a:lnTo>
                    <a:pt x="1" y="16"/>
                  </a:lnTo>
                  <a:lnTo>
                    <a:pt x="63" y="832"/>
                  </a:lnTo>
                  <a:lnTo>
                    <a:pt x="236" y="816"/>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6" name="Google Shape;7526;p26"/>
            <p:cNvSpPr/>
            <p:nvPr/>
          </p:nvSpPr>
          <p:spPr>
            <a:xfrm>
              <a:off x="2361875" y="2206800"/>
              <a:ext cx="5125" cy="20800"/>
            </a:xfrm>
            <a:custGeom>
              <a:avLst/>
              <a:gdLst/>
              <a:ahLst/>
              <a:cxnLst/>
              <a:rect l="l" t="t" r="r" b="b"/>
              <a:pathLst>
                <a:path w="205" h="832" extrusionOk="0">
                  <a:moveTo>
                    <a:pt x="173" y="1"/>
                  </a:moveTo>
                  <a:lnTo>
                    <a:pt x="1" y="16"/>
                  </a:lnTo>
                  <a:lnTo>
                    <a:pt x="32" y="832"/>
                  </a:lnTo>
                  <a:lnTo>
                    <a:pt x="204" y="832"/>
                  </a:lnTo>
                  <a:lnTo>
                    <a:pt x="17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7" name="Google Shape;7527;p26"/>
            <p:cNvSpPr/>
            <p:nvPr/>
          </p:nvSpPr>
          <p:spPr>
            <a:xfrm>
              <a:off x="2362650" y="2173100"/>
              <a:ext cx="6700" cy="20800"/>
            </a:xfrm>
            <a:custGeom>
              <a:avLst/>
              <a:gdLst/>
              <a:ahLst/>
              <a:cxnLst/>
              <a:rect l="l" t="t" r="r" b="b"/>
              <a:pathLst>
                <a:path w="268" h="832" extrusionOk="0">
                  <a:moveTo>
                    <a:pt x="95" y="1"/>
                  </a:moveTo>
                  <a:lnTo>
                    <a:pt x="1" y="816"/>
                  </a:lnTo>
                  <a:lnTo>
                    <a:pt x="173" y="832"/>
                  </a:lnTo>
                  <a:lnTo>
                    <a:pt x="267" y="32"/>
                  </a:lnTo>
                  <a:lnTo>
                    <a:pt x="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26"/>
            <p:cNvSpPr/>
            <p:nvPr/>
          </p:nvSpPr>
          <p:spPr>
            <a:xfrm>
              <a:off x="2368550" y="2138225"/>
              <a:ext cx="7450" cy="18450"/>
            </a:xfrm>
            <a:custGeom>
              <a:avLst/>
              <a:gdLst/>
              <a:ahLst/>
              <a:cxnLst/>
              <a:rect l="l" t="t" r="r" b="b"/>
              <a:pathLst>
                <a:path w="298" h="738" extrusionOk="0">
                  <a:moveTo>
                    <a:pt x="141" y="1"/>
                  </a:moveTo>
                  <a:lnTo>
                    <a:pt x="0" y="690"/>
                  </a:lnTo>
                  <a:lnTo>
                    <a:pt x="172" y="737"/>
                  </a:lnTo>
                  <a:lnTo>
                    <a:pt x="298" y="32"/>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26"/>
            <p:cNvSpPr/>
            <p:nvPr/>
          </p:nvSpPr>
          <p:spPr>
            <a:xfrm>
              <a:off x="2377550" y="2106875"/>
              <a:ext cx="11000" cy="18450"/>
            </a:xfrm>
            <a:custGeom>
              <a:avLst/>
              <a:gdLst/>
              <a:ahLst/>
              <a:cxnLst/>
              <a:rect l="l" t="t" r="r" b="b"/>
              <a:pathLst>
                <a:path w="440" h="738" extrusionOk="0">
                  <a:moveTo>
                    <a:pt x="283" y="1"/>
                  </a:moveTo>
                  <a:lnTo>
                    <a:pt x="1" y="643"/>
                  </a:lnTo>
                  <a:lnTo>
                    <a:pt x="157" y="738"/>
                  </a:lnTo>
                  <a:lnTo>
                    <a:pt x="439" y="95"/>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0" name="Google Shape;7530;p26"/>
            <p:cNvSpPr/>
            <p:nvPr/>
          </p:nvSpPr>
          <p:spPr>
            <a:xfrm>
              <a:off x="2390875" y="2088475"/>
              <a:ext cx="12575" cy="12550"/>
            </a:xfrm>
            <a:custGeom>
              <a:avLst/>
              <a:gdLst/>
              <a:ahLst/>
              <a:cxnLst/>
              <a:rect l="l" t="t" r="r" b="b"/>
              <a:pathLst>
                <a:path w="503" h="502" extrusionOk="0">
                  <a:moveTo>
                    <a:pt x="361" y="0"/>
                  </a:moveTo>
                  <a:lnTo>
                    <a:pt x="0" y="408"/>
                  </a:lnTo>
                  <a:lnTo>
                    <a:pt x="157" y="502"/>
                  </a:lnTo>
                  <a:lnTo>
                    <a:pt x="502" y="94"/>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1" name="Google Shape;7531;p26"/>
            <p:cNvSpPr/>
            <p:nvPr/>
          </p:nvSpPr>
          <p:spPr>
            <a:xfrm>
              <a:off x="2504125" y="2192300"/>
              <a:ext cx="170475" cy="178725"/>
            </a:xfrm>
            <a:custGeom>
              <a:avLst/>
              <a:gdLst/>
              <a:ahLst/>
              <a:cxnLst/>
              <a:rect l="l" t="t" r="r" b="b"/>
              <a:pathLst>
                <a:path w="6819" h="7149" extrusionOk="0">
                  <a:moveTo>
                    <a:pt x="2649" y="1"/>
                  </a:moveTo>
                  <a:cubicBezTo>
                    <a:pt x="2148" y="95"/>
                    <a:pt x="1677" y="299"/>
                    <a:pt x="1286" y="596"/>
                  </a:cubicBezTo>
                  <a:lnTo>
                    <a:pt x="1411" y="816"/>
                  </a:lnTo>
                  <a:cubicBezTo>
                    <a:pt x="1787" y="534"/>
                    <a:pt x="2226" y="346"/>
                    <a:pt x="2681" y="267"/>
                  </a:cubicBezTo>
                  <a:lnTo>
                    <a:pt x="2649" y="1"/>
                  </a:lnTo>
                  <a:close/>
                  <a:moveTo>
                    <a:pt x="4107" y="95"/>
                  </a:moveTo>
                  <a:lnTo>
                    <a:pt x="4060" y="346"/>
                  </a:lnTo>
                  <a:cubicBezTo>
                    <a:pt x="4499" y="487"/>
                    <a:pt x="4922" y="706"/>
                    <a:pt x="5298" y="1020"/>
                  </a:cubicBezTo>
                  <a:lnTo>
                    <a:pt x="5424" y="800"/>
                  </a:lnTo>
                  <a:cubicBezTo>
                    <a:pt x="5032" y="471"/>
                    <a:pt x="4593" y="236"/>
                    <a:pt x="4107" y="95"/>
                  </a:cubicBezTo>
                  <a:close/>
                  <a:moveTo>
                    <a:pt x="314" y="1850"/>
                  </a:moveTo>
                  <a:cubicBezTo>
                    <a:pt x="110" y="2305"/>
                    <a:pt x="0" y="2791"/>
                    <a:pt x="0" y="3308"/>
                  </a:cubicBezTo>
                  <a:cubicBezTo>
                    <a:pt x="0" y="3355"/>
                    <a:pt x="0" y="3418"/>
                    <a:pt x="16" y="3481"/>
                  </a:cubicBezTo>
                  <a:lnTo>
                    <a:pt x="235" y="3465"/>
                  </a:lnTo>
                  <a:cubicBezTo>
                    <a:pt x="235" y="3418"/>
                    <a:pt x="235" y="3355"/>
                    <a:pt x="235" y="3308"/>
                  </a:cubicBezTo>
                  <a:cubicBezTo>
                    <a:pt x="235" y="2838"/>
                    <a:pt x="329" y="2383"/>
                    <a:pt x="518" y="1976"/>
                  </a:cubicBezTo>
                  <a:lnTo>
                    <a:pt x="314" y="1850"/>
                  </a:lnTo>
                  <a:close/>
                  <a:moveTo>
                    <a:pt x="6411" y="2039"/>
                  </a:moveTo>
                  <a:lnTo>
                    <a:pt x="6207" y="2180"/>
                  </a:lnTo>
                  <a:cubicBezTo>
                    <a:pt x="6442" y="2634"/>
                    <a:pt x="6568" y="3136"/>
                    <a:pt x="6599" y="3637"/>
                  </a:cubicBezTo>
                  <a:lnTo>
                    <a:pt x="6599" y="3653"/>
                  </a:lnTo>
                  <a:lnTo>
                    <a:pt x="6819" y="3637"/>
                  </a:lnTo>
                  <a:cubicBezTo>
                    <a:pt x="6803" y="3073"/>
                    <a:pt x="6662" y="2540"/>
                    <a:pt x="6411" y="2039"/>
                  </a:cubicBezTo>
                  <a:close/>
                  <a:moveTo>
                    <a:pt x="627" y="4938"/>
                  </a:moveTo>
                  <a:lnTo>
                    <a:pt x="424" y="5064"/>
                  </a:lnTo>
                  <a:cubicBezTo>
                    <a:pt x="659" y="5534"/>
                    <a:pt x="1003" y="5973"/>
                    <a:pt x="1395" y="6302"/>
                  </a:cubicBezTo>
                  <a:lnTo>
                    <a:pt x="1536" y="6098"/>
                  </a:lnTo>
                  <a:cubicBezTo>
                    <a:pt x="1160" y="5769"/>
                    <a:pt x="847" y="5377"/>
                    <a:pt x="627" y="4938"/>
                  </a:cubicBezTo>
                  <a:close/>
                  <a:moveTo>
                    <a:pt x="6317" y="5158"/>
                  </a:moveTo>
                  <a:cubicBezTo>
                    <a:pt x="6113" y="5612"/>
                    <a:pt x="5800" y="6004"/>
                    <a:pt x="5424" y="6302"/>
                  </a:cubicBezTo>
                  <a:lnTo>
                    <a:pt x="5549" y="6521"/>
                  </a:lnTo>
                  <a:cubicBezTo>
                    <a:pt x="5972" y="6192"/>
                    <a:pt x="6301" y="5769"/>
                    <a:pt x="6521" y="5267"/>
                  </a:cubicBezTo>
                  <a:lnTo>
                    <a:pt x="6317" y="5158"/>
                  </a:lnTo>
                  <a:close/>
                  <a:moveTo>
                    <a:pt x="2775" y="6756"/>
                  </a:moveTo>
                  <a:lnTo>
                    <a:pt x="2712" y="7023"/>
                  </a:lnTo>
                  <a:cubicBezTo>
                    <a:pt x="2994" y="7101"/>
                    <a:pt x="3292" y="7148"/>
                    <a:pt x="3574" y="7148"/>
                  </a:cubicBezTo>
                  <a:lnTo>
                    <a:pt x="3652" y="7148"/>
                  </a:lnTo>
                  <a:cubicBezTo>
                    <a:pt x="3841" y="7148"/>
                    <a:pt x="4013" y="7133"/>
                    <a:pt x="4185" y="7117"/>
                  </a:cubicBezTo>
                  <a:lnTo>
                    <a:pt x="4138" y="6851"/>
                  </a:lnTo>
                  <a:cubicBezTo>
                    <a:pt x="3982" y="6882"/>
                    <a:pt x="3825" y="6898"/>
                    <a:pt x="3652" y="6898"/>
                  </a:cubicBezTo>
                  <a:lnTo>
                    <a:pt x="3574" y="6882"/>
                  </a:lnTo>
                  <a:cubicBezTo>
                    <a:pt x="3308" y="6882"/>
                    <a:pt x="3041" y="6835"/>
                    <a:pt x="2775" y="675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2" name="Google Shape;7532;p26"/>
          <p:cNvGrpSpPr/>
          <p:nvPr/>
        </p:nvGrpSpPr>
        <p:grpSpPr>
          <a:xfrm>
            <a:off x="8014764" y="1787441"/>
            <a:ext cx="832278" cy="755422"/>
            <a:chOff x="7435952" y="276894"/>
            <a:chExt cx="1111483" cy="1008844"/>
          </a:xfrm>
        </p:grpSpPr>
        <p:sp>
          <p:nvSpPr>
            <p:cNvPr id="7533" name="Google Shape;7533;p26"/>
            <p:cNvSpPr/>
            <p:nvPr/>
          </p:nvSpPr>
          <p:spPr>
            <a:xfrm>
              <a:off x="8129850" y="867480"/>
              <a:ext cx="364813" cy="418258"/>
            </a:xfrm>
            <a:custGeom>
              <a:avLst/>
              <a:gdLst/>
              <a:ahLst/>
              <a:cxnLst/>
              <a:rect l="l" t="t" r="r" b="b"/>
              <a:pathLst>
                <a:path w="8669" h="9939" extrusionOk="0">
                  <a:moveTo>
                    <a:pt x="5330" y="1"/>
                  </a:moveTo>
                  <a:lnTo>
                    <a:pt x="1" y="7681"/>
                  </a:lnTo>
                  <a:lnTo>
                    <a:pt x="1615" y="9938"/>
                  </a:lnTo>
                  <a:cubicBezTo>
                    <a:pt x="1615" y="9938"/>
                    <a:pt x="8668" y="8042"/>
                    <a:pt x="8543" y="3480"/>
                  </a:cubicBezTo>
                  <a:cubicBezTo>
                    <a:pt x="7932" y="1537"/>
                    <a:pt x="5330" y="1"/>
                    <a:pt x="53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4" name="Google Shape;7534;p26"/>
            <p:cNvSpPr/>
            <p:nvPr/>
          </p:nvSpPr>
          <p:spPr>
            <a:xfrm>
              <a:off x="7435952" y="276894"/>
              <a:ext cx="959102" cy="937219"/>
            </a:xfrm>
            <a:custGeom>
              <a:avLst/>
              <a:gdLst/>
              <a:ahLst/>
              <a:cxnLst/>
              <a:rect l="l" t="t" r="r" b="b"/>
              <a:pathLst>
                <a:path w="22791" h="22271" extrusionOk="0">
                  <a:moveTo>
                    <a:pt x="10906" y="0"/>
                  </a:moveTo>
                  <a:cubicBezTo>
                    <a:pt x="6143" y="0"/>
                    <a:pt x="1714" y="3714"/>
                    <a:pt x="1756" y="4991"/>
                  </a:cubicBezTo>
                  <a:cubicBezTo>
                    <a:pt x="1928" y="10053"/>
                    <a:pt x="11192" y="10414"/>
                    <a:pt x="10471" y="13470"/>
                  </a:cubicBezTo>
                  <a:cubicBezTo>
                    <a:pt x="10258" y="13836"/>
                    <a:pt x="9713" y="13960"/>
                    <a:pt x="8984" y="13960"/>
                  </a:cubicBezTo>
                  <a:cubicBezTo>
                    <a:pt x="7470" y="13960"/>
                    <a:pt x="5161" y="13428"/>
                    <a:pt x="3378" y="13428"/>
                  </a:cubicBezTo>
                  <a:cubicBezTo>
                    <a:pt x="2156" y="13428"/>
                    <a:pt x="1180" y="13678"/>
                    <a:pt x="878" y="14521"/>
                  </a:cubicBezTo>
                  <a:cubicBezTo>
                    <a:pt x="0" y="16997"/>
                    <a:pt x="5659" y="19803"/>
                    <a:pt x="8292" y="20916"/>
                  </a:cubicBezTo>
                  <a:cubicBezTo>
                    <a:pt x="10532" y="21855"/>
                    <a:pt x="12785" y="22271"/>
                    <a:pt x="14676" y="22271"/>
                  </a:cubicBezTo>
                  <a:cubicBezTo>
                    <a:pt x="15657" y="22271"/>
                    <a:pt x="16540" y="22159"/>
                    <a:pt x="17273" y="21950"/>
                  </a:cubicBezTo>
                  <a:cubicBezTo>
                    <a:pt x="19139" y="21417"/>
                    <a:pt x="22665" y="18016"/>
                    <a:pt x="22744" y="14113"/>
                  </a:cubicBezTo>
                  <a:cubicBezTo>
                    <a:pt x="22791" y="11746"/>
                    <a:pt x="20800" y="7373"/>
                    <a:pt x="18700" y="4708"/>
                  </a:cubicBezTo>
                  <a:cubicBezTo>
                    <a:pt x="18135" y="3987"/>
                    <a:pt x="16317" y="915"/>
                    <a:pt x="12587" y="163"/>
                  </a:cubicBezTo>
                  <a:cubicBezTo>
                    <a:pt x="12026" y="51"/>
                    <a:pt x="11464" y="0"/>
                    <a:pt x="109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5" name="Google Shape;7535;p26"/>
            <p:cNvSpPr/>
            <p:nvPr/>
          </p:nvSpPr>
          <p:spPr>
            <a:xfrm>
              <a:off x="7720892" y="679498"/>
              <a:ext cx="123386" cy="237514"/>
            </a:xfrm>
            <a:custGeom>
              <a:avLst/>
              <a:gdLst/>
              <a:ahLst/>
              <a:cxnLst/>
              <a:rect l="l" t="t" r="r" b="b"/>
              <a:pathLst>
                <a:path w="2932" h="5644" extrusionOk="0">
                  <a:moveTo>
                    <a:pt x="674" y="1"/>
                  </a:moveTo>
                  <a:lnTo>
                    <a:pt x="674" y="1"/>
                  </a:lnTo>
                  <a:cubicBezTo>
                    <a:pt x="1098" y="2806"/>
                    <a:pt x="0" y="4624"/>
                    <a:pt x="0" y="4624"/>
                  </a:cubicBezTo>
                  <a:lnTo>
                    <a:pt x="2555" y="5643"/>
                  </a:lnTo>
                  <a:cubicBezTo>
                    <a:pt x="1615" y="3198"/>
                    <a:pt x="2932" y="1239"/>
                    <a:pt x="2932" y="1239"/>
                  </a:cubicBezTo>
                  <a:lnTo>
                    <a:pt x="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26"/>
            <p:cNvSpPr/>
            <p:nvPr/>
          </p:nvSpPr>
          <p:spPr>
            <a:xfrm>
              <a:off x="7561273" y="612881"/>
              <a:ext cx="142491" cy="246730"/>
            </a:xfrm>
            <a:custGeom>
              <a:avLst/>
              <a:gdLst/>
              <a:ahLst/>
              <a:cxnLst/>
              <a:rect l="l" t="t" r="r" b="b"/>
              <a:pathLst>
                <a:path w="3386" h="5863" extrusionOk="0">
                  <a:moveTo>
                    <a:pt x="878" y="0"/>
                  </a:moveTo>
                  <a:cubicBezTo>
                    <a:pt x="1019" y="3590"/>
                    <a:pt x="0" y="5722"/>
                    <a:pt x="0" y="5722"/>
                  </a:cubicBezTo>
                  <a:lnTo>
                    <a:pt x="2634" y="5863"/>
                  </a:lnTo>
                  <a:cubicBezTo>
                    <a:pt x="1819" y="3010"/>
                    <a:pt x="3386" y="1474"/>
                    <a:pt x="3386" y="1474"/>
                  </a:cubicBezTo>
                  <a:lnTo>
                    <a:pt x="8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26"/>
            <p:cNvSpPr/>
            <p:nvPr/>
          </p:nvSpPr>
          <p:spPr>
            <a:xfrm>
              <a:off x="7466924" y="294274"/>
              <a:ext cx="902417" cy="892864"/>
            </a:xfrm>
            <a:custGeom>
              <a:avLst/>
              <a:gdLst/>
              <a:ahLst/>
              <a:cxnLst/>
              <a:rect l="l" t="t" r="r" b="b"/>
              <a:pathLst>
                <a:path w="21444" h="21217" extrusionOk="0">
                  <a:moveTo>
                    <a:pt x="10024" y="0"/>
                  </a:moveTo>
                  <a:cubicBezTo>
                    <a:pt x="5564" y="0"/>
                    <a:pt x="1715" y="3185"/>
                    <a:pt x="1756" y="4405"/>
                  </a:cubicBezTo>
                  <a:cubicBezTo>
                    <a:pt x="988" y="8042"/>
                    <a:pt x="11020" y="10299"/>
                    <a:pt x="10330" y="13246"/>
                  </a:cubicBezTo>
                  <a:cubicBezTo>
                    <a:pt x="10054" y="13723"/>
                    <a:pt x="9157" y="13860"/>
                    <a:pt x="8019" y="13860"/>
                  </a:cubicBezTo>
                  <a:cubicBezTo>
                    <a:pt x="6510" y="13860"/>
                    <a:pt x="4578" y="13621"/>
                    <a:pt x="3102" y="13621"/>
                  </a:cubicBezTo>
                  <a:cubicBezTo>
                    <a:pt x="1966" y="13621"/>
                    <a:pt x="1101" y="13762"/>
                    <a:pt x="910" y="14264"/>
                  </a:cubicBezTo>
                  <a:cubicBezTo>
                    <a:pt x="1" y="16616"/>
                    <a:pt x="5408" y="18716"/>
                    <a:pt x="7948" y="19782"/>
                  </a:cubicBezTo>
                  <a:cubicBezTo>
                    <a:pt x="10246" y="20738"/>
                    <a:pt x="12413" y="21217"/>
                    <a:pt x="14217" y="21217"/>
                  </a:cubicBezTo>
                  <a:cubicBezTo>
                    <a:pt x="14984" y="21217"/>
                    <a:pt x="15685" y="21130"/>
                    <a:pt x="16302" y="20957"/>
                  </a:cubicBezTo>
                  <a:cubicBezTo>
                    <a:pt x="18120" y="20456"/>
                    <a:pt x="21334" y="17211"/>
                    <a:pt x="21412" y="13449"/>
                  </a:cubicBezTo>
                  <a:cubicBezTo>
                    <a:pt x="21443" y="11161"/>
                    <a:pt x="19703" y="7117"/>
                    <a:pt x="17697" y="4546"/>
                  </a:cubicBezTo>
                  <a:cubicBezTo>
                    <a:pt x="17149" y="3841"/>
                    <a:pt x="15393" y="894"/>
                    <a:pt x="11788" y="173"/>
                  </a:cubicBezTo>
                  <a:cubicBezTo>
                    <a:pt x="11194" y="54"/>
                    <a:pt x="10604" y="0"/>
                    <a:pt x="1002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26"/>
            <p:cNvSpPr/>
            <p:nvPr/>
          </p:nvSpPr>
          <p:spPr>
            <a:xfrm>
              <a:off x="7532236" y="902493"/>
              <a:ext cx="645503" cy="269875"/>
            </a:xfrm>
            <a:custGeom>
              <a:avLst/>
              <a:gdLst/>
              <a:ahLst/>
              <a:cxnLst/>
              <a:rect l="l" t="t" r="r" b="b"/>
              <a:pathLst>
                <a:path w="15339" h="6413" extrusionOk="0">
                  <a:moveTo>
                    <a:pt x="2099" y="1"/>
                  </a:moveTo>
                  <a:cubicBezTo>
                    <a:pt x="898" y="1"/>
                    <a:pt x="63" y="124"/>
                    <a:pt x="48" y="532"/>
                  </a:cubicBezTo>
                  <a:cubicBezTo>
                    <a:pt x="1" y="1771"/>
                    <a:pt x="1646" y="2978"/>
                    <a:pt x="6741" y="5172"/>
                  </a:cubicBezTo>
                  <a:cubicBezTo>
                    <a:pt x="8645" y="5982"/>
                    <a:pt x="10909" y="6413"/>
                    <a:pt x="12601" y="6413"/>
                  </a:cubicBezTo>
                  <a:cubicBezTo>
                    <a:pt x="13987" y="6413"/>
                    <a:pt x="14989" y="6124"/>
                    <a:pt x="15095" y="5517"/>
                  </a:cubicBezTo>
                  <a:cubicBezTo>
                    <a:pt x="15338" y="4195"/>
                    <a:pt x="11823" y="176"/>
                    <a:pt x="10209" y="176"/>
                  </a:cubicBezTo>
                  <a:cubicBezTo>
                    <a:pt x="10159" y="176"/>
                    <a:pt x="10110" y="179"/>
                    <a:pt x="10064" y="188"/>
                  </a:cubicBezTo>
                  <a:cubicBezTo>
                    <a:pt x="9657" y="259"/>
                    <a:pt x="9132" y="286"/>
                    <a:pt x="8535" y="286"/>
                  </a:cubicBezTo>
                  <a:cubicBezTo>
                    <a:pt x="6605" y="286"/>
                    <a:pt x="3927" y="1"/>
                    <a:pt x="2099"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26"/>
            <p:cNvSpPr/>
            <p:nvPr/>
          </p:nvSpPr>
          <p:spPr>
            <a:xfrm>
              <a:off x="7554035" y="407013"/>
              <a:ext cx="606198" cy="522202"/>
            </a:xfrm>
            <a:custGeom>
              <a:avLst/>
              <a:gdLst/>
              <a:ahLst/>
              <a:cxnLst/>
              <a:rect l="l" t="t" r="r" b="b"/>
              <a:pathLst>
                <a:path w="14405" h="12409" extrusionOk="0">
                  <a:moveTo>
                    <a:pt x="3614" y="0"/>
                  </a:moveTo>
                  <a:cubicBezTo>
                    <a:pt x="2476" y="0"/>
                    <a:pt x="0" y="2670"/>
                    <a:pt x="1379" y="3419"/>
                  </a:cubicBezTo>
                  <a:cubicBezTo>
                    <a:pt x="5392" y="5613"/>
                    <a:pt x="11458" y="12228"/>
                    <a:pt x="11944" y="12385"/>
                  </a:cubicBezTo>
                  <a:cubicBezTo>
                    <a:pt x="11993" y="12401"/>
                    <a:pt x="12050" y="12408"/>
                    <a:pt x="12113" y="12408"/>
                  </a:cubicBezTo>
                  <a:cubicBezTo>
                    <a:pt x="12783" y="12408"/>
                    <a:pt x="14115" y="11537"/>
                    <a:pt x="14201" y="10849"/>
                  </a:cubicBezTo>
                  <a:cubicBezTo>
                    <a:pt x="14405" y="9172"/>
                    <a:pt x="5047" y="347"/>
                    <a:pt x="3762" y="18"/>
                  </a:cubicBezTo>
                  <a:cubicBezTo>
                    <a:pt x="3716" y="6"/>
                    <a:pt x="3666" y="0"/>
                    <a:pt x="36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0" name="Google Shape;7540;p26"/>
            <p:cNvSpPr/>
            <p:nvPr/>
          </p:nvSpPr>
          <p:spPr>
            <a:xfrm>
              <a:off x="7667195" y="350707"/>
              <a:ext cx="583390" cy="501245"/>
            </a:xfrm>
            <a:custGeom>
              <a:avLst/>
              <a:gdLst/>
              <a:ahLst/>
              <a:cxnLst/>
              <a:rect l="l" t="t" r="r" b="b"/>
              <a:pathLst>
                <a:path w="13863" h="11911" extrusionOk="0">
                  <a:moveTo>
                    <a:pt x="4311" y="1"/>
                  </a:moveTo>
                  <a:cubicBezTo>
                    <a:pt x="2794" y="1"/>
                    <a:pt x="0" y="503"/>
                    <a:pt x="1323" y="1826"/>
                  </a:cubicBezTo>
                  <a:cubicBezTo>
                    <a:pt x="3957" y="4459"/>
                    <a:pt x="11386" y="11763"/>
                    <a:pt x="11778" y="11889"/>
                  </a:cubicBezTo>
                  <a:cubicBezTo>
                    <a:pt x="11818" y="11904"/>
                    <a:pt x="11865" y="11911"/>
                    <a:pt x="11916" y="11911"/>
                  </a:cubicBezTo>
                  <a:cubicBezTo>
                    <a:pt x="12462" y="11911"/>
                    <a:pt x="13558" y="11116"/>
                    <a:pt x="13644" y="10557"/>
                  </a:cubicBezTo>
                  <a:cubicBezTo>
                    <a:pt x="13863" y="9177"/>
                    <a:pt x="6120" y="368"/>
                    <a:pt x="5070" y="70"/>
                  </a:cubicBezTo>
                  <a:cubicBezTo>
                    <a:pt x="4917" y="25"/>
                    <a:pt x="4645" y="1"/>
                    <a:pt x="4311"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1" name="Google Shape;7541;p26"/>
            <p:cNvSpPr/>
            <p:nvPr/>
          </p:nvSpPr>
          <p:spPr>
            <a:xfrm>
              <a:off x="7878659" y="341281"/>
              <a:ext cx="470230" cy="445107"/>
            </a:xfrm>
            <a:custGeom>
              <a:avLst/>
              <a:gdLst/>
              <a:ahLst/>
              <a:cxnLst/>
              <a:rect l="l" t="t" r="r" b="b"/>
              <a:pathLst>
                <a:path w="11174" h="10577" extrusionOk="0">
                  <a:moveTo>
                    <a:pt x="1017" y="1"/>
                  </a:moveTo>
                  <a:cubicBezTo>
                    <a:pt x="351" y="1"/>
                    <a:pt x="1" y="154"/>
                    <a:pt x="546" y="624"/>
                  </a:cubicBezTo>
                  <a:cubicBezTo>
                    <a:pt x="3164" y="2896"/>
                    <a:pt x="8399" y="10342"/>
                    <a:pt x="8791" y="10483"/>
                  </a:cubicBezTo>
                  <a:cubicBezTo>
                    <a:pt x="8948" y="10540"/>
                    <a:pt x="9232" y="10577"/>
                    <a:pt x="9544" y="10577"/>
                  </a:cubicBezTo>
                  <a:cubicBezTo>
                    <a:pt x="10169" y="10577"/>
                    <a:pt x="10907" y="10430"/>
                    <a:pt x="10970" y="10013"/>
                  </a:cubicBezTo>
                  <a:cubicBezTo>
                    <a:pt x="11173" y="8649"/>
                    <a:pt x="5217" y="780"/>
                    <a:pt x="4167" y="483"/>
                  </a:cubicBezTo>
                  <a:cubicBezTo>
                    <a:pt x="3663" y="333"/>
                    <a:pt x="1998" y="1"/>
                    <a:pt x="10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26"/>
            <p:cNvSpPr/>
            <p:nvPr/>
          </p:nvSpPr>
          <p:spPr>
            <a:xfrm>
              <a:off x="7553151" y="400533"/>
              <a:ext cx="587303" cy="506126"/>
            </a:xfrm>
            <a:custGeom>
              <a:avLst/>
              <a:gdLst/>
              <a:ahLst/>
              <a:cxnLst/>
              <a:rect l="l" t="t" r="r" b="b"/>
              <a:pathLst>
                <a:path w="13956" h="12027" extrusionOk="0">
                  <a:moveTo>
                    <a:pt x="2832" y="0"/>
                  </a:moveTo>
                  <a:cubicBezTo>
                    <a:pt x="1736" y="0"/>
                    <a:pt x="1" y="1406"/>
                    <a:pt x="507" y="2852"/>
                  </a:cubicBezTo>
                  <a:cubicBezTo>
                    <a:pt x="946" y="4075"/>
                    <a:pt x="3986" y="5532"/>
                    <a:pt x="6698" y="7648"/>
                  </a:cubicBezTo>
                  <a:cubicBezTo>
                    <a:pt x="8767" y="9278"/>
                    <a:pt x="11589" y="11990"/>
                    <a:pt x="11965" y="12022"/>
                  </a:cubicBezTo>
                  <a:cubicBezTo>
                    <a:pt x="11996" y="12025"/>
                    <a:pt x="12028" y="12026"/>
                    <a:pt x="12062" y="12026"/>
                  </a:cubicBezTo>
                  <a:cubicBezTo>
                    <a:pt x="12685" y="12026"/>
                    <a:pt x="13677" y="11482"/>
                    <a:pt x="13752" y="10768"/>
                  </a:cubicBezTo>
                  <a:cubicBezTo>
                    <a:pt x="13955" y="9090"/>
                    <a:pt x="4378" y="344"/>
                    <a:pt x="3093" y="31"/>
                  </a:cubicBezTo>
                  <a:cubicBezTo>
                    <a:pt x="3012" y="10"/>
                    <a:pt x="2924" y="0"/>
                    <a:pt x="28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26"/>
            <p:cNvSpPr/>
            <p:nvPr/>
          </p:nvSpPr>
          <p:spPr>
            <a:xfrm>
              <a:off x="7701282" y="337956"/>
              <a:ext cx="540087" cy="484201"/>
            </a:xfrm>
            <a:custGeom>
              <a:avLst/>
              <a:gdLst/>
              <a:ahLst/>
              <a:cxnLst/>
              <a:rect l="l" t="t" r="r" b="b"/>
              <a:pathLst>
                <a:path w="12834" h="11506" extrusionOk="0">
                  <a:moveTo>
                    <a:pt x="2885" y="1"/>
                  </a:moveTo>
                  <a:cubicBezTo>
                    <a:pt x="1554" y="1"/>
                    <a:pt x="0" y="460"/>
                    <a:pt x="482" y="1424"/>
                  </a:cubicBezTo>
                  <a:cubicBezTo>
                    <a:pt x="827" y="2098"/>
                    <a:pt x="3539" y="3681"/>
                    <a:pt x="6062" y="6236"/>
                  </a:cubicBezTo>
                  <a:cubicBezTo>
                    <a:pt x="8586" y="8806"/>
                    <a:pt x="10592" y="11424"/>
                    <a:pt x="10921" y="11487"/>
                  </a:cubicBezTo>
                  <a:cubicBezTo>
                    <a:pt x="10980" y="11500"/>
                    <a:pt x="11041" y="11506"/>
                    <a:pt x="11104" y="11506"/>
                  </a:cubicBezTo>
                  <a:cubicBezTo>
                    <a:pt x="11648" y="11506"/>
                    <a:pt x="12317" y="11040"/>
                    <a:pt x="12457" y="10436"/>
                  </a:cubicBezTo>
                  <a:cubicBezTo>
                    <a:pt x="12834" y="8932"/>
                    <a:pt x="5326" y="734"/>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26"/>
            <p:cNvSpPr/>
            <p:nvPr/>
          </p:nvSpPr>
          <p:spPr>
            <a:xfrm>
              <a:off x="7905761" y="325542"/>
              <a:ext cx="423981" cy="434207"/>
            </a:xfrm>
            <a:custGeom>
              <a:avLst/>
              <a:gdLst/>
              <a:ahLst/>
              <a:cxnLst/>
              <a:rect l="l" t="t" r="r" b="b"/>
              <a:pathLst>
                <a:path w="10075" h="10318" extrusionOk="0">
                  <a:moveTo>
                    <a:pt x="717" y="1"/>
                  </a:moveTo>
                  <a:cubicBezTo>
                    <a:pt x="265" y="1"/>
                    <a:pt x="0" y="143"/>
                    <a:pt x="153" y="527"/>
                  </a:cubicBezTo>
                  <a:cubicBezTo>
                    <a:pt x="372" y="1107"/>
                    <a:pt x="3162" y="3458"/>
                    <a:pt x="5012" y="5747"/>
                  </a:cubicBezTo>
                  <a:cubicBezTo>
                    <a:pt x="6877" y="8035"/>
                    <a:pt x="7880" y="10120"/>
                    <a:pt x="8147" y="10214"/>
                  </a:cubicBezTo>
                  <a:cubicBezTo>
                    <a:pt x="8323" y="10271"/>
                    <a:pt x="8678" y="10317"/>
                    <a:pt x="9030" y="10317"/>
                  </a:cubicBezTo>
                  <a:cubicBezTo>
                    <a:pt x="9556" y="10317"/>
                    <a:pt x="10075" y="10213"/>
                    <a:pt x="9981" y="9885"/>
                  </a:cubicBezTo>
                  <a:cubicBezTo>
                    <a:pt x="8727" y="5574"/>
                    <a:pt x="4667" y="1389"/>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26"/>
            <p:cNvSpPr/>
            <p:nvPr/>
          </p:nvSpPr>
          <p:spPr>
            <a:xfrm>
              <a:off x="7521674" y="894118"/>
              <a:ext cx="636287" cy="269202"/>
            </a:xfrm>
            <a:custGeom>
              <a:avLst/>
              <a:gdLst/>
              <a:ahLst/>
              <a:cxnLst/>
              <a:rect l="l" t="t" r="r" b="b"/>
              <a:pathLst>
                <a:path w="15120" h="6397" extrusionOk="0">
                  <a:moveTo>
                    <a:pt x="1787" y="1"/>
                  </a:moveTo>
                  <a:cubicBezTo>
                    <a:pt x="754" y="1"/>
                    <a:pt x="57" y="121"/>
                    <a:pt x="48" y="496"/>
                  </a:cubicBezTo>
                  <a:cubicBezTo>
                    <a:pt x="1" y="1750"/>
                    <a:pt x="2038" y="3067"/>
                    <a:pt x="6992" y="5183"/>
                  </a:cubicBezTo>
                  <a:cubicBezTo>
                    <a:pt x="8837" y="5968"/>
                    <a:pt x="10981" y="6397"/>
                    <a:pt x="12574" y="6397"/>
                  </a:cubicBezTo>
                  <a:cubicBezTo>
                    <a:pt x="13876" y="6397"/>
                    <a:pt x="14808" y="6110"/>
                    <a:pt x="14907" y="5496"/>
                  </a:cubicBezTo>
                  <a:cubicBezTo>
                    <a:pt x="15119" y="4177"/>
                    <a:pt x="11606" y="247"/>
                    <a:pt x="10043" y="247"/>
                  </a:cubicBezTo>
                  <a:cubicBezTo>
                    <a:pt x="9990" y="247"/>
                    <a:pt x="9939" y="252"/>
                    <a:pt x="9891" y="261"/>
                  </a:cubicBezTo>
                  <a:cubicBezTo>
                    <a:pt x="9505" y="338"/>
                    <a:pt x="9005" y="368"/>
                    <a:pt x="8436" y="368"/>
                  </a:cubicBezTo>
                  <a:cubicBezTo>
                    <a:pt x="6443" y="368"/>
                    <a:pt x="3598" y="1"/>
                    <a:pt x="17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6" name="Google Shape;7546;p26"/>
            <p:cNvSpPr/>
            <p:nvPr/>
          </p:nvSpPr>
          <p:spPr>
            <a:xfrm>
              <a:off x="8086337" y="787439"/>
              <a:ext cx="325214" cy="322815"/>
            </a:xfrm>
            <a:custGeom>
              <a:avLst/>
              <a:gdLst/>
              <a:ahLst/>
              <a:cxnLst/>
              <a:rect l="l" t="t" r="r" b="b"/>
              <a:pathLst>
                <a:path w="7728" h="7671" extrusionOk="0">
                  <a:moveTo>
                    <a:pt x="5294" y="0"/>
                  </a:moveTo>
                  <a:cubicBezTo>
                    <a:pt x="4546" y="0"/>
                    <a:pt x="604" y="2937"/>
                    <a:pt x="314" y="3533"/>
                  </a:cubicBezTo>
                  <a:cubicBezTo>
                    <a:pt x="0" y="4144"/>
                    <a:pt x="2241" y="7671"/>
                    <a:pt x="2727" y="7671"/>
                  </a:cubicBezTo>
                  <a:cubicBezTo>
                    <a:pt x="5031" y="7671"/>
                    <a:pt x="7727" y="633"/>
                    <a:pt x="5345" y="6"/>
                  </a:cubicBezTo>
                  <a:cubicBezTo>
                    <a:pt x="5330" y="2"/>
                    <a:pt x="5313" y="0"/>
                    <a:pt x="529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7" name="Google Shape;7547;p26"/>
            <p:cNvSpPr/>
            <p:nvPr/>
          </p:nvSpPr>
          <p:spPr>
            <a:xfrm>
              <a:off x="8102160" y="794719"/>
              <a:ext cx="300174" cy="298407"/>
            </a:xfrm>
            <a:custGeom>
              <a:avLst/>
              <a:gdLst/>
              <a:ahLst/>
              <a:cxnLst/>
              <a:rect l="l" t="t" r="r" b="b"/>
              <a:pathLst>
                <a:path w="7133" h="7091" extrusionOk="0">
                  <a:moveTo>
                    <a:pt x="4892" y="0"/>
                  </a:moveTo>
                  <a:cubicBezTo>
                    <a:pt x="4206" y="0"/>
                    <a:pt x="542" y="2731"/>
                    <a:pt x="282" y="3281"/>
                  </a:cubicBezTo>
                  <a:cubicBezTo>
                    <a:pt x="0" y="3846"/>
                    <a:pt x="2069" y="7090"/>
                    <a:pt x="2508" y="7090"/>
                  </a:cubicBezTo>
                  <a:cubicBezTo>
                    <a:pt x="4640" y="7090"/>
                    <a:pt x="7132" y="601"/>
                    <a:pt x="4938" y="6"/>
                  </a:cubicBezTo>
                  <a:cubicBezTo>
                    <a:pt x="4924" y="2"/>
                    <a:pt x="4909" y="0"/>
                    <a:pt x="48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48" name="Google Shape;7548;p26"/>
            <p:cNvGrpSpPr/>
            <p:nvPr/>
          </p:nvGrpSpPr>
          <p:grpSpPr>
            <a:xfrm>
              <a:off x="7493310" y="287036"/>
              <a:ext cx="881292" cy="908309"/>
              <a:chOff x="7493310" y="287036"/>
              <a:chExt cx="881292" cy="908309"/>
            </a:xfrm>
          </p:grpSpPr>
          <p:sp>
            <p:nvSpPr>
              <p:cNvPr id="7549" name="Google Shape;7549;p26"/>
              <p:cNvSpPr/>
              <p:nvPr/>
            </p:nvSpPr>
            <p:spPr>
              <a:xfrm>
                <a:off x="7582357" y="575259"/>
                <a:ext cx="28406" cy="27774"/>
              </a:xfrm>
              <a:custGeom>
                <a:avLst/>
                <a:gdLst/>
                <a:ahLst/>
                <a:cxnLst/>
                <a:rect l="l" t="t" r="r" b="b"/>
                <a:pathLst>
                  <a:path w="675" h="660" extrusionOk="0">
                    <a:moveTo>
                      <a:pt x="283" y="1"/>
                    </a:moveTo>
                    <a:lnTo>
                      <a:pt x="1" y="283"/>
                    </a:lnTo>
                    <a:lnTo>
                      <a:pt x="393" y="659"/>
                    </a:lnTo>
                    <a:lnTo>
                      <a:pt x="675" y="377"/>
                    </a:lnTo>
                    <a:lnTo>
                      <a:pt x="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26"/>
              <p:cNvSpPr/>
              <p:nvPr/>
            </p:nvSpPr>
            <p:spPr>
              <a:xfrm>
                <a:off x="7626585" y="610230"/>
                <a:ext cx="29037" cy="27774"/>
              </a:xfrm>
              <a:custGeom>
                <a:avLst/>
                <a:gdLst/>
                <a:ahLst/>
                <a:cxnLst/>
                <a:rect l="l" t="t" r="r" b="b"/>
                <a:pathLst>
                  <a:path w="690" h="660" extrusionOk="0">
                    <a:moveTo>
                      <a:pt x="251" y="1"/>
                    </a:moveTo>
                    <a:lnTo>
                      <a:pt x="0" y="314"/>
                    </a:lnTo>
                    <a:lnTo>
                      <a:pt x="439" y="659"/>
                    </a:lnTo>
                    <a:lnTo>
                      <a:pt x="690" y="346"/>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1" name="Google Shape;7551;p26"/>
              <p:cNvSpPr/>
              <p:nvPr/>
            </p:nvSpPr>
            <p:spPr>
              <a:xfrm>
                <a:off x="7672750" y="641245"/>
                <a:ext cx="29037" cy="27101"/>
              </a:xfrm>
              <a:custGeom>
                <a:avLst/>
                <a:gdLst/>
                <a:ahLst/>
                <a:cxnLst/>
                <a:rect l="l" t="t" r="r" b="b"/>
                <a:pathLst>
                  <a:path w="690" h="644" extrusionOk="0">
                    <a:moveTo>
                      <a:pt x="251" y="0"/>
                    </a:moveTo>
                    <a:lnTo>
                      <a:pt x="0" y="314"/>
                    </a:lnTo>
                    <a:lnTo>
                      <a:pt x="439" y="643"/>
                    </a:lnTo>
                    <a:lnTo>
                      <a:pt x="690" y="330"/>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2" name="Google Shape;7552;p26"/>
              <p:cNvSpPr/>
              <p:nvPr/>
            </p:nvSpPr>
            <p:spPr>
              <a:xfrm>
                <a:off x="7712981" y="668304"/>
                <a:ext cx="28406" cy="27059"/>
              </a:xfrm>
              <a:custGeom>
                <a:avLst/>
                <a:gdLst/>
                <a:ahLst/>
                <a:cxnLst/>
                <a:rect l="l" t="t" r="r" b="b"/>
                <a:pathLst>
                  <a:path w="675" h="643" extrusionOk="0">
                    <a:moveTo>
                      <a:pt x="251" y="0"/>
                    </a:moveTo>
                    <a:lnTo>
                      <a:pt x="0" y="314"/>
                    </a:lnTo>
                    <a:lnTo>
                      <a:pt x="439" y="643"/>
                    </a:lnTo>
                    <a:lnTo>
                      <a:pt x="674" y="329"/>
                    </a:lnTo>
                    <a:lnTo>
                      <a:pt x="2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26"/>
              <p:cNvSpPr/>
              <p:nvPr/>
            </p:nvSpPr>
            <p:spPr>
              <a:xfrm>
                <a:off x="7753212" y="691365"/>
                <a:ext cx="28406" cy="27101"/>
              </a:xfrm>
              <a:custGeom>
                <a:avLst/>
                <a:gdLst/>
                <a:ahLst/>
                <a:cxnLst/>
                <a:rect l="l" t="t" r="r" b="b"/>
                <a:pathLst>
                  <a:path w="675" h="644" extrusionOk="0">
                    <a:moveTo>
                      <a:pt x="251" y="1"/>
                    </a:moveTo>
                    <a:lnTo>
                      <a:pt x="1" y="314"/>
                    </a:lnTo>
                    <a:lnTo>
                      <a:pt x="439"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26"/>
              <p:cNvSpPr/>
              <p:nvPr/>
            </p:nvSpPr>
            <p:spPr>
              <a:xfrm>
                <a:off x="7798745" y="719728"/>
                <a:ext cx="28406" cy="27101"/>
              </a:xfrm>
              <a:custGeom>
                <a:avLst/>
                <a:gdLst/>
                <a:ahLst/>
                <a:cxnLst/>
                <a:rect l="l" t="t" r="r" b="b"/>
                <a:pathLst>
                  <a:path w="675" h="644" extrusionOk="0">
                    <a:moveTo>
                      <a:pt x="251" y="1"/>
                    </a:moveTo>
                    <a:lnTo>
                      <a:pt x="0" y="314"/>
                    </a:lnTo>
                    <a:lnTo>
                      <a:pt x="439" y="643"/>
                    </a:lnTo>
                    <a:lnTo>
                      <a:pt x="674"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5" name="Google Shape;7555;p26"/>
              <p:cNvSpPr/>
              <p:nvPr/>
            </p:nvSpPr>
            <p:spPr>
              <a:xfrm>
                <a:off x="7850170" y="759959"/>
                <a:ext cx="28406" cy="27101"/>
              </a:xfrm>
              <a:custGeom>
                <a:avLst/>
                <a:gdLst/>
                <a:ahLst/>
                <a:cxnLst/>
                <a:rect l="l" t="t" r="r" b="b"/>
                <a:pathLst>
                  <a:path w="675" h="644" extrusionOk="0">
                    <a:moveTo>
                      <a:pt x="251" y="1"/>
                    </a:moveTo>
                    <a:lnTo>
                      <a:pt x="1" y="314"/>
                    </a:lnTo>
                    <a:lnTo>
                      <a:pt x="440" y="643"/>
                    </a:lnTo>
                    <a:lnTo>
                      <a:pt x="675" y="330"/>
                    </a:lnTo>
                    <a:lnTo>
                      <a:pt x="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26"/>
              <p:cNvSpPr/>
              <p:nvPr/>
            </p:nvSpPr>
            <p:spPr>
              <a:xfrm>
                <a:off x="7887791" y="804819"/>
                <a:ext cx="21799" cy="26428"/>
              </a:xfrm>
              <a:custGeom>
                <a:avLst/>
                <a:gdLst/>
                <a:ahLst/>
                <a:cxnLst/>
                <a:rect l="l" t="t" r="r" b="b"/>
                <a:pathLst>
                  <a:path w="518" h="628" extrusionOk="0">
                    <a:moveTo>
                      <a:pt x="392" y="1"/>
                    </a:moveTo>
                    <a:lnTo>
                      <a:pt x="0" y="79"/>
                    </a:lnTo>
                    <a:lnTo>
                      <a:pt x="125" y="628"/>
                    </a:lnTo>
                    <a:lnTo>
                      <a:pt x="517" y="534"/>
                    </a:lnTo>
                    <a:lnTo>
                      <a:pt x="39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26"/>
              <p:cNvSpPr/>
              <p:nvPr/>
            </p:nvSpPr>
            <p:spPr>
              <a:xfrm>
                <a:off x="7867339" y="852330"/>
                <a:ext cx="27732" cy="23777"/>
              </a:xfrm>
              <a:custGeom>
                <a:avLst/>
                <a:gdLst/>
                <a:ahLst/>
                <a:cxnLst/>
                <a:rect l="l" t="t" r="r" b="b"/>
                <a:pathLst>
                  <a:path w="659" h="565" extrusionOk="0">
                    <a:moveTo>
                      <a:pt x="486" y="0"/>
                    </a:moveTo>
                    <a:lnTo>
                      <a:pt x="0" y="251"/>
                    </a:lnTo>
                    <a:lnTo>
                      <a:pt x="173" y="564"/>
                    </a:lnTo>
                    <a:lnTo>
                      <a:pt x="658" y="329"/>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8" name="Google Shape;7558;p26"/>
              <p:cNvSpPr/>
              <p:nvPr/>
            </p:nvSpPr>
            <p:spPr>
              <a:xfrm>
                <a:off x="7828413" y="871436"/>
                <a:ext cx="24450" cy="15865"/>
              </a:xfrm>
              <a:custGeom>
                <a:avLst/>
                <a:gdLst/>
                <a:ahLst/>
                <a:cxnLst/>
                <a:rect l="l" t="t" r="r" b="b"/>
                <a:pathLst>
                  <a:path w="581" h="377" extrusionOk="0">
                    <a:moveTo>
                      <a:pt x="549" y="1"/>
                    </a:moveTo>
                    <a:lnTo>
                      <a:pt x="0" y="16"/>
                    </a:lnTo>
                    <a:lnTo>
                      <a:pt x="32" y="377"/>
                    </a:lnTo>
                    <a:lnTo>
                      <a:pt x="580"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9" name="Google Shape;7559;p26"/>
              <p:cNvSpPr/>
              <p:nvPr/>
            </p:nvSpPr>
            <p:spPr>
              <a:xfrm>
                <a:off x="7774968" y="868153"/>
                <a:ext cx="23819" cy="15865"/>
              </a:xfrm>
              <a:custGeom>
                <a:avLst/>
                <a:gdLst/>
                <a:ahLst/>
                <a:cxnLst/>
                <a:rect l="l" t="t" r="r" b="b"/>
                <a:pathLst>
                  <a:path w="566" h="377" extrusionOk="0">
                    <a:moveTo>
                      <a:pt x="549" y="0"/>
                    </a:moveTo>
                    <a:lnTo>
                      <a:pt x="1" y="32"/>
                    </a:lnTo>
                    <a:lnTo>
                      <a:pt x="16" y="377"/>
                    </a:lnTo>
                    <a:lnTo>
                      <a:pt x="565"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26"/>
              <p:cNvSpPr/>
              <p:nvPr/>
            </p:nvSpPr>
            <p:spPr>
              <a:xfrm>
                <a:off x="7717610" y="864871"/>
                <a:ext cx="24450" cy="15865"/>
              </a:xfrm>
              <a:custGeom>
                <a:avLst/>
                <a:gdLst/>
                <a:ahLst/>
                <a:cxnLst/>
                <a:rect l="l" t="t" r="r" b="b"/>
                <a:pathLst>
                  <a:path w="581" h="377" extrusionOk="0">
                    <a:moveTo>
                      <a:pt x="549" y="0"/>
                    </a:moveTo>
                    <a:lnTo>
                      <a:pt x="0" y="16"/>
                    </a:lnTo>
                    <a:lnTo>
                      <a:pt x="31" y="376"/>
                    </a:lnTo>
                    <a:lnTo>
                      <a:pt x="580" y="345"/>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26"/>
              <p:cNvSpPr/>
              <p:nvPr/>
            </p:nvSpPr>
            <p:spPr>
              <a:xfrm>
                <a:off x="7664838" y="861546"/>
                <a:ext cx="23777" cy="15865"/>
              </a:xfrm>
              <a:custGeom>
                <a:avLst/>
                <a:gdLst/>
                <a:ahLst/>
                <a:cxnLst/>
                <a:rect l="l" t="t" r="r" b="b"/>
                <a:pathLst>
                  <a:path w="565" h="377" extrusionOk="0">
                    <a:moveTo>
                      <a:pt x="549" y="1"/>
                    </a:moveTo>
                    <a:lnTo>
                      <a:pt x="0" y="16"/>
                    </a:lnTo>
                    <a:lnTo>
                      <a:pt x="16" y="377"/>
                    </a:lnTo>
                    <a:lnTo>
                      <a:pt x="564"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2" name="Google Shape;7562;p26"/>
              <p:cNvSpPr/>
              <p:nvPr/>
            </p:nvSpPr>
            <p:spPr>
              <a:xfrm>
                <a:off x="7610720" y="857591"/>
                <a:ext cx="23819" cy="15865"/>
              </a:xfrm>
              <a:custGeom>
                <a:avLst/>
                <a:gdLst/>
                <a:ahLst/>
                <a:cxnLst/>
                <a:rect l="l" t="t" r="r" b="b"/>
                <a:pathLst>
                  <a:path w="566" h="377" extrusionOk="0">
                    <a:moveTo>
                      <a:pt x="549" y="1"/>
                    </a:moveTo>
                    <a:lnTo>
                      <a:pt x="1" y="32"/>
                    </a:lnTo>
                    <a:lnTo>
                      <a:pt x="17"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3" name="Google Shape;7563;p26"/>
              <p:cNvSpPr/>
              <p:nvPr/>
            </p:nvSpPr>
            <p:spPr>
              <a:xfrm>
                <a:off x="7561273" y="859569"/>
                <a:ext cx="23777" cy="15865"/>
              </a:xfrm>
              <a:custGeom>
                <a:avLst/>
                <a:gdLst/>
                <a:ahLst/>
                <a:cxnLst/>
                <a:rect l="l" t="t" r="r" b="b"/>
                <a:pathLst>
                  <a:path w="565" h="377" extrusionOk="0">
                    <a:moveTo>
                      <a:pt x="549" y="1"/>
                    </a:moveTo>
                    <a:lnTo>
                      <a:pt x="0" y="16"/>
                    </a:lnTo>
                    <a:lnTo>
                      <a:pt x="16" y="377"/>
                    </a:lnTo>
                    <a:lnTo>
                      <a:pt x="565" y="361"/>
                    </a:lnTo>
                    <a:lnTo>
                      <a:pt x="5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26"/>
              <p:cNvSpPr/>
              <p:nvPr/>
            </p:nvSpPr>
            <p:spPr>
              <a:xfrm>
                <a:off x="7499917" y="871436"/>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26"/>
              <p:cNvSpPr/>
              <p:nvPr/>
            </p:nvSpPr>
            <p:spPr>
              <a:xfrm>
                <a:off x="7493310" y="920252"/>
                <a:ext cx="21167" cy="26428"/>
              </a:xfrm>
              <a:custGeom>
                <a:avLst/>
                <a:gdLst/>
                <a:ahLst/>
                <a:cxnLst/>
                <a:rect l="l" t="t" r="r" b="b"/>
                <a:pathLst>
                  <a:path w="503" h="628" extrusionOk="0">
                    <a:moveTo>
                      <a:pt x="330" y="1"/>
                    </a:moveTo>
                    <a:lnTo>
                      <a:pt x="1" y="110"/>
                    </a:lnTo>
                    <a:lnTo>
                      <a:pt x="173" y="628"/>
                    </a:lnTo>
                    <a:lnTo>
                      <a:pt x="502" y="518"/>
                    </a:lnTo>
                    <a:lnTo>
                      <a:pt x="33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6" name="Google Shape;7566;p26"/>
              <p:cNvSpPr/>
              <p:nvPr/>
            </p:nvSpPr>
            <p:spPr>
              <a:xfrm>
                <a:off x="7528954" y="975674"/>
                <a:ext cx="27732" cy="25754"/>
              </a:xfrm>
              <a:custGeom>
                <a:avLst/>
                <a:gdLst/>
                <a:ahLst/>
                <a:cxnLst/>
                <a:rect l="l" t="t" r="r" b="b"/>
                <a:pathLst>
                  <a:path w="659" h="612" extrusionOk="0">
                    <a:moveTo>
                      <a:pt x="204" y="0"/>
                    </a:moveTo>
                    <a:lnTo>
                      <a:pt x="0" y="298"/>
                    </a:lnTo>
                    <a:lnTo>
                      <a:pt x="455" y="612"/>
                    </a:lnTo>
                    <a:lnTo>
                      <a:pt x="659" y="314"/>
                    </a:lnTo>
                    <a:lnTo>
                      <a:pt x="2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7" name="Google Shape;7567;p26"/>
              <p:cNvSpPr/>
              <p:nvPr/>
            </p:nvSpPr>
            <p:spPr>
              <a:xfrm>
                <a:off x="7582357" y="1016578"/>
                <a:ext cx="27101" cy="25754"/>
              </a:xfrm>
              <a:custGeom>
                <a:avLst/>
                <a:gdLst/>
                <a:ahLst/>
                <a:cxnLst/>
                <a:rect l="l" t="t" r="r" b="b"/>
                <a:pathLst>
                  <a:path w="644" h="612" extrusionOk="0">
                    <a:moveTo>
                      <a:pt x="189" y="0"/>
                    </a:moveTo>
                    <a:lnTo>
                      <a:pt x="1" y="298"/>
                    </a:lnTo>
                    <a:lnTo>
                      <a:pt x="440" y="611"/>
                    </a:lnTo>
                    <a:lnTo>
                      <a:pt x="644" y="314"/>
                    </a:lnTo>
                    <a:lnTo>
                      <a:pt x="18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26"/>
              <p:cNvSpPr/>
              <p:nvPr/>
            </p:nvSpPr>
            <p:spPr>
              <a:xfrm>
                <a:off x="7631172" y="1044269"/>
                <a:ext cx="27101" cy="25754"/>
              </a:xfrm>
              <a:custGeom>
                <a:avLst/>
                <a:gdLst/>
                <a:ahLst/>
                <a:cxnLst/>
                <a:rect l="l" t="t" r="r" b="b"/>
                <a:pathLst>
                  <a:path w="644" h="612" extrusionOk="0">
                    <a:moveTo>
                      <a:pt x="205" y="0"/>
                    </a:moveTo>
                    <a:lnTo>
                      <a:pt x="1" y="298"/>
                    </a:lnTo>
                    <a:lnTo>
                      <a:pt x="455" y="612"/>
                    </a:lnTo>
                    <a:lnTo>
                      <a:pt x="643" y="314"/>
                    </a:lnTo>
                    <a:lnTo>
                      <a:pt x="20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26"/>
              <p:cNvSpPr/>
              <p:nvPr/>
            </p:nvSpPr>
            <p:spPr>
              <a:xfrm>
                <a:off x="7689246" y="1074610"/>
                <a:ext cx="26428" cy="21799"/>
              </a:xfrm>
              <a:custGeom>
                <a:avLst/>
                <a:gdLst/>
                <a:ahLst/>
                <a:cxnLst/>
                <a:rect l="l" t="t" r="r" b="b"/>
                <a:pathLst>
                  <a:path w="628" h="518" extrusionOk="0">
                    <a:moveTo>
                      <a:pt x="110" y="0"/>
                    </a:moveTo>
                    <a:lnTo>
                      <a:pt x="0" y="330"/>
                    </a:lnTo>
                    <a:lnTo>
                      <a:pt x="502"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26"/>
              <p:cNvSpPr/>
              <p:nvPr/>
            </p:nvSpPr>
            <p:spPr>
              <a:xfrm>
                <a:off x="7749929" y="1099018"/>
                <a:ext cx="26428" cy="21799"/>
              </a:xfrm>
              <a:custGeom>
                <a:avLst/>
                <a:gdLst/>
                <a:ahLst/>
                <a:cxnLst/>
                <a:rect l="l" t="t" r="r" b="b"/>
                <a:pathLst>
                  <a:path w="628" h="518" extrusionOk="0">
                    <a:moveTo>
                      <a:pt x="110" y="0"/>
                    </a:moveTo>
                    <a:lnTo>
                      <a:pt x="0" y="345"/>
                    </a:lnTo>
                    <a:lnTo>
                      <a:pt x="517" y="518"/>
                    </a:lnTo>
                    <a:lnTo>
                      <a:pt x="627"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1" name="Google Shape;7571;p26"/>
              <p:cNvSpPr/>
              <p:nvPr/>
            </p:nvSpPr>
            <p:spPr>
              <a:xfrm>
                <a:off x="7805310" y="1123426"/>
                <a:ext cx="26428" cy="21799"/>
              </a:xfrm>
              <a:custGeom>
                <a:avLst/>
                <a:gdLst/>
                <a:ahLst/>
                <a:cxnLst/>
                <a:rect l="l" t="t" r="r" b="b"/>
                <a:pathLst>
                  <a:path w="628" h="518" extrusionOk="0">
                    <a:moveTo>
                      <a:pt x="111" y="0"/>
                    </a:moveTo>
                    <a:lnTo>
                      <a:pt x="1" y="330"/>
                    </a:lnTo>
                    <a:lnTo>
                      <a:pt x="518" y="518"/>
                    </a:lnTo>
                    <a:lnTo>
                      <a:pt x="628" y="173"/>
                    </a:lnTo>
                    <a:lnTo>
                      <a:pt x="1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2" name="Google Shape;7572;p26"/>
              <p:cNvSpPr/>
              <p:nvPr/>
            </p:nvSpPr>
            <p:spPr>
              <a:xfrm>
                <a:off x="7862037" y="1143878"/>
                <a:ext cx="26428" cy="21799"/>
              </a:xfrm>
              <a:custGeom>
                <a:avLst/>
                <a:gdLst/>
                <a:ahLst/>
                <a:cxnLst/>
                <a:rect l="l" t="t" r="r" b="b"/>
                <a:pathLst>
                  <a:path w="628" h="518" extrusionOk="0">
                    <a:moveTo>
                      <a:pt x="110" y="0"/>
                    </a:moveTo>
                    <a:lnTo>
                      <a:pt x="1" y="329"/>
                    </a:lnTo>
                    <a:lnTo>
                      <a:pt x="518" y="518"/>
                    </a:lnTo>
                    <a:lnTo>
                      <a:pt x="628" y="173"/>
                    </a:lnTo>
                    <a:lnTo>
                      <a:pt x="1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26"/>
              <p:cNvSpPr/>
              <p:nvPr/>
            </p:nvSpPr>
            <p:spPr>
              <a:xfrm>
                <a:off x="7925371" y="1162352"/>
                <a:ext cx="25754" cy="20494"/>
              </a:xfrm>
              <a:custGeom>
                <a:avLst/>
                <a:gdLst/>
                <a:ahLst/>
                <a:cxnLst/>
                <a:rect l="l" t="t" r="r" b="b"/>
                <a:pathLst>
                  <a:path w="612" h="487" extrusionOk="0">
                    <a:moveTo>
                      <a:pt x="95" y="0"/>
                    </a:moveTo>
                    <a:lnTo>
                      <a:pt x="1" y="345"/>
                    </a:lnTo>
                    <a:lnTo>
                      <a:pt x="533" y="486"/>
                    </a:lnTo>
                    <a:lnTo>
                      <a:pt x="612" y="141"/>
                    </a:lnTo>
                    <a:lnTo>
                      <a:pt x="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4" name="Google Shape;7574;p26"/>
              <p:cNvSpPr/>
              <p:nvPr/>
            </p:nvSpPr>
            <p:spPr>
              <a:xfrm>
                <a:off x="7983403" y="1174851"/>
                <a:ext cx="23819" cy="16538"/>
              </a:xfrm>
              <a:custGeom>
                <a:avLst/>
                <a:gdLst/>
                <a:ahLst/>
                <a:cxnLst/>
                <a:rect l="l" t="t" r="r" b="b"/>
                <a:pathLst>
                  <a:path w="566" h="393" extrusionOk="0">
                    <a:moveTo>
                      <a:pt x="17" y="1"/>
                    </a:moveTo>
                    <a:lnTo>
                      <a:pt x="1" y="361"/>
                    </a:lnTo>
                    <a:lnTo>
                      <a:pt x="549" y="393"/>
                    </a:lnTo>
                    <a:lnTo>
                      <a:pt x="565" y="32"/>
                    </a:lnTo>
                    <a:lnTo>
                      <a:pt x="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5" name="Google Shape;7575;p26"/>
              <p:cNvSpPr/>
              <p:nvPr/>
            </p:nvSpPr>
            <p:spPr>
              <a:xfrm>
                <a:off x="8039499" y="1178806"/>
                <a:ext cx="23777" cy="16538"/>
              </a:xfrm>
              <a:custGeom>
                <a:avLst/>
                <a:gdLst/>
                <a:ahLst/>
                <a:cxnLst/>
                <a:rect l="l" t="t" r="r" b="b"/>
                <a:pathLst>
                  <a:path w="565" h="393" extrusionOk="0">
                    <a:moveTo>
                      <a:pt x="16" y="1"/>
                    </a:moveTo>
                    <a:lnTo>
                      <a:pt x="0" y="362"/>
                    </a:lnTo>
                    <a:lnTo>
                      <a:pt x="549" y="393"/>
                    </a:lnTo>
                    <a:lnTo>
                      <a:pt x="564" y="32"/>
                    </a:lnTo>
                    <a:lnTo>
                      <a:pt x="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26"/>
              <p:cNvSpPr/>
              <p:nvPr/>
            </p:nvSpPr>
            <p:spPr>
              <a:xfrm>
                <a:off x="8099508" y="1174219"/>
                <a:ext cx="25754" cy="19148"/>
              </a:xfrm>
              <a:custGeom>
                <a:avLst/>
                <a:gdLst/>
                <a:ahLst/>
                <a:cxnLst/>
                <a:rect l="l" t="t" r="r" b="b"/>
                <a:pathLst>
                  <a:path w="612" h="455" extrusionOk="0">
                    <a:moveTo>
                      <a:pt x="533" y="0"/>
                    </a:moveTo>
                    <a:lnTo>
                      <a:pt x="1" y="94"/>
                    </a:lnTo>
                    <a:lnTo>
                      <a:pt x="79" y="455"/>
                    </a:lnTo>
                    <a:lnTo>
                      <a:pt x="612" y="361"/>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7" name="Google Shape;7577;p26"/>
              <p:cNvSpPr/>
              <p:nvPr/>
            </p:nvSpPr>
            <p:spPr>
              <a:xfrm>
                <a:off x="8164147" y="1153767"/>
                <a:ext cx="27732" cy="23103"/>
              </a:xfrm>
              <a:custGeom>
                <a:avLst/>
                <a:gdLst/>
                <a:ahLst/>
                <a:cxnLst/>
                <a:rect l="l" t="t" r="r" b="b"/>
                <a:pathLst>
                  <a:path w="659" h="549" extrusionOk="0">
                    <a:moveTo>
                      <a:pt x="502" y="0"/>
                    </a:moveTo>
                    <a:lnTo>
                      <a:pt x="1" y="220"/>
                    </a:lnTo>
                    <a:lnTo>
                      <a:pt x="157" y="549"/>
                    </a:lnTo>
                    <a:lnTo>
                      <a:pt x="659" y="330"/>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8" name="Google Shape;7578;p26"/>
              <p:cNvSpPr/>
              <p:nvPr/>
            </p:nvSpPr>
            <p:spPr>
              <a:xfrm>
                <a:off x="8222852" y="1110212"/>
                <a:ext cx="27101" cy="26428"/>
              </a:xfrm>
              <a:custGeom>
                <a:avLst/>
                <a:gdLst/>
                <a:ahLst/>
                <a:cxnLst/>
                <a:rect l="l" t="t" r="r" b="b"/>
                <a:pathLst>
                  <a:path w="644" h="628" extrusionOk="0">
                    <a:moveTo>
                      <a:pt x="424" y="1"/>
                    </a:moveTo>
                    <a:lnTo>
                      <a:pt x="1" y="346"/>
                    </a:lnTo>
                    <a:lnTo>
                      <a:pt x="220" y="628"/>
                    </a:lnTo>
                    <a:lnTo>
                      <a:pt x="643" y="283"/>
                    </a:lnTo>
                    <a:lnTo>
                      <a:pt x="4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26"/>
              <p:cNvSpPr/>
              <p:nvPr/>
            </p:nvSpPr>
            <p:spPr>
              <a:xfrm>
                <a:off x="8272341" y="1058114"/>
                <a:ext cx="25754" cy="27101"/>
              </a:xfrm>
              <a:custGeom>
                <a:avLst/>
                <a:gdLst/>
                <a:ahLst/>
                <a:cxnLst/>
                <a:rect l="l" t="t" r="r" b="b"/>
                <a:pathLst>
                  <a:path w="612" h="644" extrusionOk="0">
                    <a:moveTo>
                      <a:pt x="298" y="1"/>
                    </a:moveTo>
                    <a:lnTo>
                      <a:pt x="0" y="455"/>
                    </a:lnTo>
                    <a:lnTo>
                      <a:pt x="314" y="643"/>
                    </a:lnTo>
                    <a:lnTo>
                      <a:pt x="611"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26"/>
              <p:cNvSpPr/>
              <p:nvPr/>
            </p:nvSpPr>
            <p:spPr>
              <a:xfrm>
                <a:off x="8309921" y="1006647"/>
                <a:ext cx="25754" cy="27101"/>
              </a:xfrm>
              <a:custGeom>
                <a:avLst/>
                <a:gdLst/>
                <a:ahLst/>
                <a:cxnLst/>
                <a:rect l="l" t="t" r="r" b="b"/>
                <a:pathLst>
                  <a:path w="612" h="644" extrusionOk="0">
                    <a:moveTo>
                      <a:pt x="298" y="1"/>
                    </a:moveTo>
                    <a:lnTo>
                      <a:pt x="1" y="440"/>
                    </a:lnTo>
                    <a:lnTo>
                      <a:pt x="314" y="644"/>
                    </a:lnTo>
                    <a:lnTo>
                      <a:pt x="612" y="189"/>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26"/>
              <p:cNvSpPr/>
              <p:nvPr/>
            </p:nvSpPr>
            <p:spPr>
              <a:xfrm>
                <a:off x="8336980" y="949289"/>
                <a:ext cx="22472" cy="26428"/>
              </a:xfrm>
              <a:custGeom>
                <a:avLst/>
                <a:gdLst/>
                <a:ahLst/>
                <a:cxnLst/>
                <a:rect l="l" t="t" r="r" b="b"/>
                <a:pathLst>
                  <a:path w="534" h="628" extrusionOk="0">
                    <a:moveTo>
                      <a:pt x="188" y="0"/>
                    </a:moveTo>
                    <a:lnTo>
                      <a:pt x="0" y="518"/>
                    </a:lnTo>
                    <a:lnTo>
                      <a:pt x="345" y="627"/>
                    </a:lnTo>
                    <a:lnTo>
                      <a:pt x="533" y="110"/>
                    </a:lnTo>
                    <a:lnTo>
                      <a:pt x="18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2" name="Google Shape;7582;p26"/>
              <p:cNvSpPr/>
              <p:nvPr/>
            </p:nvSpPr>
            <p:spPr>
              <a:xfrm>
                <a:off x="8351498" y="894539"/>
                <a:ext cx="18474" cy="24450"/>
              </a:xfrm>
              <a:custGeom>
                <a:avLst/>
                <a:gdLst/>
                <a:ahLst/>
                <a:cxnLst/>
                <a:rect l="l" t="t" r="r" b="b"/>
                <a:pathLst>
                  <a:path w="439" h="581" extrusionOk="0">
                    <a:moveTo>
                      <a:pt x="94" y="0"/>
                    </a:moveTo>
                    <a:lnTo>
                      <a:pt x="0" y="533"/>
                    </a:lnTo>
                    <a:lnTo>
                      <a:pt x="361" y="580"/>
                    </a:lnTo>
                    <a:lnTo>
                      <a:pt x="439" y="47"/>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3" name="Google Shape;7583;p26"/>
              <p:cNvSpPr/>
              <p:nvPr/>
            </p:nvSpPr>
            <p:spPr>
              <a:xfrm>
                <a:off x="8358063" y="833856"/>
                <a:ext cx="16538" cy="24450"/>
              </a:xfrm>
              <a:custGeom>
                <a:avLst/>
                <a:gdLst/>
                <a:ahLst/>
                <a:cxnLst/>
                <a:rect l="l" t="t" r="r" b="b"/>
                <a:pathLst>
                  <a:path w="393" h="581" extrusionOk="0">
                    <a:moveTo>
                      <a:pt x="361" y="0"/>
                    </a:moveTo>
                    <a:lnTo>
                      <a:pt x="1" y="32"/>
                    </a:lnTo>
                    <a:lnTo>
                      <a:pt x="32" y="580"/>
                    </a:lnTo>
                    <a:lnTo>
                      <a:pt x="393" y="549"/>
                    </a:lnTo>
                    <a:lnTo>
                      <a:pt x="36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26"/>
              <p:cNvSpPr/>
              <p:nvPr/>
            </p:nvSpPr>
            <p:spPr>
              <a:xfrm>
                <a:off x="8345565" y="768544"/>
                <a:ext cx="21125" cy="26428"/>
              </a:xfrm>
              <a:custGeom>
                <a:avLst/>
                <a:gdLst/>
                <a:ahLst/>
                <a:cxnLst/>
                <a:rect l="l" t="t" r="r" b="b"/>
                <a:pathLst>
                  <a:path w="502" h="628" extrusionOk="0">
                    <a:moveTo>
                      <a:pt x="345" y="1"/>
                    </a:moveTo>
                    <a:lnTo>
                      <a:pt x="0" y="110"/>
                    </a:lnTo>
                    <a:lnTo>
                      <a:pt x="157" y="628"/>
                    </a:lnTo>
                    <a:lnTo>
                      <a:pt x="502" y="518"/>
                    </a:lnTo>
                    <a:lnTo>
                      <a:pt x="3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26"/>
              <p:cNvSpPr/>
              <p:nvPr/>
            </p:nvSpPr>
            <p:spPr>
              <a:xfrm>
                <a:off x="8327722" y="699276"/>
                <a:ext cx="21167" cy="26428"/>
              </a:xfrm>
              <a:custGeom>
                <a:avLst/>
                <a:gdLst/>
                <a:ahLst/>
                <a:cxnLst/>
                <a:rect l="l" t="t" r="r" b="b"/>
                <a:pathLst>
                  <a:path w="503" h="628" extrusionOk="0">
                    <a:moveTo>
                      <a:pt x="346" y="1"/>
                    </a:moveTo>
                    <a:lnTo>
                      <a:pt x="1" y="95"/>
                    </a:lnTo>
                    <a:lnTo>
                      <a:pt x="158" y="628"/>
                    </a:lnTo>
                    <a:lnTo>
                      <a:pt x="502" y="518"/>
                    </a:lnTo>
                    <a:lnTo>
                      <a:pt x="3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26"/>
              <p:cNvSpPr/>
              <p:nvPr/>
            </p:nvSpPr>
            <p:spPr>
              <a:xfrm>
                <a:off x="8300705" y="636616"/>
                <a:ext cx="23777" cy="27774"/>
              </a:xfrm>
              <a:custGeom>
                <a:avLst/>
                <a:gdLst/>
                <a:ahLst/>
                <a:cxnLst/>
                <a:rect l="l" t="t" r="r" b="b"/>
                <a:pathLst>
                  <a:path w="565" h="660" extrusionOk="0">
                    <a:moveTo>
                      <a:pt x="329" y="1"/>
                    </a:moveTo>
                    <a:lnTo>
                      <a:pt x="0" y="173"/>
                    </a:lnTo>
                    <a:lnTo>
                      <a:pt x="251" y="659"/>
                    </a:lnTo>
                    <a:lnTo>
                      <a:pt x="564" y="487"/>
                    </a:lnTo>
                    <a:lnTo>
                      <a:pt x="32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7" name="Google Shape;7587;p26"/>
              <p:cNvSpPr/>
              <p:nvPr/>
            </p:nvSpPr>
            <p:spPr>
              <a:xfrm>
                <a:off x="8270995" y="581235"/>
                <a:ext cx="23819" cy="27059"/>
              </a:xfrm>
              <a:custGeom>
                <a:avLst/>
                <a:gdLst/>
                <a:ahLst/>
                <a:cxnLst/>
                <a:rect l="l" t="t" r="r" b="b"/>
                <a:pathLst>
                  <a:path w="566" h="643" extrusionOk="0">
                    <a:moveTo>
                      <a:pt x="330" y="0"/>
                    </a:moveTo>
                    <a:lnTo>
                      <a:pt x="1" y="157"/>
                    </a:lnTo>
                    <a:lnTo>
                      <a:pt x="252" y="643"/>
                    </a:lnTo>
                    <a:lnTo>
                      <a:pt x="565" y="486"/>
                    </a:lnTo>
                    <a:lnTo>
                      <a:pt x="33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8" name="Google Shape;7588;p26"/>
              <p:cNvSpPr/>
              <p:nvPr/>
            </p:nvSpPr>
            <p:spPr>
              <a:xfrm>
                <a:off x="8241326" y="531073"/>
                <a:ext cx="23145" cy="27101"/>
              </a:xfrm>
              <a:custGeom>
                <a:avLst/>
                <a:gdLst/>
                <a:ahLst/>
                <a:cxnLst/>
                <a:rect l="l" t="t" r="r" b="b"/>
                <a:pathLst>
                  <a:path w="550" h="644" extrusionOk="0">
                    <a:moveTo>
                      <a:pt x="314" y="1"/>
                    </a:moveTo>
                    <a:lnTo>
                      <a:pt x="1" y="158"/>
                    </a:lnTo>
                    <a:lnTo>
                      <a:pt x="236" y="643"/>
                    </a:lnTo>
                    <a:lnTo>
                      <a:pt x="549" y="471"/>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26"/>
              <p:cNvSpPr/>
              <p:nvPr/>
            </p:nvSpPr>
            <p:spPr>
              <a:xfrm>
                <a:off x="8209680" y="484235"/>
                <a:ext cx="24450" cy="27774"/>
              </a:xfrm>
              <a:custGeom>
                <a:avLst/>
                <a:gdLst/>
                <a:ahLst/>
                <a:cxnLst/>
                <a:rect l="l" t="t" r="r" b="b"/>
                <a:pathLst>
                  <a:path w="581" h="660" extrusionOk="0">
                    <a:moveTo>
                      <a:pt x="298" y="1"/>
                    </a:moveTo>
                    <a:lnTo>
                      <a:pt x="0" y="189"/>
                    </a:lnTo>
                    <a:lnTo>
                      <a:pt x="282" y="659"/>
                    </a:lnTo>
                    <a:lnTo>
                      <a:pt x="580" y="455"/>
                    </a:lnTo>
                    <a:lnTo>
                      <a:pt x="2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26"/>
              <p:cNvSpPr/>
              <p:nvPr/>
            </p:nvSpPr>
            <p:spPr>
              <a:xfrm>
                <a:off x="8174037" y="438744"/>
                <a:ext cx="24450" cy="27732"/>
              </a:xfrm>
              <a:custGeom>
                <a:avLst/>
                <a:gdLst/>
                <a:ahLst/>
                <a:cxnLst/>
                <a:rect l="l" t="t" r="r" b="b"/>
                <a:pathLst>
                  <a:path w="581" h="659" extrusionOk="0">
                    <a:moveTo>
                      <a:pt x="299" y="0"/>
                    </a:moveTo>
                    <a:lnTo>
                      <a:pt x="1" y="204"/>
                    </a:lnTo>
                    <a:lnTo>
                      <a:pt x="283" y="659"/>
                    </a:lnTo>
                    <a:lnTo>
                      <a:pt x="581" y="471"/>
                    </a:lnTo>
                    <a:lnTo>
                      <a:pt x="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26"/>
              <p:cNvSpPr/>
              <p:nvPr/>
            </p:nvSpPr>
            <p:spPr>
              <a:xfrm>
                <a:off x="8138435" y="395188"/>
                <a:ext cx="25081" cy="27774"/>
              </a:xfrm>
              <a:custGeom>
                <a:avLst/>
                <a:gdLst/>
                <a:ahLst/>
                <a:cxnLst/>
                <a:rect l="l" t="t" r="r" b="b"/>
                <a:pathLst>
                  <a:path w="596" h="660" extrusionOk="0">
                    <a:moveTo>
                      <a:pt x="314" y="1"/>
                    </a:moveTo>
                    <a:lnTo>
                      <a:pt x="0" y="189"/>
                    </a:lnTo>
                    <a:lnTo>
                      <a:pt x="282" y="659"/>
                    </a:lnTo>
                    <a:lnTo>
                      <a:pt x="596" y="455"/>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26"/>
              <p:cNvSpPr/>
              <p:nvPr/>
            </p:nvSpPr>
            <p:spPr>
              <a:xfrm>
                <a:off x="8097531" y="356935"/>
                <a:ext cx="27101" cy="26428"/>
              </a:xfrm>
              <a:custGeom>
                <a:avLst/>
                <a:gdLst/>
                <a:ahLst/>
                <a:cxnLst/>
                <a:rect l="l" t="t" r="r" b="b"/>
                <a:pathLst>
                  <a:path w="644" h="628" extrusionOk="0">
                    <a:moveTo>
                      <a:pt x="220" y="1"/>
                    </a:moveTo>
                    <a:lnTo>
                      <a:pt x="1" y="283"/>
                    </a:lnTo>
                    <a:lnTo>
                      <a:pt x="408" y="628"/>
                    </a:lnTo>
                    <a:lnTo>
                      <a:pt x="643" y="346"/>
                    </a:lnTo>
                    <a:lnTo>
                      <a:pt x="2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26"/>
              <p:cNvSpPr/>
              <p:nvPr/>
            </p:nvSpPr>
            <p:spPr>
              <a:xfrm>
                <a:off x="8053344" y="326594"/>
                <a:ext cx="27059" cy="27101"/>
              </a:xfrm>
              <a:custGeom>
                <a:avLst/>
                <a:gdLst/>
                <a:ahLst/>
                <a:cxnLst/>
                <a:rect l="l" t="t" r="r" b="b"/>
                <a:pathLst>
                  <a:path w="643" h="644" extrusionOk="0">
                    <a:moveTo>
                      <a:pt x="235" y="1"/>
                    </a:moveTo>
                    <a:lnTo>
                      <a:pt x="0" y="283"/>
                    </a:lnTo>
                    <a:lnTo>
                      <a:pt x="424" y="643"/>
                    </a:lnTo>
                    <a:lnTo>
                      <a:pt x="643" y="361"/>
                    </a:lnTo>
                    <a:lnTo>
                      <a:pt x="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26"/>
              <p:cNvSpPr/>
              <p:nvPr/>
            </p:nvSpPr>
            <p:spPr>
              <a:xfrm>
                <a:off x="7998595" y="304837"/>
                <a:ext cx="26428" cy="23145"/>
              </a:xfrm>
              <a:custGeom>
                <a:avLst/>
                <a:gdLst/>
                <a:ahLst/>
                <a:cxnLst/>
                <a:rect l="l" t="t" r="r" b="b"/>
                <a:pathLst>
                  <a:path w="628" h="550" extrusionOk="0">
                    <a:moveTo>
                      <a:pt x="141" y="1"/>
                    </a:moveTo>
                    <a:lnTo>
                      <a:pt x="0" y="330"/>
                    </a:lnTo>
                    <a:lnTo>
                      <a:pt x="486" y="549"/>
                    </a:lnTo>
                    <a:lnTo>
                      <a:pt x="627" y="220"/>
                    </a:lnTo>
                    <a:lnTo>
                      <a:pt x="14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5" name="Google Shape;7595;p26"/>
              <p:cNvSpPr/>
              <p:nvPr/>
            </p:nvSpPr>
            <p:spPr>
              <a:xfrm>
                <a:off x="7940563" y="290992"/>
                <a:ext cx="25754" cy="20494"/>
              </a:xfrm>
              <a:custGeom>
                <a:avLst/>
                <a:gdLst/>
                <a:ahLst/>
                <a:cxnLst/>
                <a:rect l="l" t="t" r="r" b="b"/>
                <a:pathLst>
                  <a:path w="612" h="487" extrusionOk="0">
                    <a:moveTo>
                      <a:pt x="94" y="0"/>
                    </a:moveTo>
                    <a:lnTo>
                      <a:pt x="0" y="345"/>
                    </a:lnTo>
                    <a:lnTo>
                      <a:pt x="533" y="486"/>
                    </a:lnTo>
                    <a:lnTo>
                      <a:pt x="611" y="126"/>
                    </a:lnTo>
                    <a:lnTo>
                      <a:pt x="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6" name="Google Shape;7596;p26"/>
              <p:cNvSpPr/>
              <p:nvPr/>
            </p:nvSpPr>
            <p:spPr>
              <a:xfrm>
                <a:off x="7868644" y="287036"/>
                <a:ext cx="23145" cy="15192"/>
              </a:xfrm>
              <a:custGeom>
                <a:avLst/>
                <a:gdLst/>
                <a:ahLst/>
                <a:cxnLst/>
                <a:rect l="l" t="t" r="r" b="b"/>
                <a:pathLst>
                  <a:path w="550" h="361" extrusionOk="0">
                    <a:moveTo>
                      <a:pt x="1" y="0"/>
                    </a:moveTo>
                    <a:lnTo>
                      <a:pt x="1" y="361"/>
                    </a:lnTo>
                    <a:lnTo>
                      <a:pt x="549" y="361"/>
                    </a:lnTo>
                    <a:lnTo>
                      <a:pt x="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26"/>
              <p:cNvSpPr/>
              <p:nvPr/>
            </p:nvSpPr>
            <p:spPr>
              <a:xfrm>
                <a:off x="7802027" y="291665"/>
                <a:ext cx="25754" cy="18474"/>
              </a:xfrm>
              <a:custGeom>
                <a:avLst/>
                <a:gdLst/>
                <a:ahLst/>
                <a:cxnLst/>
                <a:rect l="l" t="t" r="r" b="b"/>
                <a:pathLst>
                  <a:path w="612" h="439" extrusionOk="0">
                    <a:moveTo>
                      <a:pt x="533" y="0"/>
                    </a:moveTo>
                    <a:lnTo>
                      <a:pt x="0" y="94"/>
                    </a:lnTo>
                    <a:lnTo>
                      <a:pt x="79" y="439"/>
                    </a:lnTo>
                    <a:lnTo>
                      <a:pt x="612" y="345"/>
                    </a:lnTo>
                    <a:lnTo>
                      <a:pt x="5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8" name="Google Shape;7598;p26"/>
              <p:cNvSpPr/>
              <p:nvPr/>
            </p:nvSpPr>
            <p:spPr>
              <a:xfrm>
                <a:off x="7734064" y="305510"/>
                <a:ext cx="27101" cy="21799"/>
              </a:xfrm>
              <a:custGeom>
                <a:avLst/>
                <a:gdLst/>
                <a:ahLst/>
                <a:cxnLst/>
                <a:rect l="l" t="t" r="r" b="b"/>
                <a:pathLst>
                  <a:path w="644" h="518" extrusionOk="0">
                    <a:moveTo>
                      <a:pt x="518" y="0"/>
                    </a:moveTo>
                    <a:lnTo>
                      <a:pt x="1" y="188"/>
                    </a:lnTo>
                    <a:lnTo>
                      <a:pt x="126" y="517"/>
                    </a:lnTo>
                    <a:lnTo>
                      <a:pt x="644" y="329"/>
                    </a:lnTo>
                    <a:lnTo>
                      <a:pt x="5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9" name="Google Shape;7599;p26"/>
              <p:cNvSpPr/>
              <p:nvPr/>
            </p:nvSpPr>
            <p:spPr>
              <a:xfrm>
                <a:off x="7687268" y="327940"/>
                <a:ext cx="27059" cy="21799"/>
              </a:xfrm>
              <a:custGeom>
                <a:avLst/>
                <a:gdLst/>
                <a:ahLst/>
                <a:cxnLst/>
                <a:rect l="l" t="t" r="r" b="b"/>
                <a:pathLst>
                  <a:path w="643" h="518" extrusionOk="0">
                    <a:moveTo>
                      <a:pt x="502" y="0"/>
                    </a:moveTo>
                    <a:lnTo>
                      <a:pt x="0" y="188"/>
                    </a:lnTo>
                    <a:lnTo>
                      <a:pt x="125" y="517"/>
                    </a:lnTo>
                    <a:lnTo>
                      <a:pt x="643" y="329"/>
                    </a:lnTo>
                    <a:lnTo>
                      <a:pt x="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0" name="Google Shape;7600;p26"/>
              <p:cNvSpPr/>
              <p:nvPr/>
            </p:nvSpPr>
            <p:spPr>
              <a:xfrm>
                <a:off x="7646364" y="347719"/>
                <a:ext cx="27059" cy="23103"/>
              </a:xfrm>
              <a:custGeom>
                <a:avLst/>
                <a:gdLst/>
                <a:ahLst/>
                <a:cxnLst/>
                <a:rect l="l" t="t" r="r" b="b"/>
                <a:pathLst>
                  <a:path w="643" h="549" extrusionOk="0">
                    <a:moveTo>
                      <a:pt x="486" y="0"/>
                    </a:moveTo>
                    <a:lnTo>
                      <a:pt x="0" y="235"/>
                    </a:lnTo>
                    <a:lnTo>
                      <a:pt x="157" y="549"/>
                    </a:lnTo>
                    <a:lnTo>
                      <a:pt x="643" y="314"/>
                    </a:lnTo>
                    <a:lnTo>
                      <a:pt x="4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26"/>
              <p:cNvSpPr/>
              <p:nvPr/>
            </p:nvSpPr>
            <p:spPr>
              <a:xfrm>
                <a:off x="7600831" y="376756"/>
                <a:ext cx="27774" cy="24408"/>
              </a:xfrm>
              <a:custGeom>
                <a:avLst/>
                <a:gdLst/>
                <a:ahLst/>
                <a:cxnLst/>
                <a:rect l="l" t="t" r="r" b="b"/>
                <a:pathLst>
                  <a:path w="660" h="580" extrusionOk="0">
                    <a:moveTo>
                      <a:pt x="471" y="0"/>
                    </a:moveTo>
                    <a:lnTo>
                      <a:pt x="1" y="282"/>
                    </a:lnTo>
                    <a:lnTo>
                      <a:pt x="189" y="580"/>
                    </a:lnTo>
                    <a:lnTo>
                      <a:pt x="659" y="298"/>
                    </a:lnTo>
                    <a:lnTo>
                      <a:pt x="4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2" name="Google Shape;7602;p26"/>
              <p:cNvSpPr/>
              <p:nvPr/>
            </p:nvSpPr>
            <p:spPr>
              <a:xfrm>
                <a:off x="7552015" y="541635"/>
                <a:ext cx="27101" cy="28406"/>
              </a:xfrm>
              <a:custGeom>
                <a:avLst/>
                <a:gdLst/>
                <a:ahLst/>
                <a:cxnLst/>
                <a:rect l="l" t="t" r="r" b="b"/>
                <a:pathLst>
                  <a:path w="644" h="675" extrusionOk="0">
                    <a:moveTo>
                      <a:pt x="314" y="1"/>
                    </a:moveTo>
                    <a:lnTo>
                      <a:pt x="1" y="236"/>
                    </a:lnTo>
                    <a:lnTo>
                      <a:pt x="330" y="675"/>
                    </a:lnTo>
                    <a:lnTo>
                      <a:pt x="643" y="424"/>
                    </a:lnTo>
                    <a:lnTo>
                      <a:pt x="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3" name="Google Shape;7603;p26"/>
              <p:cNvSpPr/>
              <p:nvPr/>
            </p:nvSpPr>
            <p:spPr>
              <a:xfrm>
                <a:off x="7532910" y="500100"/>
                <a:ext cx="23103" cy="26428"/>
              </a:xfrm>
              <a:custGeom>
                <a:avLst/>
                <a:gdLst/>
                <a:ahLst/>
                <a:cxnLst/>
                <a:rect l="l" t="t" r="r" b="b"/>
                <a:pathLst>
                  <a:path w="549" h="628" extrusionOk="0">
                    <a:moveTo>
                      <a:pt x="392" y="0"/>
                    </a:moveTo>
                    <a:lnTo>
                      <a:pt x="0" y="110"/>
                    </a:lnTo>
                    <a:lnTo>
                      <a:pt x="157" y="627"/>
                    </a:lnTo>
                    <a:lnTo>
                      <a:pt x="549" y="517"/>
                    </a:lnTo>
                    <a:lnTo>
                      <a:pt x="39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4" name="Google Shape;7604;p26"/>
              <p:cNvSpPr/>
              <p:nvPr/>
            </p:nvSpPr>
            <p:spPr>
              <a:xfrm>
                <a:off x="7531563" y="455871"/>
                <a:ext cx="25123" cy="27774"/>
              </a:xfrm>
              <a:custGeom>
                <a:avLst/>
                <a:gdLst/>
                <a:ahLst/>
                <a:cxnLst/>
                <a:rect l="l" t="t" r="r" b="b"/>
                <a:pathLst>
                  <a:path w="597" h="660" extrusionOk="0">
                    <a:moveTo>
                      <a:pt x="236" y="1"/>
                    </a:moveTo>
                    <a:lnTo>
                      <a:pt x="1" y="503"/>
                    </a:lnTo>
                    <a:lnTo>
                      <a:pt x="361" y="659"/>
                    </a:lnTo>
                    <a:lnTo>
                      <a:pt x="597" y="173"/>
                    </a:lnTo>
                    <a:lnTo>
                      <a:pt x="2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5" name="Google Shape;7605;p26"/>
              <p:cNvSpPr/>
              <p:nvPr/>
            </p:nvSpPr>
            <p:spPr>
              <a:xfrm>
                <a:off x="7553362" y="413662"/>
                <a:ext cx="28406" cy="28406"/>
              </a:xfrm>
              <a:custGeom>
                <a:avLst/>
                <a:gdLst/>
                <a:ahLst/>
                <a:cxnLst/>
                <a:rect l="l" t="t" r="r" b="b"/>
                <a:pathLst>
                  <a:path w="675" h="675" extrusionOk="0">
                    <a:moveTo>
                      <a:pt x="376" y="1"/>
                    </a:moveTo>
                    <a:lnTo>
                      <a:pt x="0" y="393"/>
                    </a:lnTo>
                    <a:lnTo>
                      <a:pt x="298" y="675"/>
                    </a:lnTo>
                    <a:lnTo>
                      <a:pt x="674" y="267"/>
                    </a:lnTo>
                    <a:lnTo>
                      <a:pt x="3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06" name="Google Shape;7606;p26"/>
            <p:cNvSpPr/>
            <p:nvPr/>
          </p:nvSpPr>
          <p:spPr>
            <a:xfrm>
              <a:off x="7550711" y="968394"/>
              <a:ext cx="600938" cy="194926"/>
            </a:xfrm>
            <a:custGeom>
              <a:avLst/>
              <a:gdLst/>
              <a:ahLst/>
              <a:cxnLst/>
              <a:rect l="l" t="t" r="r" b="b"/>
              <a:pathLst>
                <a:path w="14280" h="4632" extrusionOk="0">
                  <a:moveTo>
                    <a:pt x="0" y="1"/>
                  </a:moveTo>
                  <a:lnTo>
                    <a:pt x="0" y="1"/>
                  </a:lnTo>
                  <a:cubicBezTo>
                    <a:pt x="941" y="926"/>
                    <a:pt x="2947" y="1992"/>
                    <a:pt x="6302" y="3418"/>
                  </a:cubicBezTo>
                  <a:cubicBezTo>
                    <a:pt x="8147" y="4203"/>
                    <a:pt x="10291" y="4632"/>
                    <a:pt x="11884" y="4632"/>
                  </a:cubicBezTo>
                  <a:cubicBezTo>
                    <a:pt x="13186" y="4632"/>
                    <a:pt x="14118" y="4345"/>
                    <a:pt x="14217" y="3731"/>
                  </a:cubicBezTo>
                  <a:cubicBezTo>
                    <a:pt x="14280" y="3308"/>
                    <a:pt x="13966" y="2619"/>
                    <a:pt x="13465" y="1882"/>
                  </a:cubicBezTo>
                  <a:cubicBezTo>
                    <a:pt x="12511" y="2138"/>
                    <a:pt x="11331" y="2272"/>
                    <a:pt x="10010" y="2272"/>
                  </a:cubicBezTo>
                  <a:cubicBezTo>
                    <a:pt x="8748" y="2272"/>
                    <a:pt x="7357" y="2150"/>
                    <a:pt x="5910" y="1897"/>
                  </a:cubicBezTo>
                  <a:cubicBezTo>
                    <a:pt x="3590" y="1474"/>
                    <a:pt x="1537" y="800"/>
                    <a:pt x="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26"/>
            <p:cNvSpPr/>
            <p:nvPr/>
          </p:nvSpPr>
          <p:spPr>
            <a:xfrm>
              <a:off x="7553067" y="399986"/>
              <a:ext cx="392798" cy="259775"/>
            </a:xfrm>
            <a:custGeom>
              <a:avLst/>
              <a:gdLst/>
              <a:ahLst/>
              <a:cxnLst/>
              <a:rect l="l" t="t" r="r" b="b"/>
              <a:pathLst>
                <a:path w="9334" h="6173" extrusionOk="0">
                  <a:moveTo>
                    <a:pt x="2848" y="1"/>
                  </a:moveTo>
                  <a:cubicBezTo>
                    <a:pt x="1753" y="1"/>
                    <a:pt x="0" y="1413"/>
                    <a:pt x="509" y="2865"/>
                  </a:cubicBezTo>
                  <a:cubicBezTo>
                    <a:pt x="838" y="3774"/>
                    <a:pt x="2609" y="4824"/>
                    <a:pt x="4615" y="6172"/>
                  </a:cubicBezTo>
                  <a:cubicBezTo>
                    <a:pt x="6010" y="6016"/>
                    <a:pt x="7515" y="5733"/>
                    <a:pt x="9051" y="5310"/>
                  </a:cubicBezTo>
                  <a:cubicBezTo>
                    <a:pt x="9145" y="5279"/>
                    <a:pt x="9239" y="5263"/>
                    <a:pt x="9333" y="5232"/>
                  </a:cubicBezTo>
                  <a:cubicBezTo>
                    <a:pt x="6716" y="2677"/>
                    <a:pt x="3769" y="200"/>
                    <a:pt x="3095" y="28"/>
                  </a:cubicBezTo>
                  <a:cubicBezTo>
                    <a:pt x="3018" y="10"/>
                    <a:pt x="2935" y="1"/>
                    <a:pt x="2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26"/>
            <p:cNvSpPr/>
            <p:nvPr/>
          </p:nvSpPr>
          <p:spPr>
            <a:xfrm>
              <a:off x="7701282" y="337956"/>
              <a:ext cx="393640" cy="275640"/>
            </a:xfrm>
            <a:custGeom>
              <a:avLst/>
              <a:gdLst/>
              <a:ahLst/>
              <a:cxnLst/>
              <a:rect l="l" t="t" r="r" b="b"/>
              <a:pathLst>
                <a:path w="9354" h="6550" extrusionOk="0">
                  <a:moveTo>
                    <a:pt x="2885" y="1"/>
                  </a:moveTo>
                  <a:cubicBezTo>
                    <a:pt x="1554" y="1"/>
                    <a:pt x="0" y="460"/>
                    <a:pt x="482" y="1424"/>
                  </a:cubicBezTo>
                  <a:cubicBezTo>
                    <a:pt x="827" y="2098"/>
                    <a:pt x="3539" y="3681"/>
                    <a:pt x="6062" y="6236"/>
                  </a:cubicBezTo>
                  <a:cubicBezTo>
                    <a:pt x="6156" y="6330"/>
                    <a:pt x="6266" y="6439"/>
                    <a:pt x="6360" y="6549"/>
                  </a:cubicBezTo>
                  <a:cubicBezTo>
                    <a:pt x="7426" y="6236"/>
                    <a:pt x="8429" y="5875"/>
                    <a:pt x="9354" y="5499"/>
                  </a:cubicBezTo>
                  <a:cubicBezTo>
                    <a:pt x="7269" y="3007"/>
                    <a:pt x="4824" y="499"/>
                    <a:pt x="4228" y="217"/>
                  </a:cubicBezTo>
                  <a:cubicBezTo>
                    <a:pt x="3911" y="74"/>
                    <a:pt x="3416" y="1"/>
                    <a:pt x="28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9" name="Google Shape;7609;p26"/>
            <p:cNvSpPr/>
            <p:nvPr/>
          </p:nvSpPr>
          <p:spPr>
            <a:xfrm>
              <a:off x="7905761" y="325542"/>
              <a:ext cx="300637" cy="235914"/>
            </a:xfrm>
            <a:custGeom>
              <a:avLst/>
              <a:gdLst/>
              <a:ahLst/>
              <a:cxnLst/>
              <a:rect l="l" t="t" r="r" b="b"/>
              <a:pathLst>
                <a:path w="7144" h="5606" extrusionOk="0">
                  <a:moveTo>
                    <a:pt x="717" y="1"/>
                  </a:moveTo>
                  <a:cubicBezTo>
                    <a:pt x="265" y="1"/>
                    <a:pt x="0" y="143"/>
                    <a:pt x="153" y="527"/>
                  </a:cubicBezTo>
                  <a:cubicBezTo>
                    <a:pt x="372" y="1107"/>
                    <a:pt x="3053" y="3364"/>
                    <a:pt x="4902" y="5606"/>
                  </a:cubicBezTo>
                  <a:cubicBezTo>
                    <a:pt x="5717" y="5261"/>
                    <a:pt x="6470" y="4885"/>
                    <a:pt x="7144" y="4493"/>
                  </a:cubicBezTo>
                  <a:cubicBezTo>
                    <a:pt x="5733" y="2565"/>
                    <a:pt x="4275" y="1170"/>
                    <a:pt x="3805" y="888"/>
                  </a:cubicBezTo>
                  <a:cubicBezTo>
                    <a:pt x="3233" y="555"/>
                    <a:pt x="1610" y="1"/>
                    <a:pt x="7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0" name="Google Shape;7610;p26"/>
            <p:cNvSpPr/>
            <p:nvPr/>
          </p:nvSpPr>
          <p:spPr>
            <a:xfrm>
              <a:off x="8154931" y="905733"/>
              <a:ext cx="186047" cy="187393"/>
            </a:xfrm>
            <a:custGeom>
              <a:avLst/>
              <a:gdLst/>
              <a:ahLst/>
              <a:cxnLst/>
              <a:rect l="l" t="t" r="r" b="b"/>
              <a:pathLst>
                <a:path w="4421" h="4453" extrusionOk="0">
                  <a:moveTo>
                    <a:pt x="4420" y="1"/>
                  </a:moveTo>
                  <a:cubicBezTo>
                    <a:pt x="3684" y="847"/>
                    <a:pt x="2524" y="1741"/>
                    <a:pt x="1129" y="2446"/>
                  </a:cubicBezTo>
                  <a:cubicBezTo>
                    <a:pt x="753" y="2650"/>
                    <a:pt x="361" y="2807"/>
                    <a:pt x="0" y="2963"/>
                  </a:cubicBezTo>
                  <a:cubicBezTo>
                    <a:pt x="502" y="3763"/>
                    <a:pt x="1050" y="4452"/>
                    <a:pt x="1254" y="4452"/>
                  </a:cubicBezTo>
                  <a:cubicBezTo>
                    <a:pt x="2555" y="4452"/>
                    <a:pt x="3997" y="2023"/>
                    <a:pt x="44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26"/>
            <p:cNvSpPr/>
            <p:nvPr/>
          </p:nvSpPr>
          <p:spPr>
            <a:xfrm>
              <a:off x="7867886" y="911667"/>
              <a:ext cx="167025" cy="56096"/>
            </a:xfrm>
            <a:custGeom>
              <a:avLst/>
              <a:gdLst/>
              <a:ahLst/>
              <a:cxnLst/>
              <a:rect l="l" t="t" r="r" b="b"/>
              <a:pathLst>
                <a:path w="3969" h="1333" extrusionOk="0">
                  <a:moveTo>
                    <a:pt x="1853" y="1"/>
                  </a:moveTo>
                  <a:cubicBezTo>
                    <a:pt x="1367" y="1"/>
                    <a:pt x="435" y="120"/>
                    <a:pt x="254" y="314"/>
                  </a:cubicBezTo>
                  <a:cubicBezTo>
                    <a:pt x="1" y="609"/>
                    <a:pt x="2909" y="1333"/>
                    <a:pt x="3639" y="1333"/>
                  </a:cubicBezTo>
                  <a:cubicBezTo>
                    <a:pt x="3723" y="1333"/>
                    <a:pt x="3778" y="1323"/>
                    <a:pt x="3796" y="1302"/>
                  </a:cubicBezTo>
                  <a:cubicBezTo>
                    <a:pt x="3968" y="1082"/>
                    <a:pt x="2370" y="79"/>
                    <a:pt x="2088" y="17"/>
                  </a:cubicBezTo>
                  <a:cubicBezTo>
                    <a:pt x="2036" y="6"/>
                    <a:pt x="1954" y="1"/>
                    <a:pt x="185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2" name="Google Shape;7612;p26"/>
            <p:cNvSpPr/>
            <p:nvPr/>
          </p:nvSpPr>
          <p:spPr>
            <a:xfrm>
              <a:off x="7524998" y="903292"/>
              <a:ext cx="275767" cy="58873"/>
            </a:xfrm>
            <a:custGeom>
              <a:avLst/>
              <a:gdLst/>
              <a:ahLst/>
              <a:cxnLst/>
              <a:rect l="l" t="t" r="r" b="b"/>
              <a:pathLst>
                <a:path w="6553" h="1399" extrusionOk="0">
                  <a:moveTo>
                    <a:pt x="1340" y="0"/>
                  </a:moveTo>
                  <a:cubicBezTo>
                    <a:pt x="831" y="0"/>
                    <a:pt x="466" y="22"/>
                    <a:pt x="376" y="75"/>
                  </a:cubicBezTo>
                  <a:cubicBezTo>
                    <a:pt x="0" y="310"/>
                    <a:pt x="894" y="1297"/>
                    <a:pt x="1066" y="1375"/>
                  </a:cubicBezTo>
                  <a:cubicBezTo>
                    <a:pt x="1095" y="1391"/>
                    <a:pt x="1126" y="1399"/>
                    <a:pt x="1160" y="1399"/>
                  </a:cubicBezTo>
                  <a:cubicBezTo>
                    <a:pt x="1462" y="1399"/>
                    <a:pt x="1992" y="835"/>
                    <a:pt x="2978" y="764"/>
                  </a:cubicBezTo>
                  <a:cubicBezTo>
                    <a:pt x="4687" y="654"/>
                    <a:pt x="6552" y="545"/>
                    <a:pt x="6364" y="419"/>
                  </a:cubicBezTo>
                  <a:cubicBezTo>
                    <a:pt x="6101" y="228"/>
                    <a:pt x="2975" y="0"/>
                    <a:pt x="134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26"/>
            <p:cNvSpPr/>
            <p:nvPr/>
          </p:nvSpPr>
          <p:spPr>
            <a:xfrm>
              <a:off x="8118824" y="803262"/>
              <a:ext cx="200397" cy="185710"/>
            </a:xfrm>
            <a:custGeom>
              <a:avLst/>
              <a:gdLst/>
              <a:ahLst/>
              <a:cxnLst/>
              <a:rect l="l" t="t" r="r" b="b"/>
              <a:pathLst>
                <a:path w="4762" h="4413" extrusionOk="0">
                  <a:moveTo>
                    <a:pt x="4533" y="0"/>
                  </a:moveTo>
                  <a:cubicBezTo>
                    <a:pt x="4150" y="0"/>
                    <a:pt x="460" y="2725"/>
                    <a:pt x="231" y="3000"/>
                  </a:cubicBezTo>
                  <a:cubicBezTo>
                    <a:pt x="1" y="3277"/>
                    <a:pt x="313" y="4412"/>
                    <a:pt x="650" y="4412"/>
                  </a:cubicBezTo>
                  <a:cubicBezTo>
                    <a:pt x="657" y="4412"/>
                    <a:pt x="663" y="4412"/>
                    <a:pt x="670" y="4411"/>
                  </a:cubicBezTo>
                  <a:cubicBezTo>
                    <a:pt x="1125" y="4348"/>
                    <a:pt x="1501" y="3188"/>
                    <a:pt x="1673" y="2890"/>
                  </a:cubicBezTo>
                  <a:cubicBezTo>
                    <a:pt x="1830" y="2608"/>
                    <a:pt x="4761" y="163"/>
                    <a:pt x="4557" y="6"/>
                  </a:cubicBezTo>
                  <a:cubicBezTo>
                    <a:pt x="4552" y="2"/>
                    <a:pt x="4544" y="0"/>
                    <a:pt x="4533"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26"/>
            <p:cNvSpPr/>
            <p:nvPr/>
          </p:nvSpPr>
          <p:spPr>
            <a:xfrm>
              <a:off x="7563882" y="406803"/>
              <a:ext cx="149814" cy="136095"/>
            </a:xfrm>
            <a:custGeom>
              <a:avLst/>
              <a:gdLst/>
              <a:ahLst/>
              <a:cxnLst/>
              <a:rect l="l" t="t" r="r" b="b"/>
              <a:pathLst>
                <a:path w="3560" h="3234" extrusionOk="0">
                  <a:moveTo>
                    <a:pt x="2522" y="1"/>
                  </a:moveTo>
                  <a:cubicBezTo>
                    <a:pt x="2146" y="1"/>
                    <a:pt x="1678" y="153"/>
                    <a:pt x="1145" y="634"/>
                  </a:cubicBezTo>
                  <a:cubicBezTo>
                    <a:pt x="1" y="1653"/>
                    <a:pt x="283" y="2750"/>
                    <a:pt x="800" y="3205"/>
                  </a:cubicBezTo>
                  <a:cubicBezTo>
                    <a:pt x="821" y="3224"/>
                    <a:pt x="839" y="3233"/>
                    <a:pt x="854" y="3233"/>
                  </a:cubicBezTo>
                  <a:cubicBezTo>
                    <a:pt x="1035" y="3233"/>
                    <a:pt x="889" y="1939"/>
                    <a:pt x="1757" y="1245"/>
                  </a:cubicBezTo>
                  <a:cubicBezTo>
                    <a:pt x="2587" y="587"/>
                    <a:pt x="3559" y="509"/>
                    <a:pt x="3481" y="415"/>
                  </a:cubicBezTo>
                  <a:cubicBezTo>
                    <a:pt x="3398" y="304"/>
                    <a:pt x="3052" y="1"/>
                    <a:pt x="252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26"/>
            <p:cNvSpPr/>
            <p:nvPr/>
          </p:nvSpPr>
          <p:spPr>
            <a:xfrm>
              <a:off x="7722197" y="344437"/>
              <a:ext cx="178598" cy="61483"/>
            </a:xfrm>
            <a:custGeom>
              <a:avLst/>
              <a:gdLst/>
              <a:ahLst/>
              <a:cxnLst/>
              <a:rect l="l" t="t" r="r" b="b"/>
              <a:pathLst>
                <a:path w="4244" h="1461" extrusionOk="0">
                  <a:moveTo>
                    <a:pt x="2365" y="0"/>
                  </a:moveTo>
                  <a:cubicBezTo>
                    <a:pt x="2106" y="0"/>
                    <a:pt x="1816" y="24"/>
                    <a:pt x="1490" y="78"/>
                  </a:cubicBezTo>
                  <a:cubicBezTo>
                    <a:pt x="1" y="329"/>
                    <a:pt x="16" y="972"/>
                    <a:pt x="346" y="1379"/>
                  </a:cubicBezTo>
                  <a:cubicBezTo>
                    <a:pt x="393" y="1436"/>
                    <a:pt x="452" y="1460"/>
                    <a:pt x="525" y="1460"/>
                  </a:cubicBezTo>
                  <a:cubicBezTo>
                    <a:pt x="819" y="1460"/>
                    <a:pt x="1346" y="1069"/>
                    <a:pt x="2274" y="768"/>
                  </a:cubicBezTo>
                  <a:cubicBezTo>
                    <a:pt x="2606" y="663"/>
                    <a:pt x="2947" y="630"/>
                    <a:pt x="3249" y="630"/>
                  </a:cubicBezTo>
                  <a:cubicBezTo>
                    <a:pt x="3746" y="630"/>
                    <a:pt x="4139" y="718"/>
                    <a:pt x="4222" y="718"/>
                  </a:cubicBezTo>
                  <a:cubicBezTo>
                    <a:pt x="4239" y="718"/>
                    <a:pt x="4243" y="714"/>
                    <a:pt x="4233" y="705"/>
                  </a:cubicBezTo>
                  <a:cubicBezTo>
                    <a:pt x="3839" y="324"/>
                    <a:pt x="3310" y="0"/>
                    <a:pt x="236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26"/>
            <p:cNvSpPr/>
            <p:nvPr/>
          </p:nvSpPr>
          <p:spPr>
            <a:xfrm>
              <a:off x="7919858" y="334842"/>
              <a:ext cx="169130" cy="58958"/>
            </a:xfrm>
            <a:custGeom>
              <a:avLst/>
              <a:gdLst/>
              <a:ahLst/>
              <a:cxnLst/>
              <a:rect l="l" t="t" r="r" b="b"/>
              <a:pathLst>
                <a:path w="4019" h="1401" extrusionOk="0">
                  <a:moveTo>
                    <a:pt x="673" y="1"/>
                  </a:moveTo>
                  <a:cubicBezTo>
                    <a:pt x="1" y="1"/>
                    <a:pt x="106" y="290"/>
                    <a:pt x="382" y="730"/>
                  </a:cubicBezTo>
                  <a:cubicBezTo>
                    <a:pt x="538" y="973"/>
                    <a:pt x="845" y="1029"/>
                    <a:pt x="1246" y="1029"/>
                  </a:cubicBezTo>
                  <a:cubicBezTo>
                    <a:pt x="1491" y="1029"/>
                    <a:pt x="1772" y="1008"/>
                    <a:pt x="2075" y="996"/>
                  </a:cubicBezTo>
                  <a:cubicBezTo>
                    <a:pt x="2081" y="996"/>
                    <a:pt x="2086" y="996"/>
                    <a:pt x="2092" y="996"/>
                  </a:cubicBezTo>
                  <a:cubicBezTo>
                    <a:pt x="2460" y="996"/>
                    <a:pt x="3736" y="1400"/>
                    <a:pt x="3972" y="1400"/>
                  </a:cubicBezTo>
                  <a:cubicBezTo>
                    <a:pt x="4006" y="1400"/>
                    <a:pt x="4019" y="1392"/>
                    <a:pt x="4003" y="1372"/>
                  </a:cubicBezTo>
                  <a:cubicBezTo>
                    <a:pt x="3345" y="526"/>
                    <a:pt x="1934" y="134"/>
                    <a:pt x="1323" y="56"/>
                  </a:cubicBezTo>
                  <a:cubicBezTo>
                    <a:pt x="1053" y="18"/>
                    <a:pt x="839" y="1"/>
                    <a:pt x="67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7" name="Google Shape;7617;p26"/>
            <p:cNvSpPr/>
            <p:nvPr/>
          </p:nvSpPr>
          <p:spPr>
            <a:xfrm>
              <a:off x="8172732" y="958673"/>
              <a:ext cx="374703" cy="307286"/>
            </a:xfrm>
            <a:custGeom>
              <a:avLst/>
              <a:gdLst/>
              <a:ahLst/>
              <a:cxnLst/>
              <a:rect l="l" t="t" r="r" b="b"/>
              <a:pathLst>
                <a:path w="8904" h="7302" extrusionOk="0">
                  <a:moveTo>
                    <a:pt x="5820" y="1"/>
                  </a:moveTo>
                  <a:cubicBezTo>
                    <a:pt x="4732" y="1"/>
                    <a:pt x="3558" y="4123"/>
                    <a:pt x="0" y="6078"/>
                  </a:cubicBezTo>
                  <a:lnTo>
                    <a:pt x="1019" y="7301"/>
                  </a:lnTo>
                  <a:cubicBezTo>
                    <a:pt x="1019" y="7301"/>
                    <a:pt x="8903" y="4589"/>
                    <a:pt x="6490" y="561"/>
                  </a:cubicBezTo>
                  <a:cubicBezTo>
                    <a:pt x="6257" y="170"/>
                    <a:pt x="6040" y="1"/>
                    <a:pt x="58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8" name="Google Shape;7618;p26"/>
            <p:cNvSpPr/>
            <p:nvPr/>
          </p:nvSpPr>
          <p:spPr>
            <a:xfrm>
              <a:off x="8400945" y="1002565"/>
              <a:ext cx="52814" cy="45870"/>
            </a:xfrm>
            <a:custGeom>
              <a:avLst/>
              <a:gdLst/>
              <a:ahLst/>
              <a:cxnLst/>
              <a:rect l="l" t="t" r="r" b="b"/>
              <a:pathLst>
                <a:path w="1255" h="1090" extrusionOk="0">
                  <a:moveTo>
                    <a:pt x="638" y="1"/>
                  </a:moveTo>
                  <a:cubicBezTo>
                    <a:pt x="589" y="1"/>
                    <a:pt x="538" y="7"/>
                    <a:pt x="487" y="20"/>
                  </a:cubicBezTo>
                  <a:cubicBezTo>
                    <a:pt x="189" y="114"/>
                    <a:pt x="1" y="411"/>
                    <a:pt x="79" y="694"/>
                  </a:cubicBezTo>
                  <a:cubicBezTo>
                    <a:pt x="144" y="940"/>
                    <a:pt x="370" y="1090"/>
                    <a:pt x="614" y="1090"/>
                  </a:cubicBezTo>
                  <a:cubicBezTo>
                    <a:pt x="665" y="1090"/>
                    <a:pt x="717" y="1083"/>
                    <a:pt x="769" y="1070"/>
                  </a:cubicBezTo>
                  <a:cubicBezTo>
                    <a:pt x="1082" y="991"/>
                    <a:pt x="1255" y="694"/>
                    <a:pt x="1176" y="396"/>
                  </a:cubicBezTo>
                  <a:cubicBezTo>
                    <a:pt x="1111" y="160"/>
                    <a:pt x="892" y="1"/>
                    <a:pt x="6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9" name="Google Shape;7619;p26"/>
          <p:cNvGrpSpPr/>
          <p:nvPr/>
        </p:nvGrpSpPr>
        <p:grpSpPr>
          <a:xfrm rot="1801529">
            <a:off x="7734023" y="3412445"/>
            <a:ext cx="1255916" cy="1398817"/>
            <a:chOff x="1416325" y="1320700"/>
            <a:chExt cx="836250" cy="931400"/>
          </a:xfrm>
        </p:grpSpPr>
        <p:sp>
          <p:nvSpPr>
            <p:cNvPr id="7620" name="Google Shape;7620;p26"/>
            <p:cNvSpPr/>
            <p:nvPr/>
          </p:nvSpPr>
          <p:spPr>
            <a:xfrm>
              <a:off x="1638900" y="1365500"/>
              <a:ext cx="385225" cy="109350"/>
            </a:xfrm>
            <a:custGeom>
              <a:avLst/>
              <a:gdLst/>
              <a:ahLst/>
              <a:cxnLst/>
              <a:rect l="l" t="t" r="r" b="b"/>
              <a:pathLst>
                <a:path w="15409" h="4374" extrusionOk="0">
                  <a:moveTo>
                    <a:pt x="0" y="0"/>
                  </a:moveTo>
                  <a:cubicBezTo>
                    <a:pt x="47" y="2414"/>
                    <a:pt x="3480" y="4373"/>
                    <a:pt x="7712" y="4373"/>
                  </a:cubicBezTo>
                  <a:cubicBezTo>
                    <a:pt x="11944" y="4373"/>
                    <a:pt x="15377" y="2414"/>
                    <a:pt x="15408" y="0"/>
                  </a:cubicBezTo>
                  <a:lnTo>
                    <a:pt x="14013" y="0"/>
                  </a:lnTo>
                  <a:cubicBezTo>
                    <a:pt x="13230" y="1834"/>
                    <a:pt x="9593" y="3386"/>
                    <a:pt x="7712" y="3386"/>
                  </a:cubicBezTo>
                  <a:cubicBezTo>
                    <a:pt x="5753" y="3386"/>
                    <a:pt x="2305" y="1834"/>
                    <a:pt x="15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26"/>
            <p:cNvSpPr/>
            <p:nvPr/>
          </p:nvSpPr>
          <p:spPr>
            <a:xfrm>
              <a:off x="2087575" y="1957200"/>
              <a:ext cx="137950" cy="62150"/>
            </a:xfrm>
            <a:custGeom>
              <a:avLst/>
              <a:gdLst/>
              <a:ahLst/>
              <a:cxnLst/>
              <a:rect l="l" t="t" r="r" b="b"/>
              <a:pathLst>
                <a:path w="5518" h="2486" extrusionOk="0">
                  <a:moveTo>
                    <a:pt x="126" y="0"/>
                  </a:moveTo>
                  <a:lnTo>
                    <a:pt x="1" y="1474"/>
                  </a:lnTo>
                  <a:cubicBezTo>
                    <a:pt x="1328" y="1928"/>
                    <a:pt x="3563" y="2486"/>
                    <a:pt x="4670" y="2486"/>
                  </a:cubicBezTo>
                  <a:cubicBezTo>
                    <a:pt x="5053" y="2486"/>
                    <a:pt x="5302" y="2419"/>
                    <a:pt x="5330" y="2257"/>
                  </a:cubicBezTo>
                  <a:cubicBezTo>
                    <a:pt x="5518" y="1223"/>
                    <a:pt x="126" y="0"/>
                    <a:pt x="1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26"/>
            <p:cNvSpPr/>
            <p:nvPr/>
          </p:nvSpPr>
          <p:spPr>
            <a:xfrm>
              <a:off x="2068375" y="1618200"/>
              <a:ext cx="146575" cy="60025"/>
            </a:xfrm>
            <a:custGeom>
              <a:avLst/>
              <a:gdLst/>
              <a:ahLst/>
              <a:cxnLst/>
              <a:rect l="l" t="t" r="r" b="b"/>
              <a:pathLst>
                <a:path w="5863" h="2401" extrusionOk="0">
                  <a:moveTo>
                    <a:pt x="4791" y="0"/>
                  </a:moveTo>
                  <a:cubicBezTo>
                    <a:pt x="3212" y="0"/>
                    <a:pt x="0" y="1083"/>
                    <a:pt x="0" y="1083"/>
                  </a:cubicBezTo>
                  <a:lnTo>
                    <a:pt x="674" y="2400"/>
                  </a:lnTo>
                  <a:cubicBezTo>
                    <a:pt x="2508" y="2008"/>
                    <a:pt x="5863" y="895"/>
                    <a:pt x="5628" y="300"/>
                  </a:cubicBezTo>
                  <a:cubicBezTo>
                    <a:pt x="5546" y="85"/>
                    <a:pt x="5232" y="0"/>
                    <a:pt x="47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3" name="Google Shape;7623;p26"/>
            <p:cNvSpPr/>
            <p:nvPr/>
          </p:nvSpPr>
          <p:spPr>
            <a:xfrm>
              <a:off x="1446900" y="1618200"/>
              <a:ext cx="146575" cy="60025"/>
            </a:xfrm>
            <a:custGeom>
              <a:avLst/>
              <a:gdLst/>
              <a:ahLst/>
              <a:cxnLst/>
              <a:rect l="l" t="t" r="r" b="b"/>
              <a:pathLst>
                <a:path w="5863" h="2401" extrusionOk="0">
                  <a:moveTo>
                    <a:pt x="1064" y="0"/>
                  </a:moveTo>
                  <a:cubicBezTo>
                    <a:pt x="621" y="0"/>
                    <a:pt x="305" y="85"/>
                    <a:pt x="219" y="300"/>
                  </a:cubicBezTo>
                  <a:cubicBezTo>
                    <a:pt x="0" y="895"/>
                    <a:pt x="3354" y="2008"/>
                    <a:pt x="5188" y="2400"/>
                  </a:cubicBezTo>
                  <a:lnTo>
                    <a:pt x="5862" y="1083"/>
                  </a:lnTo>
                  <a:cubicBezTo>
                    <a:pt x="5862" y="1083"/>
                    <a:pt x="2651" y="0"/>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4" name="Google Shape;7624;p26"/>
            <p:cNvSpPr/>
            <p:nvPr/>
          </p:nvSpPr>
          <p:spPr>
            <a:xfrm>
              <a:off x="1450025" y="1963475"/>
              <a:ext cx="151675" cy="62300"/>
            </a:xfrm>
            <a:custGeom>
              <a:avLst/>
              <a:gdLst/>
              <a:ahLst/>
              <a:cxnLst/>
              <a:rect l="l" t="t" r="r" b="b"/>
              <a:pathLst>
                <a:path w="6067" h="2492" extrusionOk="0">
                  <a:moveTo>
                    <a:pt x="5925" y="0"/>
                  </a:moveTo>
                  <a:cubicBezTo>
                    <a:pt x="5925" y="0"/>
                    <a:pt x="0" y="1223"/>
                    <a:pt x="204" y="2273"/>
                  </a:cubicBezTo>
                  <a:cubicBezTo>
                    <a:pt x="232" y="2427"/>
                    <a:pt x="495" y="2492"/>
                    <a:pt x="905" y="2492"/>
                  </a:cubicBezTo>
                  <a:cubicBezTo>
                    <a:pt x="2115" y="2492"/>
                    <a:pt x="4603" y="1930"/>
                    <a:pt x="6066" y="1473"/>
                  </a:cubicBezTo>
                  <a:lnTo>
                    <a:pt x="59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26"/>
            <p:cNvSpPr/>
            <p:nvPr/>
          </p:nvSpPr>
          <p:spPr>
            <a:xfrm>
              <a:off x="1426200" y="1337900"/>
              <a:ext cx="812575" cy="914200"/>
            </a:xfrm>
            <a:custGeom>
              <a:avLst/>
              <a:gdLst/>
              <a:ahLst/>
              <a:cxnLst/>
              <a:rect l="l" t="t" r="r" b="b"/>
              <a:pathLst>
                <a:path w="32503" h="36568" extrusionOk="0">
                  <a:moveTo>
                    <a:pt x="24068" y="1"/>
                  </a:moveTo>
                  <a:cubicBezTo>
                    <a:pt x="23936" y="1"/>
                    <a:pt x="23805" y="36"/>
                    <a:pt x="23697" y="101"/>
                  </a:cubicBezTo>
                  <a:cubicBezTo>
                    <a:pt x="23524" y="195"/>
                    <a:pt x="23415" y="352"/>
                    <a:pt x="23368" y="540"/>
                  </a:cubicBezTo>
                  <a:cubicBezTo>
                    <a:pt x="22772" y="2922"/>
                    <a:pt x="18728" y="4960"/>
                    <a:pt x="16157" y="4960"/>
                  </a:cubicBezTo>
                  <a:cubicBezTo>
                    <a:pt x="14261" y="4960"/>
                    <a:pt x="9841" y="3502"/>
                    <a:pt x="9229" y="712"/>
                  </a:cubicBezTo>
                  <a:cubicBezTo>
                    <a:pt x="9182" y="493"/>
                    <a:pt x="9041" y="289"/>
                    <a:pt x="8838" y="164"/>
                  </a:cubicBezTo>
                  <a:cubicBezTo>
                    <a:pt x="8704" y="91"/>
                    <a:pt x="8556" y="53"/>
                    <a:pt x="8404" y="53"/>
                  </a:cubicBezTo>
                  <a:cubicBezTo>
                    <a:pt x="8325" y="53"/>
                    <a:pt x="8244" y="64"/>
                    <a:pt x="8164" y="85"/>
                  </a:cubicBezTo>
                  <a:cubicBezTo>
                    <a:pt x="6063" y="681"/>
                    <a:pt x="1298" y="2358"/>
                    <a:pt x="170" y="5258"/>
                  </a:cubicBezTo>
                  <a:cubicBezTo>
                    <a:pt x="0" y="5695"/>
                    <a:pt x="1217" y="6006"/>
                    <a:pt x="3019" y="6006"/>
                  </a:cubicBezTo>
                  <a:cubicBezTo>
                    <a:pt x="3217" y="6006"/>
                    <a:pt x="3422" y="6002"/>
                    <a:pt x="3634" y="5994"/>
                  </a:cubicBezTo>
                  <a:lnTo>
                    <a:pt x="5828" y="11606"/>
                  </a:lnTo>
                  <a:cubicBezTo>
                    <a:pt x="6048" y="12170"/>
                    <a:pt x="6016" y="12813"/>
                    <a:pt x="5718" y="13346"/>
                  </a:cubicBezTo>
                  <a:lnTo>
                    <a:pt x="4386" y="15838"/>
                  </a:lnTo>
                  <a:cubicBezTo>
                    <a:pt x="3775" y="16998"/>
                    <a:pt x="3555" y="18330"/>
                    <a:pt x="3790" y="19631"/>
                  </a:cubicBezTo>
                  <a:lnTo>
                    <a:pt x="4966" y="26105"/>
                  </a:lnTo>
                  <a:cubicBezTo>
                    <a:pt x="5185" y="27359"/>
                    <a:pt x="5750" y="28534"/>
                    <a:pt x="6596" y="29475"/>
                  </a:cubicBezTo>
                  <a:cubicBezTo>
                    <a:pt x="8054" y="31136"/>
                    <a:pt x="10452" y="33722"/>
                    <a:pt x="12082" y="34898"/>
                  </a:cubicBezTo>
                  <a:cubicBezTo>
                    <a:pt x="13403" y="35856"/>
                    <a:pt x="14905" y="36567"/>
                    <a:pt x="16493" y="36567"/>
                  </a:cubicBezTo>
                  <a:cubicBezTo>
                    <a:pt x="17788" y="36567"/>
                    <a:pt x="19141" y="36095"/>
                    <a:pt x="20499" y="34898"/>
                  </a:cubicBezTo>
                  <a:cubicBezTo>
                    <a:pt x="22051" y="33550"/>
                    <a:pt x="23885" y="31653"/>
                    <a:pt x="25264" y="30196"/>
                  </a:cubicBezTo>
                  <a:cubicBezTo>
                    <a:pt x="26581" y="28785"/>
                    <a:pt x="27459" y="27045"/>
                    <a:pt x="27804" y="25148"/>
                  </a:cubicBezTo>
                  <a:lnTo>
                    <a:pt x="28838" y="19333"/>
                  </a:lnTo>
                  <a:cubicBezTo>
                    <a:pt x="29042" y="18236"/>
                    <a:pt x="28869" y="17092"/>
                    <a:pt x="28336" y="16104"/>
                  </a:cubicBezTo>
                  <a:lnTo>
                    <a:pt x="26628" y="12907"/>
                  </a:lnTo>
                  <a:cubicBezTo>
                    <a:pt x="26487" y="12640"/>
                    <a:pt x="26471" y="12343"/>
                    <a:pt x="26565" y="12076"/>
                  </a:cubicBezTo>
                  <a:lnTo>
                    <a:pt x="28948" y="5994"/>
                  </a:lnTo>
                  <a:cubicBezTo>
                    <a:pt x="29155" y="6002"/>
                    <a:pt x="29355" y="6006"/>
                    <a:pt x="29549" y="6006"/>
                  </a:cubicBezTo>
                  <a:cubicBezTo>
                    <a:pt x="31311" y="6006"/>
                    <a:pt x="32503" y="5695"/>
                    <a:pt x="32333" y="5258"/>
                  </a:cubicBezTo>
                  <a:cubicBezTo>
                    <a:pt x="31189" y="2264"/>
                    <a:pt x="26220" y="587"/>
                    <a:pt x="24245" y="22"/>
                  </a:cubicBezTo>
                  <a:cubicBezTo>
                    <a:pt x="24187" y="8"/>
                    <a:pt x="24127" y="1"/>
                    <a:pt x="240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26"/>
            <p:cNvSpPr/>
            <p:nvPr/>
          </p:nvSpPr>
          <p:spPr>
            <a:xfrm>
              <a:off x="1928100" y="1448550"/>
              <a:ext cx="195150" cy="247300"/>
            </a:xfrm>
            <a:custGeom>
              <a:avLst/>
              <a:gdLst/>
              <a:ahLst/>
              <a:cxnLst/>
              <a:rect l="l" t="t" r="r" b="b"/>
              <a:pathLst>
                <a:path w="7806" h="9892" extrusionOk="0">
                  <a:moveTo>
                    <a:pt x="1944" y="1"/>
                  </a:moveTo>
                  <a:lnTo>
                    <a:pt x="141" y="800"/>
                  </a:lnTo>
                  <a:lnTo>
                    <a:pt x="0" y="1114"/>
                  </a:lnTo>
                  <a:lnTo>
                    <a:pt x="2445" y="9891"/>
                  </a:lnTo>
                  <a:lnTo>
                    <a:pt x="6113" y="8277"/>
                  </a:lnTo>
                  <a:lnTo>
                    <a:pt x="7806" y="2133"/>
                  </a:lnTo>
                  <a:cubicBezTo>
                    <a:pt x="5455" y="1757"/>
                    <a:pt x="3966" y="1098"/>
                    <a:pt x="194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26"/>
            <p:cNvSpPr/>
            <p:nvPr/>
          </p:nvSpPr>
          <p:spPr>
            <a:xfrm>
              <a:off x="1540550" y="1449350"/>
              <a:ext cx="193200" cy="247275"/>
            </a:xfrm>
            <a:custGeom>
              <a:avLst/>
              <a:gdLst/>
              <a:ahLst/>
              <a:cxnLst/>
              <a:rect l="l" t="t" r="r" b="b"/>
              <a:pathLst>
                <a:path w="7728" h="9891" extrusionOk="0">
                  <a:moveTo>
                    <a:pt x="5800" y="0"/>
                  </a:moveTo>
                  <a:cubicBezTo>
                    <a:pt x="3840" y="1333"/>
                    <a:pt x="2430" y="1725"/>
                    <a:pt x="0" y="2116"/>
                  </a:cubicBezTo>
                  <a:lnTo>
                    <a:pt x="2101" y="8104"/>
                  </a:lnTo>
                  <a:lnTo>
                    <a:pt x="5314" y="9891"/>
                  </a:lnTo>
                  <a:lnTo>
                    <a:pt x="7728" y="1098"/>
                  </a:lnTo>
                  <a:lnTo>
                    <a:pt x="7602" y="784"/>
                  </a:lnTo>
                  <a:lnTo>
                    <a:pt x="580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8" name="Google Shape;7628;p26"/>
            <p:cNvSpPr/>
            <p:nvPr/>
          </p:nvSpPr>
          <p:spPr>
            <a:xfrm>
              <a:off x="1696100" y="1478725"/>
              <a:ext cx="281400" cy="224950"/>
            </a:xfrm>
            <a:custGeom>
              <a:avLst/>
              <a:gdLst/>
              <a:ahLst/>
              <a:cxnLst/>
              <a:rect l="l" t="t" r="r" b="b"/>
              <a:pathLst>
                <a:path w="11256" h="8998" extrusionOk="0">
                  <a:moveTo>
                    <a:pt x="2180" y="1"/>
                  </a:moveTo>
                  <a:lnTo>
                    <a:pt x="1" y="8998"/>
                  </a:lnTo>
                  <a:lnTo>
                    <a:pt x="11255" y="8998"/>
                  </a:lnTo>
                  <a:lnTo>
                    <a:pt x="8496" y="1"/>
                  </a:lnTo>
                  <a:cubicBezTo>
                    <a:pt x="7347" y="417"/>
                    <a:pt x="6367" y="654"/>
                    <a:pt x="5336" y="654"/>
                  </a:cubicBezTo>
                  <a:cubicBezTo>
                    <a:pt x="4385" y="654"/>
                    <a:pt x="3390" y="452"/>
                    <a:pt x="218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9" name="Google Shape;7629;p26"/>
            <p:cNvSpPr/>
            <p:nvPr/>
          </p:nvSpPr>
          <p:spPr>
            <a:xfrm>
              <a:off x="1655750" y="1709925"/>
              <a:ext cx="358175" cy="363275"/>
            </a:xfrm>
            <a:custGeom>
              <a:avLst/>
              <a:gdLst/>
              <a:ahLst/>
              <a:cxnLst/>
              <a:rect l="l" t="t" r="r" b="b"/>
              <a:pathLst>
                <a:path w="14327" h="14531" extrusionOk="0">
                  <a:moveTo>
                    <a:pt x="1474" y="1"/>
                  </a:moveTo>
                  <a:lnTo>
                    <a:pt x="1301" y="377"/>
                  </a:lnTo>
                  <a:cubicBezTo>
                    <a:pt x="0" y="7289"/>
                    <a:pt x="3182" y="13324"/>
                    <a:pt x="3747" y="14531"/>
                  </a:cubicBezTo>
                  <a:cubicBezTo>
                    <a:pt x="4837" y="14191"/>
                    <a:pt x="6093" y="13923"/>
                    <a:pt x="7402" y="13923"/>
                  </a:cubicBezTo>
                  <a:cubicBezTo>
                    <a:pt x="8446" y="13923"/>
                    <a:pt x="9524" y="14093"/>
                    <a:pt x="10581" y="14531"/>
                  </a:cubicBezTo>
                  <a:cubicBezTo>
                    <a:pt x="14327" y="6976"/>
                    <a:pt x="13104" y="377"/>
                    <a:pt x="13104" y="377"/>
                  </a:cubicBezTo>
                  <a:lnTo>
                    <a:pt x="12916"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0" name="Google Shape;7630;p26"/>
            <p:cNvSpPr/>
            <p:nvPr/>
          </p:nvSpPr>
          <p:spPr>
            <a:xfrm>
              <a:off x="1929275" y="1677025"/>
              <a:ext cx="212800" cy="440475"/>
            </a:xfrm>
            <a:custGeom>
              <a:avLst/>
              <a:gdLst/>
              <a:ahLst/>
              <a:cxnLst/>
              <a:rect l="l" t="t" r="r" b="b"/>
              <a:pathLst>
                <a:path w="8512" h="17619" extrusionOk="0">
                  <a:moveTo>
                    <a:pt x="6113" y="0"/>
                  </a:moveTo>
                  <a:lnTo>
                    <a:pt x="2602" y="1615"/>
                  </a:lnTo>
                  <a:cubicBezTo>
                    <a:pt x="2602" y="1615"/>
                    <a:pt x="3699" y="8621"/>
                    <a:pt x="0" y="15925"/>
                  </a:cubicBezTo>
                  <a:lnTo>
                    <a:pt x="3433" y="17618"/>
                  </a:lnTo>
                  <a:cubicBezTo>
                    <a:pt x="3433" y="17618"/>
                    <a:pt x="5721" y="16348"/>
                    <a:pt x="6740" y="13699"/>
                  </a:cubicBezTo>
                  <a:cubicBezTo>
                    <a:pt x="7743" y="11066"/>
                    <a:pt x="8511" y="5470"/>
                    <a:pt x="8417" y="4420"/>
                  </a:cubicBezTo>
                  <a:cubicBezTo>
                    <a:pt x="8323" y="3511"/>
                    <a:pt x="6113" y="0"/>
                    <a:pt x="611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1" name="Google Shape;7631;p26"/>
            <p:cNvSpPr/>
            <p:nvPr/>
          </p:nvSpPr>
          <p:spPr>
            <a:xfrm>
              <a:off x="1531525" y="1677025"/>
              <a:ext cx="211625" cy="440475"/>
            </a:xfrm>
            <a:custGeom>
              <a:avLst/>
              <a:gdLst/>
              <a:ahLst/>
              <a:cxnLst/>
              <a:rect l="l" t="t" r="r" b="b"/>
              <a:pathLst>
                <a:path w="8465" h="17619" extrusionOk="0">
                  <a:moveTo>
                    <a:pt x="2367" y="0"/>
                  </a:moveTo>
                  <a:cubicBezTo>
                    <a:pt x="2367" y="0"/>
                    <a:pt x="189" y="3511"/>
                    <a:pt x="95" y="4420"/>
                  </a:cubicBezTo>
                  <a:cubicBezTo>
                    <a:pt x="1" y="5470"/>
                    <a:pt x="753" y="11066"/>
                    <a:pt x="1756" y="13699"/>
                  </a:cubicBezTo>
                  <a:cubicBezTo>
                    <a:pt x="2775" y="16348"/>
                    <a:pt x="5048" y="17618"/>
                    <a:pt x="5048" y="17618"/>
                  </a:cubicBezTo>
                  <a:lnTo>
                    <a:pt x="8465" y="15925"/>
                  </a:lnTo>
                  <a:cubicBezTo>
                    <a:pt x="4781" y="8621"/>
                    <a:pt x="5879" y="1615"/>
                    <a:pt x="5879" y="1615"/>
                  </a:cubicBezTo>
                  <a:lnTo>
                    <a:pt x="5675" y="1207"/>
                  </a:lnTo>
                  <a:lnTo>
                    <a:pt x="2367"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26"/>
            <p:cNvSpPr/>
            <p:nvPr/>
          </p:nvSpPr>
          <p:spPr>
            <a:xfrm>
              <a:off x="1675350" y="2073575"/>
              <a:ext cx="320950" cy="164600"/>
            </a:xfrm>
            <a:custGeom>
              <a:avLst/>
              <a:gdLst/>
              <a:ahLst/>
              <a:cxnLst/>
              <a:rect l="l" t="t" r="r" b="b"/>
              <a:pathLst>
                <a:path w="12838" h="6584" extrusionOk="0">
                  <a:moveTo>
                    <a:pt x="6427" y="1"/>
                  </a:moveTo>
                  <a:cubicBezTo>
                    <a:pt x="5298" y="1"/>
                    <a:pt x="0" y="1631"/>
                    <a:pt x="157" y="2493"/>
                  </a:cubicBezTo>
                  <a:cubicBezTo>
                    <a:pt x="392" y="3903"/>
                    <a:pt x="4530" y="6584"/>
                    <a:pt x="6646" y="6584"/>
                  </a:cubicBezTo>
                  <a:cubicBezTo>
                    <a:pt x="8887" y="6584"/>
                    <a:pt x="12837" y="3418"/>
                    <a:pt x="12775" y="2195"/>
                  </a:cubicBezTo>
                  <a:cubicBezTo>
                    <a:pt x="12728" y="1098"/>
                    <a:pt x="7571" y="1"/>
                    <a:pt x="642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26"/>
            <p:cNvSpPr/>
            <p:nvPr/>
          </p:nvSpPr>
          <p:spPr>
            <a:xfrm>
              <a:off x="1423375" y="1342625"/>
              <a:ext cx="252475" cy="140350"/>
            </a:xfrm>
            <a:custGeom>
              <a:avLst/>
              <a:gdLst/>
              <a:ahLst/>
              <a:cxnLst/>
              <a:rect l="l" t="t" r="r" b="b"/>
              <a:pathLst>
                <a:path w="10099" h="5614" extrusionOk="0">
                  <a:moveTo>
                    <a:pt x="8339" y="0"/>
                  </a:moveTo>
                  <a:cubicBezTo>
                    <a:pt x="8303" y="0"/>
                    <a:pt x="8267" y="2"/>
                    <a:pt x="8230" y="6"/>
                  </a:cubicBezTo>
                  <a:cubicBezTo>
                    <a:pt x="6458" y="178"/>
                    <a:pt x="1" y="4034"/>
                    <a:pt x="533" y="5116"/>
                  </a:cubicBezTo>
                  <a:cubicBezTo>
                    <a:pt x="668" y="5391"/>
                    <a:pt x="1725" y="5614"/>
                    <a:pt x="3154" y="5614"/>
                  </a:cubicBezTo>
                  <a:cubicBezTo>
                    <a:pt x="5068" y="5614"/>
                    <a:pt x="7649" y="5214"/>
                    <a:pt x="9578" y="4003"/>
                  </a:cubicBezTo>
                  <a:cubicBezTo>
                    <a:pt x="10099" y="3666"/>
                    <a:pt x="9930" y="0"/>
                    <a:pt x="833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26"/>
            <p:cNvSpPr/>
            <p:nvPr/>
          </p:nvSpPr>
          <p:spPr>
            <a:xfrm>
              <a:off x="1993825" y="1346150"/>
              <a:ext cx="245425" cy="137350"/>
            </a:xfrm>
            <a:custGeom>
              <a:avLst/>
              <a:gdLst/>
              <a:ahLst/>
              <a:cxnLst/>
              <a:rect l="l" t="t" r="r" b="b"/>
              <a:pathLst>
                <a:path w="9817" h="5494" extrusionOk="0">
                  <a:moveTo>
                    <a:pt x="1714" y="0"/>
                  </a:moveTo>
                  <a:cubicBezTo>
                    <a:pt x="169" y="0"/>
                    <a:pt x="0" y="3587"/>
                    <a:pt x="506" y="3909"/>
                  </a:cubicBezTo>
                  <a:cubicBezTo>
                    <a:pt x="2380" y="5102"/>
                    <a:pt x="4890" y="5494"/>
                    <a:pt x="6751" y="5494"/>
                  </a:cubicBezTo>
                  <a:cubicBezTo>
                    <a:pt x="8143" y="5494"/>
                    <a:pt x="9172" y="5274"/>
                    <a:pt x="9299" y="5006"/>
                  </a:cubicBezTo>
                  <a:cubicBezTo>
                    <a:pt x="9816" y="3940"/>
                    <a:pt x="3531" y="178"/>
                    <a:pt x="1823" y="6"/>
                  </a:cubicBezTo>
                  <a:cubicBezTo>
                    <a:pt x="1786" y="2"/>
                    <a:pt x="1749" y="0"/>
                    <a:pt x="171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26"/>
            <p:cNvSpPr/>
            <p:nvPr/>
          </p:nvSpPr>
          <p:spPr>
            <a:xfrm>
              <a:off x="1680825" y="2067300"/>
              <a:ext cx="310375" cy="157950"/>
            </a:xfrm>
            <a:custGeom>
              <a:avLst/>
              <a:gdLst/>
              <a:ahLst/>
              <a:cxnLst/>
              <a:rect l="l" t="t" r="r" b="b"/>
              <a:pathLst>
                <a:path w="12415" h="6318" extrusionOk="0">
                  <a:moveTo>
                    <a:pt x="6208" y="1"/>
                  </a:moveTo>
                  <a:cubicBezTo>
                    <a:pt x="5110" y="1"/>
                    <a:pt x="1" y="1568"/>
                    <a:pt x="142" y="2399"/>
                  </a:cubicBezTo>
                  <a:cubicBezTo>
                    <a:pt x="377" y="3747"/>
                    <a:pt x="4374" y="6317"/>
                    <a:pt x="6427" y="6317"/>
                  </a:cubicBezTo>
                  <a:cubicBezTo>
                    <a:pt x="8590" y="6317"/>
                    <a:pt x="12415" y="3277"/>
                    <a:pt x="12352" y="2117"/>
                  </a:cubicBezTo>
                  <a:cubicBezTo>
                    <a:pt x="12305" y="1067"/>
                    <a:pt x="7320" y="1"/>
                    <a:pt x="6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6" name="Google Shape;7636;p26"/>
            <p:cNvSpPr/>
            <p:nvPr/>
          </p:nvSpPr>
          <p:spPr>
            <a:xfrm>
              <a:off x="1684350" y="2119825"/>
              <a:ext cx="306450" cy="105425"/>
            </a:xfrm>
            <a:custGeom>
              <a:avLst/>
              <a:gdLst/>
              <a:ahLst/>
              <a:cxnLst/>
              <a:rect l="l" t="t" r="r" b="b"/>
              <a:pathLst>
                <a:path w="12258" h="4217" extrusionOk="0">
                  <a:moveTo>
                    <a:pt x="12211" y="0"/>
                  </a:moveTo>
                  <a:cubicBezTo>
                    <a:pt x="10502" y="721"/>
                    <a:pt x="8277" y="1160"/>
                    <a:pt x="5831" y="1160"/>
                  </a:cubicBezTo>
                  <a:cubicBezTo>
                    <a:pt x="3637" y="1160"/>
                    <a:pt x="1631" y="799"/>
                    <a:pt x="16" y="220"/>
                  </a:cubicBezTo>
                  <a:cubicBezTo>
                    <a:pt x="1" y="251"/>
                    <a:pt x="1" y="267"/>
                    <a:pt x="1" y="298"/>
                  </a:cubicBezTo>
                  <a:cubicBezTo>
                    <a:pt x="236" y="1646"/>
                    <a:pt x="4233" y="4216"/>
                    <a:pt x="6286" y="4216"/>
                  </a:cubicBezTo>
                  <a:cubicBezTo>
                    <a:pt x="8449" y="4216"/>
                    <a:pt x="12258" y="1176"/>
                    <a:pt x="12211" y="16"/>
                  </a:cubicBezTo>
                  <a:cubicBezTo>
                    <a:pt x="12211" y="0"/>
                    <a:pt x="12211" y="0"/>
                    <a:pt x="1221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7" name="Google Shape;7637;p26"/>
            <p:cNvSpPr/>
            <p:nvPr/>
          </p:nvSpPr>
          <p:spPr>
            <a:xfrm>
              <a:off x="1661225" y="1709925"/>
              <a:ext cx="347225" cy="350350"/>
            </a:xfrm>
            <a:custGeom>
              <a:avLst/>
              <a:gdLst/>
              <a:ahLst/>
              <a:cxnLst/>
              <a:rect l="l" t="t" r="r" b="b"/>
              <a:pathLst>
                <a:path w="13889" h="14014" extrusionOk="0">
                  <a:moveTo>
                    <a:pt x="1270" y="1"/>
                  </a:moveTo>
                  <a:cubicBezTo>
                    <a:pt x="1" y="6850"/>
                    <a:pt x="3089" y="12822"/>
                    <a:pt x="3637" y="14014"/>
                  </a:cubicBezTo>
                  <a:cubicBezTo>
                    <a:pt x="4690" y="13674"/>
                    <a:pt x="5901" y="13412"/>
                    <a:pt x="7165" y="13412"/>
                  </a:cubicBezTo>
                  <a:cubicBezTo>
                    <a:pt x="8179" y="13412"/>
                    <a:pt x="9226" y="13581"/>
                    <a:pt x="10252" y="14014"/>
                  </a:cubicBezTo>
                  <a:cubicBezTo>
                    <a:pt x="13888" y="6521"/>
                    <a:pt x="12697" y="1"/>
                    <a:pt x="12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26"/>
            <p:cNvSpPr/>
            <p:nvPr/>
          </p:nvSpPr>
          <p:spPr>
            <a:xfrm>
              <a:off x="1706700" y="1933300"/>
              <a:ext cx="257075" cy="126975"/>
            </a:xfrm>
            <a:custGeom>
              <a:avLst/>
              <a:gdLst/>
              <a:ahLst/>
              <a:cxnLst/>
              <a:rect l="l" t="t" r="r" b="b"/>
              <a:pathLst>
                <a:path w="10283" h="5079" extrusionOk="0">
                  <a:moveTo>
                    <a:pt x="10282" y="0"/>
                  </a:moveTo>
                  <a:lnTo>
                    <a:pt x="10282" y="0"/>
                  </a:lnTo>
                  <a:cubicBezTo>
                    <a:pt x="8402" y="408"/>
                    <a:pt x="6301" y="643"/>
                    <a:pt x="4075" y="643"/>
                  </a:cubicBezTo>
                  <a:cubicBezTo>
                    <a:pt x="2665" y="643"/>
                    <a:pt x="1301" y="549"/>
                    <a:pt x="0" y="376"/>
                  </a:cubicBezTo>
                  <a:lnTo>
                    <a:pt x="0" y="376"/>
                  </a:lnTo>
                  <a:cubicBezTo>
                    <a:pt x="674" y="2774"/>
                    <a:pt x="1552" y="4499"/>
                    <a:pt x="1818" y="5079"/>
                  </a:cubicBezTo>
                  <a:cubicBezTo>
                    <a:pt x="2871" y="4739"/>
                    <a:pt x="4082" y="4477"/>
                    <a:pt x="5346" y="4477"/>
                  </a:cubicBezTo>
                  <a:cubicBezTo>
                    <a:pt x="6360" y="4477"/>
                    <a:pt x="7407" y="4646"/>
                    <a:pt x="8433" y="5079"/>
                  </a:cubicBezTo>
                  <a:cubicBezTo>
                    <a:pt x="9295" y="3307"/>
                    <a:pt x="9891" y="1599"/>
                    <a:pt x="10282"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26"/>
            <p:cNvSpPr/>
            <p:nvPr/>
          </p:nvSpPr>
          <p:spPr>
            <a:xfrm>
              <a:off x="1416325" y="1320700"/>
              <a:ext cx="263475" cy="155750"/>
            </a:xfrm>
            <a:custGeom>
              <a:avLst/>
              <a:gdLst/>
              <a:ahLst/>
              <a:cxnLst/>
              <a:rect l="l" t="t" r="r" b="b"/>
              <a:pathLst>
                <a:path w="10539" h="6230" extrusionOk="0">
                  <a:moveTo>
                    <a:pt x="8678" y="0"/>
                  </a:moveTo>
                  <a:cubicBezTo>
                    <a:pt x="8644" y="0"/>
                    <a:pt x="8610" y="2"/>
                    <a:pt x="8574" y="5"/>
                  </a:cubicBezTo>
                  <a:cubicBezTo>
                    <a:pt x="6740" y="193"/>
                    <a:pt x="0" y="4425"/>
                    <a:pt x="549" y="5648"/>
                  </a:cubicBezTo>
                  <a:cubicBezTo>
                    <a:pt x="694" y="5965"/>
                    <a:pt x="1854" y="6230"/>
                    <a:pt x="3408" y="6230"/>
                  </a:cubicBezTo>
                  <a:cubicBezTo>
                    <a:pt x="5392" y="6230"/>
                    <a:pt x="8016" y="5798"/>
                    <a:pt x="9985" y="4488"/>
                  </a:cubicBezTo>
                  <a:cubicBezTo>
                    <a:pt x="10538" y="4119"/>
                    <a:pt x="10368" y="0"/>
                    <a:pt x="8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0" name="Google Shape;7640;p26"/>
            <p:cNvSpPr/>
            <p:nvPr/>
          </p:nvSpPr>
          <p:spPr>
            <a:xfrm>
              <a:off x="1424950" y="1407025"/>
              <a:ext cx="145000" cy="69325"/>
            </a:xfrm>
            <a:custGeom>
              <a:avLst/>
              <a:gdLst/>
              <a:ahLst/>
              <a:cxnLst/>
              <a:rect l="l" t="t" r="r" b="b"/>
              <a:pathLst>
                <a:path w="5800" h="2773" extrusionOk="0">
                  <a:moveTo>
                    <a:pt x="1928" y="1"/>
                  </a:moveTo>
                  <a:cubicBezTo>
                    <a:pt x="768" y="910"/>
                    <a:pt x="0" y="1756"/>
                    <a:pt x="204" y="2195"/>
                  </a:cubicBezTo>
                  <a:cubicBezTo>
                    <a:pt x="346" y="2510"/>
                    <a:pt x="1498" y="2773"/>
                    <a:pt x="3043" y="2773"/>
                  </a:cubicBezTo>
                  <a:cubicBezTo>
                    <a:pt x="3879" y="2773"/>
                    <a:pt x="4831" y="2696"/>
                    <a:pt x="5800" y="2508"/>
                  </a:cubicBezTo>
                  <a:cubicBezTo>
                    <a:pt x="5659" y="2446"/>
                    <a:pt x="5502" y="2383"/>
                    <a:pt x="5361" y="2320"/>
                  </a:cubicBezTo>
                  <a:cubicBezTo>
                    <a:pt x="4013" y="1693"/>
                    <a:pt x="2853" y="894"/>
                    <a:pt x="1928"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1" name="Google Shape;7641;p26"/>
            <p:cNvSpPr/>
            <p:nvPr/>
          </p:nvSpPr>
          <p:spPr>
            <a:xfrm>
              <a:off x="1987525" y="1320700"/>
              <a:ext cx="265050" cy="155750"/>
            </a:xfrm>
            <a:custGeom>
              <a:avLst/>
              <a:gdLst/>
              <a:ahLst/>
              <a:cxnLst/>
              <a:rect l="l" t="t" r="r" b="b"/>
              <a:pathLst>
                <a:path w="10602" h="6230" extrusionOk="0">
                  <a:moveTo>
                    <a:pt x="1861" y="0"/>
                  </a:moveTo>
                  <a:cubicBezTo>
                    <a:pt x="171" y="0"/>
                    <a:pt x="1" y="4119"/>
                    <a:pt x="539" y="4488"/>
                  </a:cubicBezTo>
                  <a:cubicBezTo>
                    <a:pt x="2516" y="5798"/>
                    <a:pt x="5164" y="6230"/>
                    <a:pt x="7164" y="6230"/>
                  </a:cubicBezTo>
                  <a:cubicBezTo>
                    <a:pt x="8730" y="6230"/>
                    <a:pt x="9899" y="5965"/>
                    <a:pt x="10037" y="5648"/>
                  </a:cubicBezTo>
                  <a:cubicBezTo>
                    <a:pt x="10601" y="4425"/>
                    <a:pt x="3814" y="193"/>
                    <a:pt x="1965" y="5"/>
                  </a:cubicBezTo>
                  <a:cubicBezTo>
                    <a:pt x="1930" y="2"/>
                    <a:pt x="1895" y="0"/>
                    <a:pt x="1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26"/>
            <p:cNvSpPr/>
            <p:nvPr/>
          </p:nvSpPr>
          <p:spPr>
            <a:xfrm>
              <a:off x="2094625" y="1425050"/>
              <a:ext cx="147750" cy="51375"/>
            </a:xfrm>
            <a:custGeom>
              <a:avLst/>
              <a:gdLst/>
              <a:ahLst/>
              <a:cxnLst/>
              <a:rect l="l" t="t" r="r" b="b"/>
              <a:pathLst>
                <a:path w="5910" h="2055" extrusionOk="0">
                  <a:moveTo>
                    <a:pt x="4875" y="1"/>
                  </a:moveTo>
                  <a:cubicBezTo>
                    <a:pt x="3966" y="502"/>
                    <a:pt x="2900" y="957"/>
                    <a:pt x="1756" y="1317"/>
                  </a:cubicBezTo>
                  <a:cubicBezTo>
                    <a:pt x="1161" y="1505"/>
                    <a:pt x="565" y="1646"/>
                    <a:pt x="1" y="1772"/>
                  </a:cubicBezTo>
                  <a:cubicBezTo>
                    <a:pt x="1005" y="1973"/>
                    <a:pt x="1995" y="2054"/>
                    <a:pt x="2864" y="2054"/>
                  </a:cubicBezTo>
                  <a:cubicBezTo>
                    <a:pt x="4437" y="2054"/>
                    <a:pt x="5612" y="1787"/>
                    <a:pt x="5753" y="1474"/>
                  </a:cubicBezTo>
                  <a:cubicBezTo>
                    <a:pt x="5910" y="1145"/>
                    <a:pt x="5534" y="612"/>
                    <a:pt x="487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26"/>
            <p:cNvSpPr/>
            <p:nvPr/>
          </p:nvSpPr>
          <p:spPr>
            <a:xfrm>
              <a:off x="1696100" y="1475600"/>
              <a:ext cx="281400" cy="216725"/>
            </a:xfrm>
            <a:custGeom>
              <a:avLst/>
              <a:gdLst/>
              <a:ahLst/>
              <a:cxnLst/>
              <a:rect l="l" t="t" r="r" b="b"/>
              <a:pathLst>
                <a:path w="11256" h="8669" extrusionOk="0">
                  <a:moveTo>
                    <a:pt x="2180" y="1"/>
                  </a:moveTo>
                  <a:lnTo>
                    <a:pt x="1" y="8668"/>
                  </a:lnTo>
                  <a:lnTo>
                    <a:pt x="11255" y="8668"/>
                  </a:lnTo>
                  <a:lnTo>
                    <a:pt x="8496" y="1"/>
                  </a:lnTo>
                  <a:cubicBezTo>
                    <a:pt x="7345" y="401"/>
                    <a:pt x="6364" y="631"/>
                    <a:pt x="5331" y="631"/>
                  </a:cubicBezTo>
                  <a:cubicBezTo>
                    <a:pt x="4382" y="631"/>
                    <a:pt x="3389" y="436"/>
                    <a:pt x="2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4" name="Google Shape;7644;p26"/>
            <p:cNvSpPr/>
            <p:nvPr/>
          </p:nvSpPr>
          <p:spPr>
            <a:xfrm>
              <a:off x="1696100" y="1580625"/>
              <a:ext cx="281000" cy="111700"/>
            </a:xfrm>
            <a:custGeom>
              <a:avLst/>
              <a:gdLst/>
              <a:ahLst/>
              <a:cxnLst/>
              <a:rect l="l" t="t" r="r" b="b"/>
              <a:pathLst>
                <a:path w="11240" h="4468" extrusionOk="0">
                  <a:moveTo>
                    <a:pt x="1129" y="0"/>
                  </a:moveTo>
                  <a:lnTo>
                    <a:pt x="1" y="4467"/>
                  </a:lnTo>
                  <a:lnTo>
                    <a:pt x="11239" y="4467"/>
                  </a:lnTo>
                  <a:lnTo>
                    <a:pt x="9829" y="32"/>
                  </a:lnTo>
                  <a:cubicBezTo>
                    <a:pt x="8543" y="361"/>
                    <a:pt x="7164" y="2242"/>
                    <a:pt x="5612" y="2242"/>
                  </a:cubicBezTo>
                  <a:cubicBezTo>
                    <a:pt x="4014" y="2242"/>
                    <a:pt x="2430" y="345"/>
                    <a:pt x="112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26"/>
            <p:cNvSpPr/>
            <p:nvPr/>
          </p:nvSpPr>
          <p:spPr>
            <a:xfrm>
              <a:off x="1709425" y="1654300"/>
              <a:ext cx="112100" cy="32150"/>
            </a:xfrm>
            <a:custGeom>
              <a:avLst/>
              <a:gdLst/>
              <a:ahLst/>
              <a:cxnLst/>
              <a:rect l="l" t="t" r="r" b="b"/>
              <a:pathLst>
                <a:path w="4484" h="1286" extrusionOk="0">
                  <a:moveTo>
                    <a:pt x="283" y="0"/>
                  </a:moveTo>
                  <a:lnTo>
                    <a:pt x="1" y="1160"/>
                  </a:lnTo>
                  <a:lnTo>
                    <a:pt x="4484" y="1285"/>
                  </a:lnTo>
                  <a:lnTo>
                    <a:pt x="4186" y="376"/>
                  </a:lnTo>
                  <a:lnTo>
                    <a:pt x="28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6" name="Google Shape;7646;p26"/>
            <p:cNvSpPr/>
            <p:nvPr/>
          </p:nvSpPr>
          <p:spPr>
            <a:xfrm>
              <a:off x="1852075" y="1654300"/>
              <a:ext cx="110525" cy="32150"/>
            </a:xfrm>
            <a:custGeom>
              <a:avLst/>
              <a:gdLst/>
              <a:ahLst/>
              <a:cxnLst/>
              <a:rect l="l" t="t" r="r" b="b"/>
              <a:pathLst>
                <a:path w="4421" h="1286" extrusionOk="0">
                  <a:moveTo>
                    <a:pt x="4138" y="0"/>
                  </a:moveTo>
                  <a:lnTo>
                    <a:pt x="298" y="376"/>
                  </a:lnTo>
                  <a:lnTo>
                    <a:pt x="0" y="1285"/>
                  </a:lnTo>
                  <a:lnTo>
                    <a:pt x="4420" y="1160"/>
                  </a:lnTo>
                  <a:lnTo>
                    <a:pt x="4138"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7" name="Google Shape;7647;p26"/>
            <p:cNvSpPr/>
            <p:nvPr/>
          </p:nvSpPr>
          <p:spPr>
            <a:xfrm>
              <a:off x="1536625" y="1441125"/>
              <a:ext cx="193200" cy="247275"/>
            </a:xfrm>
            <a:custGeom>
              <a:avLst/>
              <a:gdLst/>
              <a:ahLst/>
              <a:cxnLst/>
              <a:rect l="l" t="t" r="r" b="b"/>
              <a:pathLst>
                <a:path w="7728" h="9891" extrusionOk="0">
                  <a:moveTo>
                    <a:pt x="5816" y="0"/>
                  </a:moveTo>
                  <a:cubicBezTo>
                    <a:pt x="3856" y="1332"/>
                    <a:pt x="2430" y="1724"/>
                    <a:pt x="0" y="2116"/>
                  </a:cubicBezTo>
                  <a:lnTo>
                    <a:pt x="2383" y="8088"/>
                  </a:lnTo>
                  <a:lnTo>
                    <a:pt x="5314" y="9891"/>
                  </a:lnTo>
                  <a:lnTo>
                    <a:pt x="7728" y="1097"/>
                  </a:lnTo>
                  <a:lnTo>
                    <a:pt x="58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26"/>
            <p:cNvSpPr/>
            <p:nvPr/>
          </p:nvSpPr>
          <p:spPr>
            <a:xfrm>
              <a:off x="1536625" y="1485400"/>
              <a:ext cx="163825" cy="203000"/>
            </a:xfrm>
            <a:custGeom>
              <a:avLst/>
              <a:gdLst/>
              <a:ahLst/>
              <a:cxnLst/>
              <a:rect l="l" t="t" r="r" b="b"/>
              <a:pathLst>
                <a:path w="6553" h="8120" extrusionOk="0">
                  <a:moveTo>
                    <a:pt x="1803" y="0"/>
                  </a:moveTo>
                  <a:cubicBezTo>
                    <a:pt x="1270" y="126"/>
                    <a:pt x="674" y="235"/>
                    <a:pt x="0" y="345"/>
                  </a:cubicBezTo>
                  <a:lnTo>
                    <a:pt x="2383" y="6317"/>
                  </a:lnTo>
                  <a:lnTo>
                    <a:pt x="5314" y="8120"/>
                  </a:lnTo>
                  <a:lnTo>
                    <a:pt x="6552" y="3621"/>
                  </a:lnTo>
                  <a:cubicBezTo>
                    <a:pt x="4185" y="3057"/>
                    <a:pt x="2383" y="1693"/>
                    <a:pt x="180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26"/>
            <p:cNvSpPr/>
            <p:nvPr/>
          </p:nvSpPr>
          <p:spPr>
            <a:xfrm>
              <a:off x="1548775" y="1511600"/>
              <a:ext cx="122675" cy="157200"/>
            </a:xfrm>
            <a:custGeom>
              <a:avLst/>
              <a:gdLst/>
              <a:ahLst/>
              <a:cxnLst/>
              <a:rect l="l" t="t" r="r" b="b"/>
              <a:pathLst>
                <a:path w="4907" h="6288" extrusionOk="0">
                  <a:moveTo>
                    <a:pt x="193" y="1"/>
                  </a:moveTo>
                  <a:cubicBezTo>
                    <a:pt x="191" y="1"/>
                    <a:pt x="190" y="1"/>
                    <a:pt x="188" y="3"/>
                  </a:cubicBezTo>
                  <a:cubicBezTo>
                    <a:pt x="0" y="191"/>
                    <a:pt x="1630" y="4172"/>
                    <a:pt x="1928" y="4673"/>
                  </a:cubicBezTo>
                  <a:cubicBezTo>
                    <a:pt x="2242" y="5159"/>
                    <a:pt x="4577" y="6288"/>
                    <a:pt x="4577" y="6288"/>
                  </a:cubicBezTo>
                  <a:lnTo>
                    <a:pt x="4906" y="5410"/>
                  </a:lnTo>
                  <a:cubicBezTo>
                    <a:pt x="4906" y="5410"/>
                    <a:pt x="3276" y="4423"/>
                    <a:pt x="2696" y="4078"/>
                  </a:cubicBezTo>
                  <a:cubicBezTo>
                    <a:pt x="2123" y="3753"/>
                    <a:pt x="327" y="1"/>
                    <a:pt x="1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26"/>
            <p:cNvSpPr/>
            <p:nvPr/>
          </p:nvSpPr>
          <p:spPr>
            <a:xfrm>
              <a:off x="1931225" y="1441125"/>
              <a:ext cx="195175" cy="247275"/>
            </a:xfrm>
            <a:custGeom>
              <a:avLst/>
              <a:gdLst/>
              <a:ahLst/>
              <a:cxnLst/>
              <a:rect l="l" t="t" r="r" b="b"/>
              <a:pathLst>
                <a:path w="7807" h="9891" extrusionOk="0">
                  <a:moveTo>
                    <a:pt x="1944" y="0"/>
                  </a:moveTo>
                  <a:lnTo>
                    <a:pt x="0" y="1097"/>
                  </a:lnTo>
                  <a:lnTo>
                    <a:pt x="2446" y="9891"/>
                  </a:lnTo>
                  <a:lnTo>
                    <a:pt x="5800" y="8339"/>
                  </a:lnTo>
                  <a:lnTo>
                    <a:pt x="7806" y="2116"/>
                  </a:lnTo>
                  <a:cubicBezTo>
                    <a:pt x="5455" y="1740"/>
                    <a:pt x="3966" y="1097"/>
                    <a:pt x="19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26"/>
            <p:cNvSpPr/>
            <p:nvPr/>
          </p:nvSpPr>
          <p:spPr>
            <a:xfrm>
              <a:off x="1937875" y="1452100"/>
              <a:ext cx="43150" cy="80350"/>
            </a:xfrm>
            <a:custGeom>
              <a:avLst/>
              <a:gdLst/>
              <a:ahLst/>
              <a:cxnLst/>
              <a:rect l="l" t="t" r="r" b="b"/>
              <a:pathLst>
                <a:path w="1726" h="3214" extrusionOk="0">
                  <a:moveTo>
                    <a:pt x="1725" y="0"/>
                  </a:moveTo>
                  <a:cubicBezTo>
                    <a:pt x="1725" y="0"/>
                    <a:pt x="283" y="533"/>
                    <a:pt x="142" y="752"/>
                  </a:cubicBezTo>
                  <a:cubicBezTo>
                    <a:pt x="1" y="972"/>
                    <a:pt x="785" y="3213"/>
                    <a:pt x="785" y="3213"/>
                  </a:cubicBezTo>
                  <a:cubicBezTo>
                    <a:pt x="785" y="3213"/>
                    <a:pt x="346" y="1144"/>
                    <a:pt x="455" y="925"/>
                  </a:cubicBezTo>
                  <a:cubicBezTo>
                    <a:pt x="550" y="705"/>
                    <a:pt x="1725" y="0"/>
                    <a:pt x="1725"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2" name="Google Shape;7652;p26"/>
            <p:cNvSpPr/>
            <p:nvPr/>
          </p:nvSpPr>
          <p:spPr>
            <a:xfrm>
              <a:off x="2001375" y="1375675"/>
              <a:ext cx="61150" cy="76450"/>
            </a:xfrm>
            <a:custGeom>
              <a:avLst/>
              <a:gdLst/>
              <a:ahLst/>
              <a:cxnLst/>
              <a:rect l="l" t="t" r="r" b="b"/>
              <a:pathLst>
                <a:path w="2446" h="3058" extrusionOk="0">
                  <a:moveTo>
                    <a:pt x="126" y="1"/>
                  </a:moveTo>
                  <a:cubicBezTo>
                    <a:pt x="126" y="1"/>
                    <a:pt x="0" y="1834"/>
                    <a:pt x="94" y="2070"/>
                  </a:cubicBezTo>
                  <a:cubicBezTo>
                    <a:pt x="173" y="2320"/>
                    <a:pt x="2445" y="3057"/>
                    <a:pt x="2445" y="3057"/>
                  </a:cubicBezTo>
                  <a:cubicBezTo>
                    <a:pt x="2445" y="3057"/>
                    <a:pt x="533" y="2148"/>
                    <a:pt x="408" y="1928"/>
                  </a:cubicBezTo>
                  <a:cubicBezTo>
                    <a:pt x="298" y="1725"/>
                    <a:pt x="126" y="1"/>
                    <a:pt x="126"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26"/>
            <p:cNvSpPr/>
            <p:nvPr/>
          </p:nvSpPr>
          <p:spPr>
            <a:xfrm>
              <a:off x="1607550" y="1375675"/>
              <a:ext cx="60750" cy="76450"/>
            </a:xfrm>
            <a:custGeom>
              <a:avLst/>
              <a:gdLst/>
              <a:ahLst/>
              <a:cxnLst/>
              <a:rect l="l" t="t" r="r" b="b"/>
              <a:pathLst>
                <a:path w="2430" h="3058" extrusionOk="0">
                  <a:moveTo>
                    <a:pt x="2320" y="1"/>
                  </a:moveTo>
                  <a:cubicBezTo>
                    <a:pt x="2320" y="1"/>
                    <a:pt x="2132" y="1725"/>
                    <a:pt x="2022" y="1928"/>
                  </a:cubicBezTo>
                  <a:cubicBezTo>
                    <a:pt x="1897" y="2148"/>
                    <a:pt x="0" y="3057"/>
                    <a:pt x="0" y="3057"/>
                  </a:cubicBezTo>
                  <a:cubicBezTo>
                    <a:pt x="0" y="3057"/>
                    <a:pt x="2258" y="2320"/>
                    <a:pt x="2336" y="2070"/>
                  </a:cubicBezTo>
                  <a:cubicBezTo>
                    <a:pt x="2430" y="1834"/>
                    <a:pt x="2320" y="1"/>
                    <a:pt x="232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4" name="Google Shape;7654;p26"/>
            <p:cNvSpPr/>
            <p:nvPr/>
          </p:nvSpPr>
          <p:spPr>
            <a:xfrm>
              <a:off x="1837575" y="1490100"/>
              <a:ext cx="43125" cy="59575"/>
            </a:xfrm>
            <a:custGeom>
              <a:avLst/>
              <a:gdLst/>
              <a:ahLst/>
              <a:cxnLst/>
              <a:rect l="l" t="t" r="r" b="b"/>
              <a:pathLst>
                <a:path w="1725" h="2383" extrusionOk="0">
                  <a:moveTo>
                    <a:pt x="1724" y="0"/>
                  </a:moveTo>
                  <a:cubicBezTo>
                    <a:pt x="1724" y="0"/>
                    <a:pt x="329" y="95"/>
                    <a:pt x="173" y="236"/>
                  </a:cubicBezTo>
                  <a:cubicBezTo>
                    <a:pt x="0" y="377"/>
                    <a:pt x="188" y="2383"/>
                    <a:pt x="188" y="2383"/>
                  </a:cubicBezTo>
                  <a:cubicBezTo>
                    <a:pt x="188" y="2383"/>
                    <a:pt x="235" y="612"/>
                    <a:pt x="376" y="455"/>
                  </a:cubicBezTo>
                  <a:cubicBezTo>
                    <a:pt x="518" y="283"/>
                    <a:pt x="1724" y="0"/>
                    <a:pt x="17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5" name="Google Shape;7655;p26"/>
            <p:cNvSpPr/>
            <p:nvPr/>
          </p:nvSpPr>
          <p:spPr>
            <a:xfrm>
              <a:off x="1782700" y="1490500"/>
              <a:ext cx="44700" cy="60750"/>
            </a:xfrm>
            <a:custGeom>
              <a:avLst/>
              <a:gdLst/>
              <a:ahLst/>
              <a:cxnLst/>
              <a:rect l="l" t="t" r="r" b="b"/>
              <a:pathLst>
                <a:path w="1788" h="2430" extrusionOk="0">
                  <a:moveTo>
                    <a:pt x="1" y="0"/>
                  </a:moveTo>
                  <a:cubicBezTo>
                    <a:pt x="1" y="0"/>
                    <a:pt x="1255" y="314"/>
                    <a:pt x="1396" y="470"/>
                  </a:cubicBezTo>
                  <a:cubicBezTo>
                    <a:pt x="1521" y="643"/>
                    <a:pt x="1521" y="2430"/>
                    <a:pt x="1521" y="2430"/>
                  </a:cubicBezTo>
                  <a:cubicBezTo>
                    <a:pt x="1521" y="2430"/>
                    <a:pt x="1788" y="408"/>
                    <a:pt x="1615" y="267"/>
                  </a:cubicBezTo>
                  <a:cubicBezTo>
                    <a:pt x="1443" y="126"/>
                    <a:pt x="1" y="0"/>
                    <a:pt x="1"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26"/>
            <p:cNvSpPr/>
            <p:nvPr/>
          </p:nvSpPr>
          <p:spPr>
            <a:xfrm>
              <a:off x="1692200" y="1453275"/>
              <a:ext cx="34900" cy="69375"/>
            </a:xfrm>
            <a:custGeom>
              <a:avLst/>
              <a:gdLst/>
              <a:ahLst/>
              <a:cxnLst/>
              <a:rect l="l" t="t" r="r" b="b"/>
              <a:pathLst>
                <a:path w="1396" h="2775" extrusionOk="0">
                  <a:moveTo>
                    <a:pt x="0" y="0"/>
                  </a:moveTo>
                  <a:cubicBezTo>
                    <a:pt x="0" y="0"/>
                    <a:pt x="972" y="690"/>
                    <a:pt x="1035" y="878"/>
                  </a:cubicBezTo>
                  <a:cubicBezTo>
                    <a:pt x="1113" y="1082"/>
                    <a:pt x="580" y="2774"/>
                    <a:pt x="580" y="2774"/>
                  </a:cubicBezTo>
                  <a:cubicBezTo>
                    <a:pt x="580" y="2774"/>
                    <a:pt x="1395" y="941"/>
                    <a:pt x="1301" y="752"/>
                  </a:cubicBezTo>
                  <a:cubicBezTo>
                    <a:pt x="1191" y="564"/>
                    <a:pt x="0" y="0"/>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26"/>
            <p:cNvSpPr/>
            <p:nvPr/>
          </p:nvSpPr>
          <p:spPr>
            <a:xfrm>
              <a:off x="1960225" y="1486575"/>
              <a:ext cx="166175" cy="201825"/>
            </a:xfrm>
            <a:custGeom>
              <a:avLst/>
              <a:gdLst/>
              <a:ahLst/>
              <a:cxnLst/>
              <a:rect l="l" t="t" r="r" b="b"/>
              <a:pathLst>
                <a:path w="6647" h="8073" extrusionOk="0">
                  <a:moveTo>
                    <a:pt x="5189" y="0"/>
                  </a:moveTo>
                  <a:cubicBezTo>
                    <a:pt x="4311" y="1192"/>
                    <a:pt x="2900" y="2289"/>
                    <a:pt x="1145" y="3026"/>
                  </a:cubicBezTo>
                  <a:cubicBezTo>
                    <a:pt x="768" y="3182"/>
                    <a:pt x="377" y="3323"/>
                    <a:pt x="0" y="3433"/>
                  </a:cubicBezTo>
                  <a:lnTo>
                    <a:pt x="1286" y="8073"/>
                  </a:lnTo>
                  <a:lnTo>
                    <a:pt x="4640" y="6521"/>
                  </a:lnTo>
                  <a:lnTo>
                    <a:pt x="6646" y="298"/>
                  </a:lnTo>
                  <a:cubicBezTo>
                    <a:pt x="6129" y="220"/>
                    <a:pt x="5643" y="126"/>
                    <a:pt x="518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8" name="Google Shape;7658;p26"/>
            <p:cNvSpPr/>
            <p:nvPr/>
          </p:nvSpPr>
          <p:spPr>
            <a:xfrm>
              <a:off x="1995500" y="1511600"/>
              <a:ext cx="123050" cy="157200"/>
            </a:xfrm>
            <a:custGeom>
              <a:avLst/>
              <a:gdLst/>
              <a:ahLst/>
              <a:cxnLst/>
              <a:rect l="l" t="t" r="r" b="b"/>
              <a:pathLst>
                <a:path w="4922" h="6288" extrusionOk="0">
                  <a:moveTo>
                    <a:pt x="4730" y="1"/>
                  </a:moveTo>
                  <a:cubicBezTo>
                    <a:pt x="4595" y="1"/>
                    <a:pt x="2783" y="3753"/>
                    <a:pt x="2210" y="4078"/>
                  </a:cubicBezTo>
                  <a:cubicBezTo>
                    <a:pt x="1630" y="4423"/>
                    <a:pt x="0" y="5410"/>
                    <a:pt x="0" y="5410"/>
                  </a:cubicBezTo>
                  <a:lnTo>
                    <a:pt x="329" y="6288"/>
                  </a:lnTo>
                  <a:cubicBezTo>
                    <a:pt x="329" y="6288"/>
                    <a:pt x="2665" y="5159"/>
                    <a:pt x="2978" y="4673"/>
                  </a:cubicBezTo>
                  <a:cubicBezTo>
                    <a:pt x="3292" y="4172"/>
                    <a:pt x="4922" y="191"/>
                    <a:pt x="4734" y="3"/>
                  </a:cubicBezTo>
                  <a:cubicBezTo>
                    <a:pt x="4733" y="1"/>
                    <a:pt x="4731" y="1"/>
                    <a:pt x="47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9" name="Google Shape;7659;p26"/>
            <p:cNvSpPr/>
            <p:nvPr/>
          </p:nvSpPr>
          <p:spPr>
            <a:xfrm>
              <a:off x="1938275" y="1668000"/>
              <a:ext cx="197925" cy="436175"/>
            </a:xfrm>
            <a:custGeom>
              <a:avLst/>
              <a:gdLst/>
              <a:ahLst/>
              <a:cxnLst/>
              <a:rect l="l" t="t" r="r" b="b"/>
              <a:pathLst>
                <a:path w="7917" h="17447" extrusionOk="0">
                  <a:moveTo>
                    <a:pt x="5690" y="1"/>
                  </a:moveTo>
                  <a:lnTo>
                    <a:pt x="2414" y="1584"/>
                  </a:lnTo>
                  <a:cubicBezTo>
                    <a:pt x="2414" y="1584"/>
                    <a:pt x="3433" y="8543"/>
                    <a:pt x="1" y="15769"/>
                  </a:cubicBezTo>
                  <a:lnTo>
                    <a:pt x="3198" y="17446"/>
                  </a:lnTo>
                  <a:cubicBezTo>
                    <a:pt x="3198" y="17446"/>
                    <a:pt x="5314" y="16177"/>
                    <a:pt x="6255" y="13559"/>
                  </a:cubicBezTo>
                  <a:cubicBezTo>
                    <a:pt x="7195" y="10957"/>
                    <a:pt x="7916" y="5408"/>
                    <a:pt x="7822" y="4374"/>
                  </a:cubicBezTo>
                  <a:cubicBezTo>
                    <a:pt x="7728" y="3465"/>
                    <a:pt x="5690" y="1"/>
                    <a:pt x="56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26"/>
            <p:cNvSpPr/>
            <p:nvPr/>
          </p:nvSpPr>
          <p:spPr>
            <a:xfrm>
              <a:off x="1938275" y="1876075"/>
              <a:ext cx="185775" cy="228100"/>
            </a:xfrm>
            <a:custGeom>
              <a:avLst/>
              <a:gdLst/>
              <a:ahLst/>
              <a:cxnLst/>
              <a:rect l="l" t="t" r="r" b="b"/>
              <a:pathLst>
                <a:path w="7431" h="9124" extrusionOk="0">
                  <a:moveTo>
                    <a:pt x="7430" y="1"/>
                  </a:moveTo>
                  <a:lnTo>
                    <a:pt x="7430" y="1"/>
                  </a:lnTo>
                  <a:cubicBezTo>
                    <a:pt x="5878" y="1019"/>
                    <a:pt x="3951" y="1835"/>
                    <a:pt x="1787" y="2367"/>
                  </a:cubicBezTo>
                  <a:cubicBezTo>
                    <a:pt x="1396" y="3982"/>
                    <a:pt x="831" y="5706"/>
                    <a:pt x="1" y="7446"/>
                  </a:cubicBezTo>
                  <a:lnTo>
                    <a:pt x="3198" y="9123"/>
                  </a:lnTo>
                  <a:cubicBezTo>
                    <a:pt x="3198" y="9123"/>
                    <a:pt x="5314" y="7854"/>
                    <a:pt x="6255" y="5236"/>
                  </a:cubicBezTo>
                  <a:cubicBezTo>
                    <a:pt x="6741" y="3919"/>
                    <a:pt x="7148" y="1866"/>
                    <a:pt x="743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26"/>
            <p:cNvSpPr/>
            <p:nvPr/>
          </p:nvSpPr>
          <p:spPr>
            <a:xfrm>
              <a:off x="1534675" y="1668000"/>
              <a:ext cx="199475" cy="436175"/>
            </a:xfrm>
            <a:custGeom>
              <a:avLst/>
              <a:gdLst/>
              <a:ahLst/>
              <a:cxnLst/>
              <a:rect l="l" t="t" r="r" b="b"/>
              <a:pathLst>
                <a:path w="7979" h="17447" extrusionOk="0">
                  <a:moveTo>
                    <a:pt x="2241" y="1"/>
                  </a:moveTo>
                  <a:cubicBezTo>
                    <a:pt x="2241" y="1"/>
                    <a:pt x="188" y="3465"/>
                    <a:pt x="110" y="4374"/>
                  </a:cubicBezTo>
                  <a:cubicBezTo>
                    <a:pt x="0" y="5408"/>
                    <a:pt x="721" y="10957"/>
                    <a:pt x="1677" y="13559"/>
                  </a:cubicBezTo>
                  <a:cubicBezTo>
                    <a:pt x="2618" y="16177"/>
                    <a:pt x="4765" y="17446"/>
                    <a:pt x="4765" y="17446"/>
                  </a:cubicBezTo>
                  <a:lnTo>
                    <a:pt x="7978" y="15769"/>
                  </a:lnTo>
                  <a:cubicBezTo>
                    <a:pt x="4514" y="8543"/>
                    <a:pt x="5549" y="1584"/>
                    <a:pt x="5549" y="1584"/>
                  </a:cubicBezTo>
                  <a:lnTo>
                    <a:pt x="22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2" name="Google Shape;7662;p26"/>
            <p:cNvSpPr/>
            <p:nvPr/>
          </p:nvSpPr>
          <p:spPr>
            <a:xfrm>
              <a:off x="1553075" y="1914100"/>
              <a:ext cx="181075" cy="190075"/>
            </a:xfrm>
            <a:custGeom>
              <a:avLst/>
              <a:gdLst/>
              <a:ahLst/>
              <a:cxnLst/>
              <a:rect l="l" t="t" r="r" b="b"/>
              <a:pathLst>
                <a:path w="7243" h="7603" extrusionOk="0">
                  <a:moveTo>
                    <a:pt x="1" y="0"/>
                  </a:moveTo>
                  <a:cubicBezTo>
                    <a:pt x="267" y="1395"/>
                    <a:pt x="581" y="2759"/>
                    <a:pt x="941" y="3731"/>
                  </a:cubicBezTo>
                  <a:cubicBezTo>
                    <a:pt x="1882" y="6333"/>
                    <a:pt x="4029" y="7602"/>
                    <a:pt x="4029" y="7602"/>
                  </a:cubicBezTo>
                  <a:lnTo>
                    <a:pt x="7242" y="5925"/>
                  </a:lnTo>
                  <a:cubicBezTo>
                    <a:pt x="6443" y="4279"/>
                    <a:pt x="5894" y="2633"/>
                    <a:pt x="5502" y="1082"/>
                  </a:cubicBezTo>
                  <a:cubicBezTo>
                    <a:pt x="4781" y="1019"/>
                    <a:pt x="4060" y="909"/>
                    <a:pt x="3324" y="784"/>
                  </a:cubicBezTo>
                  <a:cubicBezTo>
                    <a:pt x="2164" y="580"/>
                    <a:pt x="1051" y="314"/>
                    <a:pt x="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3" name="Google Shape;7663;p26"/>
            <p:cNvSpPr/>
            <p:nvPr/>
          </p:nvSpPr>
          <p:spPr>
            <a:xfrm>
              <a:off x="1731375" y="2001700"/>
              <a:ext cx="204575" cy="51525"/>
            </a:xfrm>
            <a:custGeom>
              <a:avLst/>
              <a:gdLst/>
              <a:ahLst/>
              <a:cxnLst/>
              <a:rect l="l" t="t" r="r" b="b"/>
              <a:pathLst>
                <a:path w="8183" h="2061" extrusionOk="0">
                  <a:moveTo>
                    <a:pt x="3693" y="1"/>
                  </a:moveTo>
                  <a:cubicBezTo>
                    <a:pt x="2413" y="1"/>
                    <a:pt x="1155" y="209"/>
                    <a:pt x="1" y="509"/>
                  </a:cubicBezTo>
                  <a:cubicBezTo>
                    <a:pt x="267" y="1167"/>
                    <a:pt x="518" y="1684"/>
                    <a:pt x="690" y="2045"/>
                  </a:cubicBezTo>
                  <a:cubicBezTo>
                    <a:pt x="1844" y="1640"/>
                    <a:pt x="3069" y="1322"/>
                    <a:pt x="4065" y="1322"/>
                  </a:cubicBezTo>
                  <a:cubicBezTo>
                    <a:pt x="4111" y="1322"/>
                    <a:pt x="4156" y="1322"/>
                    <a:pt x="4201" y="1324"/>
                  </a:cubicBezTo>
                  <a:cubicBezTo>
                    <a:pt x="5157" y="1355"/>
                    <a:pt x="6396" y="1669"/>
                    <a:pt x="7587" y="2060"/>
                  </a:cubicBezTo>
                  <a:cubicBezTo>
                    <a:pt x="7806" y="1606"/>
                    <a:pt x="7994" y="1136"/>
                    <a:pt x="8183" y="681"/>
                  </a:cubicBezTo>
                  <a:cubicBezTo>
                    <a:pt x="6866" y="336"/>
                    <a:pt x="5440" y="54"/>
                    <a:pt x="4076" y="7"/>
                  </a:cubicBezTo>
                  <a:cubicBezTo>
                    <a:pt x="3948" y="3"/>
                    <a:pt x="3820" y="1"/>
                    <a:pt x="3693"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26"/>
            <p:cNvSpPr/>
            <p:nvPr/>
          </p:nvSpPr>
          <p:spPr>
            <a:xfrm>
              <a:off x="1939450" y="2024200"/>
              <a:ext cx="113675" cy="69775"/>
            </a:xfrm>
            <a:custGeom>
              <a:avLst/>
              <a:gdLst/>
              <a:ahLst/>
              <a:cxnLst/>
              <a:rect l="l" t="t" r="r" b="b"/>
              <a:pathLst>
                <a:path w="4547" h="2791" extrusionOk="0">
                  <a:moveTo>
                    <a:pt x="612" y="1"/>
                  </a:moveTo>
                  <a:cubicBezTo>
                    <a:pt x="424" y="471"/>
                    <a:pt x="236" y="957"/>
                    <a:pt x="1" y="1427"/>
                  </a:cubicBezTo>
                  <a:cubicBezTo>
                    <a:pt x="1788" y="2070"/>
                    <a:pt x="3277" y="2791"/>
                    <a:pt x="3277" y="2791"/>
                  </a:cubicBezTo>
                  <a:lnTo>
                    <a:pt x="4546" y="1646"/>
                  </a:lnTo>
                  <a:cubicBezTo>
                    <a:pt x="3888" y="1223"/>
                    <a:pt x="2414" y="549"/>
                    <a:pt x="61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26"/>
            <p:cNvSpPr/>
            <p:nvPr/>
          </p:nvSpPr>
          <p:spPr>
            <a:xfrm>
              <a:off x="1619700" y="2018725"/>
              <a:ext cx="112475" cy="74475"/>
            </a:xfrm>
            <a:custGeom>
              <a:avLst/>
              <a:gdLst/>
              <a:ahLst/>
              <a:cxnLst/>
              <a:rect l="l" t="t" r="r" b="b"/>
              <a:pathLst>
                <a:path w="4499" h="2979" extrusionOk="0">
                  <a:moveTo>
                    <a:pt x="3825" y="0"/>
                  </a:moveTo>
                  <a:cubicBezTo>
                    <a:pt x="2195" y="502"/>
                    <a:pt x="831" y="1160"/>
                    <a:pt x="0" y="1662"/>
                  </a:cubicBezTo>
                  <a:lnTo>
                    <a:pt x="1380" y="2978"/>
                  </a:lnTo>
                  <a:cubicBezTo>
                    <a:pt x="1380" y="2978"/>
                    <a:pt x="2790" y="2242"/>
                    <a:pt x="4499" y="1599"/>
                  </a:cubicBezTo>
                  <a:cubicBezTo>
                    <a:pt x="4248" y="1066"/>
                    <a:pt x="4029" y="533"/>
                    <a:pt x="38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26"/>
            <p:cNvSpPr/>
            <p:nvPr/>
          </p:nvSpPr>
          <p:spPr>
            <a:xfrm>
              <a:off x="1828175" y="1457175"/>
              <a:ext cx="9025" cy="594100"/>
            </a:xfrm>
            <a:custGeom>
              <a:avLst/>
              <a:gdLst/>
              <a:ahLst/>
              <a:cxnLst/>
              <a:rect l="l" t="t" r="r" b="b"/>
              <a:pathLst>
                <a:path w="361" h="23764" extrusionOk="0">
                  <a:moveTo>
                    <a:pt x="0" y="1"/>
                  </a:moveTo>
                  <a:lnTo>
                    <a:pt x="0" y="23763"/>
                  </a:lnTo>
                  <a:lnTo>
                    <a:pt x="361" y="23763"/>
                  </a:lnTo>
                  <a:lnTo>
                    <a:pt x="3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7" name="Google Shape;7667;p26"/>
            <p:cNvSpPr/>
            <p:nvPr/>
          </p:nvSpPr>
          <p:spPr>
            <a:xfrm>
              <a:off x="1845400" y="1717950"/>
              <a:ext cx="103475" cy="112700"/>
            </a:xfrm>
            <a:custGeom>
              <a:avLst/>
              <a:gdLst/>
              <a:ahLst/>
              <a:cxnLst/>
              <a:rect l="l" t="t" r="r" b="b"/>
              <a:pathLst>
                <a:path w="4139" h="4508" extrusionOk="0">
                  <a:moveTo>
                    <a:pt x="703" y="1"/>
                  </a:moveTo>
                  <a:cubicBezTo>
                    <a:pt x="399" y="1"/>
                    <a:pt x="192" y="8"/>
                    <a:pt x="158" y="25"/>
                  </a:cubicBezTo>
                  <a:cubicBezTo>
                    <a:pt x="1" y="119"/>
                    <a:pt x="63" y="4507"/>
                    <a:pt x="63" y="4507"/>
                  </a:cubicBezTo>
                  <a:cubicBezTo>
                    <a:pt x="63" y="4507"/>
                    <a:pt x="424" y="793"/>
                    <a:pt x="643" y="620"/>
                  </a:cubicBezTo>
                  <a:cubicBezTo>
                    <a:pt x="863" y="432"/>
                    <a:pt x="4139" y="87"/>
                    <a:pt x="4139" y="87"/>
                  </a:cubicBezTo>
                  <a:cubicBezTo>
                    <a:pt x="4139" y="87"/>
                    <a:pt x="1796" y="1"/>
                    <a:pt x="70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8" name="Google Shape;7668;p26"/>
            <p:cNvSpPr/>
            <p:nvPr/>
          </p:nvSpPr>
          <p:spPr>
            <a:xfrm>
              <a:off x="1927300" y="1720500"/>
              <a:ext cx="52150" cy="288825"/>
            </a:xfrm>
            <a:custGeom>
              <a:avLst/>
              <a:gdLst/>
              <a:ahLst/>
              <a:cxnLst/>
              <a:rect l="l" t="t" r="r" b="b"/>
              <a:pathLst>
                <a:path w="2086" h="11553" extrusionOk="0">
                  <a:moveTo>
                    <a:pt x="1835" y="1"/>
                  </a:moveTo>
                  <a:lnTo>
                    <a:pt x="1647" y="126"/>
                  </a:lnTo>
                  <a:cubicBezTo>
                    <a:pt x="1913" y="3387"/>
                    <a:pt x="1788" y="7415"/>
                    <a:pt x="1" y="11553"/>
                  </a:cubicBezTo>
                  <a:cubicBezTo>
                    <a:pt x="1" y="11553"/>
                    <a:pt x="1396" y="9359"/>
                    <a:pt x="1882" y="5158"/>
                  </a:cubicBezTo>
                  <a:cubicBezTo>
                    <a:pt x="2085" y="3355"/>
                    <a:pt x="1835" y="1"/>
                    <a:pt x="1835"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26"/>
            <p:cNvSpPr/>
            <p:nvPr/>
          </p:nvSpPr>
          <p:spPr>
            <a:xfrm>
              <a:off x="1720400" y="1717950"/>
              <a:ext cx="101925" cy="112700"/>
            </a:xfrm>
            <a:custGeom>
              <a:avLst/>
              <a:gdLst/>
              <a:ahLst/>
              <a:cxnLst/>
              <a:rect l="l" t="t" r="r" b="b"/>
              <a:pathLst>
                <a:path w="4077" h="4508" extrusionOk="0">
                  <a:moveTo>
                    <a:pt x="3382" y="1"/>
                  </a:moveTo>
                  <a:cubicBezTo>
                    <a:pt x="2305" y="1"/>
                    <a:pt x="1" y="87"/>
                    <a:pt x="1" y="87"/>
                  </a:cubicBezTo>
                  <a:cubicBezTo>
                    <a:pt x="1" y="87"/>
                    <a:pt x="3230" y="432"/>
                    <a:pt x="3433" y="620"/>
                  </a:cubicBezTo>
                  <a:cubicBezTo>
                    <a:pt x="3653" y="793"/>
                    <a:pt x="4013" y="4507"/>
                    <a:pt x="4013" y="4507"/>
                  </a:cubicBezTo>
                  <a:cubicBezTo>
                    <a:pt x="4013" y="4507"/>
                    <a:pt x="4076" y="119"/>
                    <a:pt x="3919" y="25"/>
                  </a:cubicBezTo>
                  <a:cubicBezTo>
                    <a:pt x="3885" y="8"/>
                    <a:pt x="3681" y="1"/>
                    <a:pt x="33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26"/>
            <p:cNvSpPr/>
            <p:nvPr/>
          </p:nvSpPr>
          <p:spPr>
            <a:xfrm>
              <a:off x="1690225" y="1720500"/>
              <a:ext cx="51375" cy="288825"/>
            </a:xfrm>
            <a:custGeom>
              <a:avLst/>
              <a:gdLst/>
              <a:ahLst/>
              <a:cxnLst/>
              <a:rect l="l" t="t" r="r" b="b"/>
              <a:pathLst>
                <a:path w="2055" h="11553" extrusionOk="0">
                  <a:moveTo>
                    <a:pt x="252" y="1"/>
                  </a:moveTo>
                  <a:cubicBezTo>
                    <a:pt x="252" y="1"/>
                    <a:pt x="1" y="3355"/>
                    <a:pt x="205" y="5158"/>
                  </a:cubicBezTo>
                  <a:cubicBezTo>
                    <a:pt x="675" y="9359"/>
                    <a:pt x="2054" y="11553"/>
                    <a:pt x="2054" y="11553"/>
                  </a:cubicBezTo>
                  <a:cubicBezTo>
                    <a:pt x="283" y="7415"/>
                    <a:pt x="173" y="3387"/>
                    <a:pt x="424" y="126"/>
                  </a:cubicBezTo>
                  <a:lnTo>
                    <a:pt x="252" y="1"/>
                  </a:ln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26"/>
            <p:cNvSpPr/>
            <p:nvPr/>
          </p:nvSpPr>
          <p:spPr>
            <a:xfrm>
              <a:off x="1769775" y="2194400"/>
              <a:ext cx="133650" cy="27325"/>
            </a:xfrm>
            <a:custGeom>
              <a:avLst/>
              <a:gdLst/>
              <a:ahLst/>
              <a:cxnLst/>
              <a:rect l="l" t="t" r="r" b="b"/>
              <a:pathLst>
                <a:path w="5346" h="1093" extrusionOk="0">
                  <a:moveTo>
                    <a:pt x="3317" y="1"/>
                  </a:moveTo>
                  <a:cubicBezTo>
                    <a:pt x="2082" y="1"/>
                    <a:pt x="606" y="80"/>
                    <a:pt x="455" y="136"/>
                  </a:cubicBezTo>
                  <a:cubicBezTo>
                    <a:pt x="1" y="324"/>
                    <a:pt x="2023" y="1092"/>
                    <a:pt x="3010" y="1092"/>
                  </a:cubicBezTo>
                  <a:cubicBezTo>
                    <a:pt x="3496" y="1092"/>
                    <a:pt x="5346" y="387"/>
                    <a:pt x="5001" y="136"/>
                  </a:cubicBezTo>
                  <a:cubicBezTo>
                    <a:pt x="4857" y="36"/>
                    <a:pt x="4141" y="1"/>
                    <a:pt x="331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26"/>
            <p:cNvSpPr/>
            <p:nvPr/>
          </p:nvSpPr>
          <p:spPr>
            <a:xfrm>
              <a:off x="1844225" y="2031250"/>
              <a:ext cx="8250" cy="7475"/>
            </a:xfrm>
            <a:custGeom>
              <a:avLst/>
              <a:gdLst/>
              <a:ahLst/>
              <a:cxnLst/>
              <a:rect l="l" t="t" r="r" b="b"/>
              <a:pathLst>
                <a:path w="330" h="299" extrusionOk="0">
                  <a:moveTo>
                    <a:pt x="173" y="1"/>
                  </a:moveTo>
                  <a:cubicBezTo>
                    <a:pt x="79" y="1"/>
                    <a:pt x="1" y="63"/>
                    <a:pt x="1" y="157"/>
                  </a:cubicBezTo>
                  <a:cubicBezTo>
                    <a:pt x="1" y="236"/>
                    <a:pt x="79" y="299"/>
                    <a:pt x="173" y="299"/>
                  </a:cubicBezTo>
                  <a:cubicBezTo>
                    <a:pt x="267" y="299"/>
                    <a:pt x="330" y="236"/>
                    <a:pt x="330" y="157"/>
                  </a:cubicBezTo>
                  <a:cubicBezTo>
                    <a:pt x="330"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3" name="Google Shape;7673;p26"/>
            <p:cNvSpPr/>
            <p:nvPr/>
          </p:nvSpPr>
          <p:spPr>
            <a:xfrm>
              <a:off x="1908100" y="2045350"/>
              <a:ext cx="8250" cy="7875"/>
            </a:xfrm>
            <a:custGeom>
              <a:avLst/>
              <a:gdLst/>
              <a:ahLst/>
              <a:cxnLst/>
              <a:rect l="l" t="t" r="r" b="b"/>
              <a:pathLst>
                <a:path w="330" h="315" extrusionOk="0">
                  <a:moveTo>
                    <a:pt x="173" y="1"/>
                  </a:moveTo>
                  <a:cubicBezTo>
                    <a:pt x="79" y="1"/>
                    <a:pt x="1" y="79"/>
                    <a:pt x="1" y="158"/>
                  </a:cubicBezTo>
                  <a:cubicBezTo>
                    <a:pt x="1" y="236"/>
                    <a:pt x="79" y="314"/>
                    <a:pt x="173" y="314"/>
                  </a:cubicBezTo>
                  <a:cubicBezTo>
                    <a:pt x="267" y="314"/>
                    <a:pt x="330" y="236"/>
                    <a:pt x="330" y="158"/>
                  </a:cubicBezTo>
                  <a:cubicBezTo>
                    <a:pt x="330"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4" name="Google Shape;7674;p26"/>
            <p:cNvSpPr/>
            <p:nvPr/>
          </p:nvSpPr>
          <p:spPr>
            <a:xfrm>
              <a:off x="1966100" y="1715025"/>
              <a:ext cx="8250" cy="7475"/>
            </a:xfrm>
            <a:custGeom>
              <a:avLst/>
              <a:gdLst/>
              <a:ahLst/>
              <a:cxnLst/>
              <a:rect l="l" t="t" r="r" b="b"/>
              <a:pathLst>
                <a:path w="330" h="299" extrusionOk="0">
                  <a:moveTo>
                    <a:pt x="157" y="1"/>
                  </a:moveTo>
                  <a:cubicBezTo>
                    <a:pt x="63" y="1"/>
                    <a:pt x="0" y="63"/>
                    <a:pt x="0" y="142"/>
                  </a:cubicBezTo>
                  <a:cubicBezTo>
                    <a:pt x="0" y="236"/>
                    <a:pt x="63" y="298"/>
                    <a:pt x="157" y="298"/>
                  </a:cubicBezTo>
                  <a:cubicBezTo>
                    <a:pt x="251" y="298"/>
                    <a:pt x="330" y="236"/>
                    <a:pt x="330" y="142"/>
                  </a:cubicBezTo>
                  <a:cubicBezTo>
                    <a:pt x="330"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26"/>
            <p:cNvSpPr/>
            <p:nvPr/>
          </p:nvSpPr>
          <p:spPr>
            <a:xfrm>
              <a:off x="1957875" y="1675450"/>
              <a:ext cx="8250" cy="7475"/>
            </a:xfrm>
            <a:custGeom>
              <a:avLst/>
              <a:gdLst/>
              <a:ahLst/>
              <a:cxnLst/>
              <a:rect l="l" t="t" r="r" b="b"/>
              <a:pathLst>
                <a:path w="330" h="299" extrusionOk="0">
                  <a:moveTo>
                    <a:pt x="157" y="0"/>
                  </a:moveTo>
                  <a:cubicBezTo>
                    <a:pt x="79" y="0"/>
                    <a:pt x="0" y="63"/>
                    <a:pt x="0" y="141"/>
                  </a:cubicBezTo>
                  <a:cubicBezTo>
                    <a:pt x="0" y="236"/>
                    <a:pt x="79" y="298"/>
                    <a:pt x="157" y="298"/>
                  </a:cubicBezTo>
                  <a:cubicBezTo>
                    <a:pt x="251" y="298"/>
                    <a:pt x="329" y="236"/>
                    <a:pt x="329" y="141"/>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6" name="Google Shape;7676;p26"/>
            <p:cNvSpPr/>
            <p:nvPr/>
          </p:nvSpPr>
          <p:spPr>
            <a:xfrm>
              <a:off x="1845025" y="1715025"/>
              <a:ext cx="8250" cy="7850"/>
            </a:xfrm>
            <a:custGeom>
              <a:avLst/>
              <a:gdLst/>
              <a:ahLst/>
              <a:cxnLst/>
              <a:rect l="l" t="t" r="r" b="b"/>
              <a:pathLst>
                <a:path w="330" h="314" extrusionOk="0">
                  <a:moveTo>
                    <a:pt x="157" y="1"/>
                  </a:moveTo>
                  <a:cubicBezTo>
                    <a:pt x="63" y="1"/>
                    <a:pt x="0" y="79"/>
                    <a:pt x="0" y="157"/>
                  </a:cubicBezTo>
                  <a:cubicBezTo>
                    <a:pt x="0" y="236"/>
                    <a:pt x="63" y="314"/>
                    <a:pt x="157" y="314"/>
                  </a:cubicBezTo>
                  <a:cubicBezTo>
                    <a:pt x="251" y="314"/>
                    <a:pt x="329" y="236"/>
                    <a:pt x="329" y="157"/>
                  </a:cubicBezTo>
                  <a:cubicBezTo>
                    <a:pt x="329"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7" name="Google Shape;7677;p26"/>
            <p:cNvSpPr/>
            <p:nvPr/>
          </p:nvSpPr>
          <p:spPr>
            <a:xfrm>
              <a:off x="1845025" y="1677400"/>
              <a:ext cx="8250" cy="7475"/>
            </a:xfrm>
            <a:custGeom>
              <a:avLst/>
              <a:gdLst/>
              <a:ahLst/>
              <a:cxnLst/>
              <a:rect l="l" t="t" r="r" b="b"/>
              <a:pathLst>
                <a:path w="330" h="299" extrusionOk="0">
                  <a:moveTo>
                    <a:pt x="157" y="1"/>
                  </a:moveTo>
                  <a:cubicBezTo>
                    <a:pt x="63" y="1"/>
                    <a:pt x="0" y="63"/>
                    <a:pt x="0" y="158"/>
                  </a:cubicBezTo>
                  <a:cubicBezTo>
                    <a:pt x="0" y="236"/>
                    <a:pt x="63" y="299"/>
                    <a:pt x="157" y="299"/>
                  </a:cubicBezTo>
                  <a:cubicBezTo>
                    <a:pt x="251" y="299"/>
                    <a:pt x="329" y="236"/>
                    <a:pt x="329" y="158"/>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26"/>
            <p:cNvSpPr/>
            <p:nvPr/>
          </p:nvSpPr>
          <p:spPr>
            <a:xfrm>
              <a:off x="1845025" y="1495975"/>
              <a:ext cx="8250" cy="7475"/>
            </a:xfrm>
            <a:custGeom>
              <a:avLst/>
              <a:gdLst/>
              <a:ahLst/>
              <a:cxnLst/>
              <a:rect l="l" t="t" r="r" b="b"/>
              <a:pathLst>
                <a:path w="330" h="299" extrusionOk="0">
                  <a:moveTo>
                    <a:pt x="157" y="1"/>
                  </a:moveTo>
                  <a:cubicBezTo>
                    <a:pt x="63" y="1"/>
                    <a:pt x="0" y="63"/>
                    <a:pt x="0" y="157"/>
                  </a:cubicBezTo>
                  <a:cubicBezTo>
                    <a:pt x="0" y="236"/>
                    <a:pt x="63" y="298"/>
                    <a:pt x="157" y="298"/>
                  </a:cubicBezTo>
                  <a:cubicBezTo>
                    <a:pt x="251" y="298"/>
                    <a:pt x="329" y="236"/>
                    <a:pt x="329" y="157"/>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26"/>
            <p:cNvSpPr/>
            <p:nvPr/>
          </p:nvSpPr>
          <p:spPr>
            <a:xfrm>
              <a:off x="1897925" y="1484225"/>
              <a:ext cx="8250" cy="7475"/>
            </a:xfrm>
            <a:custGeom>
              <a:avLst/>
              <a:gdLst/>
              <a:ahLst/>
              <a:cxnLst/>
              <a:rect l="l" t="t" r="r" b="b"/>
              <a:pathLst>
                <a:path w="330" h="299" extrusionOk="0">
                  <a:moveTo>
                    <a:pt x="173" y="0"/>
                  </a:moveTo>
                  <a:cubicBezTo>
                    <a:pt x="79" y="0"/>
                    <a:pt x="0" y="63"/>
                    <a:pt x="0" y="157"/>
                  </a:cubicBezTo>
                  <a:cubicBezTo>
                    <a:pt x="0" y="235"/>
                    <a:pt x="79" y="298"/>
                    <a:pt x="173" y="298"/>
                  </a:cubicBezTo>
                  <a:cubicBezTo>
                    <a:pt x="267" y="298"/>
                    <a:pt x="329" y="235"/>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26"/>
            <p:cNvSpPr/>
            <p:nvPr/>
          </p:nvSpPr>
          <p:spPr>
            <a:xfrm>
              <a:off x="1937500" y="1470900"/>
              <a:ext cx="8250" cy="7850"/>
            </a:xfrm>
            <a:custGeom>
              <a:avLst/>
              <a:gdLst/>
              <a:ahLst/>
              <a:cxnLst/>
              <a:rect l="l" t="t" r="r" b="b"/>
              <a:pathLst>
                <a:path w="330" h="314" extrusionOk="0">
                  <a:moveTo>
                    <a:pt x="157" y="0"/>
                  </a:moveTo>
                  <a:cubicBezTo>
                    <a:pt x="63" y="0"/>
                    <a:pt x="0" y="63"/>
                    <a:pt x="0" y="157"/>
                  </a:cubicBezTo>
                  <a:cubicBezTo>
                    <a:pt x="0" y="236"/>
                    <a:pt x="63" y="314"/>
                    <a:pt x="157" y="314"/>
                  </a:cubicBezTo>
                  <a:cubicBezTo>
                    <a:pt x="251" y="314"/>
                    <a:pt x="329" y="236"/>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26"/>
            <p:cNvSpPr/>
            <p:nvPr/>
          </p:nvSpPr>
          <p:spPr>
            <a:xfrm>
              <a:off x="1976675" y="1448550"/>
              <a:ext cx="8250" cy="7475"/>
            </a:xfrm>
            <a:custGeom>
              <a:avLst/>
              <a:gdLst/>
              <a:ahLst/>
              <a:cxnLst/>
              <a:rect l="l" t="t" r="r" b="b"/>
              <a:pathLst>
                <a:path w="330" h="299" extrusionOk="0">
                  <a:moveTo>
                    <a:pt x="173" y="1"/>
                  </a:moveTo>
                  <a:cubicBezTo>
                    <a:pt x="79" y="1"/>
                    <a:pt x="1" y="64"/>
                    <a:pt x="1" y="142"/>
                  </a:cubicBezTo>
                  <a:cubicBezTo>
                    <a:pt x="1" y="236"/>
                    <a:pt x="79" y="299"/>
                    <a:pt x="173" y="299"/>
                  </a:cubicBezTo>
                  <a:cubicBezTo>
                    <a:pt x="251" y="299"/>
                    <a:pt x="330" y="236"/>
                    <a:pt x="330" y="142"/>
                  </a:cubicBezTo>
                  <a:cubicBezTo>
                    <a:pt x="330"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26"/>
            <p:cNvSpPr/>
            <p:nvPr/>
          </p:nvSpPr>
          <p:spPr>
            <a:xfrm>
              <a:off x="2107550" y="1498325"/>
              <a:ext cx="8275" cy="7875"/>
            </a:xfrm>
            <a:custGeom>
              <a:avLst/>
              <a:gdLst/>
              <a:ahLst/>
              <a:cxnLst/>
              <a:rect l="l" t="t" r="r" b="b"/>
              <a:pathLst>
                <a:path w="331" h="315" extrusionOk="0">
                  <a:moveTo>
                    <a:pt x="158" y="1"/>
                  </a:moveTo>
                  <a:cubicBezTo>
                    <a:pt x="79" y="1"/>
                    <a:pt x="1" y="79"/>
                    <a:pt x="1" y="157"/>
                  </a:cubicBezTo>
                  <a:cubicBezTo>
                    <a:pt x="1" y="251"/>
                    <a:pt x="79" y="314"/>
                    <a:pt x="158" y="314"/>
                  </a:cubicBezTo>
                  <a:cubicBezTo>
                    <a:pt x="252" y="314"/>
                    <a:pt x="330" y="251"/>
                    <a:pt x="330" y="157"/>
                  </a:cubicBezTo>
                  <a:cubicBezTo>
                    <a:pt x="330" y="79"/>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26"/>
            <p:cNvSpPr/>
            <p:nvPr/>
          </p:nvSpPr>
          <p:spPr>
            <a:xfrm>
              <a:off x="2065625" y="1640175"/>
              <a:ext cx="8250" cy="7475"/>
            </a:xfrm>
            <a:custGeom>
              <a:avLst/>
              <a:gdLst/>
              <a:ahLst/>
              <a:cxnLst/>
              <a:rect l="l" t="t" r="r" b="b"/>
              <a:pathLst>
                <a:path w="330" h="299" extrusionOk="0">
                  <a:moveTo>
                    <a:pt x="173" y="1"/>
                  </a:moveTo>
                  <a:cubicBezTo>
                    <a:pt x="79" y="1"/>
                    <a:pt x="1" y="63"/>
                    <a:pt x="1" y="142"/>
                  </a:cubicBezTo>
                  <a:cubicBezTo>
                    <a:pt x="1" y="236"/>
                    <a:pt x="79" y="299"/>
                    <a:pt x="173" y="299"/>
                  </a:cubicBezTo>
                  <a:cubicBezTo>
                    <a:pt x="252" y="299"/>
                    <a:pt x="330" y="236"/>
                    <a:pt x="330" y="142"/>
                  </a:cubicBezTo>
                  <a:cubicBezTo>
                    <a:pt x="330" y="63"/>
                    <a:pt x="252"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4" name="Google Shape;7684;p26"/>
            <p:cNvSpPr/>
            <p:nvPr/>
          </p:nvSpPr>
          <p:spPr>
            <a:xfrm>
              <a:off x="1994700" y="1672700"/>
              <a:ext cx="8250" cy="7875"/>
            </a:xfrm>
            <a:custGeom>
              <a:avLst/>
              <a:gdLst/>
              <a:ahLst/>
              <a:cxnLst/>
              <a:rect l="l" t="t" r="r" b="b"/>
              <a:pathLst>
                <a:path w="330" h="315" extrusionOk="0">
                  <a:moveTo>
                    <a:pt x="157" y="1"/>
                  </a:moveTo>
                  <a:cubicBezTo>
                    <a:pt x="79" y="1"/>
                    <a:pt x="1" y="63"/>
                    <a:pt x="1" y="157"/>
                  </a:cubicBezTo>
                  <a:cubicBezTo>
                    <a:pt x="1" y="236"/>
                    <a:pt x="79" y="314"/>
                    <a:pt x="157" y="314"/>
                  </a:cubicBezTo>
                  <a:cubicBezTo>
                    <a:pt x="252" y="314"/>
                    <a:pt x="330" y="236"/>
                    <a:pt x="330" y="157"/>
                  </a:cubicBezTo>
                  <a:cubicBezTo>
                    <a:pt x="330" y="63"/>
                    <a:pt x="252"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5" name="Google Shape;7685;p26"/>
            <p:cNvSpPr/>
            <p:nvPr/>
          </p:nvSpPr>
          <p:spPr>
            <a:xfrm>
              <a:off x="2003725" y="1420350"/>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29" y="236"/>
                    <a:pt x="329" y="157"/>
                  </a:cubicBezTo>
                  <a:cubicBezTo>
                    <a:pt x="329"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26"/>
            <p:cNvSpPr/>
            <p:nvPr/>
          </p:nvSpPr>
          <p:spPr>
            <a:xfrm>
              <a:off x="1817200" y="2031250"/>
              <a:ext cx="8250" cy="7475"/>
            </a:xfrm>
            <a:custGeom>
              <a:avLst/>
              <a:gdLst/>
              <a:ahLst/>
              <a:cxnLst/>
              <a:rect l="l" t="t" r="r" b="b"/>
              <a:pathLst>
                <a:path w="330" h="299" extrusionOk="0">
                  <a:moveTo>
                    <a:pt x="173" y="1"/>
                  </a:moveTo>
                  <a:cubicBezTo>
                    <a:pt x="79" y="1"/>
                    <a:pt x="0" y="63"/>
                    <a:pt x="0" y="157"/>
                  </a:cubicBezTo>
                  <a:cubicBezTo>
                    <a:pt x="0" y="236"/>
                    <a:pt x="79" y="299"/>
                    <a:pt x="173" y="299"/>
                  </a:cubicBezTo>
                  <a:cubicBezTo>
                    <a:pt x="267" y="299"/>
                    <a:pt x="329" y="236"/>
                    <a:pt x="329" y="157"/>
                  </a:cubicBezTo>
                  <a:cubicBezTo>
                    <a:pt x="329" y="63"/>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26"/>
            <p:cNvSpPr/>
            <p:nvPr/>
          </p:nvSpPr>
          <p:spPr>
            <a:xfrm>
              <a:off x="1753325" y="2045350"/>
              <a:ext cx="8250" cy="7875"/>
            </a:xfrm>
            <a:custGeom>
              <a:avLst/>
              <a:gdLst/>
              <a:ahLst/>
              <a:cxnLst/>
              <a:rect l="l" t="t" r="r" b="b"/>
              <a:pathLst>
                <a:path w="330" h="315" extrusionOk="0">
                  <a:moveTo>
                    <a:pt x="173" y="1"/>
                  </a:moveTo>
                  <a:cubicBezTo>
                    <a:pt x="79" y="1"/>
                    <a:pt x="0" y="79"/>
                    <a:pt x="0" y="158"/>
                  </a:cubicBezTo>
                  <a:cubicBezTo>
                    <a:pt x="0" y="236"/>
                    <a:pt x="79" y="314"/>
                    <a:pt x="173" y="314"/>
                  </a:cubicBezTo>
                  <a:cubicBezTo>
                    <a:pt x="267" y="314"/>
                    <a:pt x="329" y="236"/>
                    <a:pt x="329" y="158"/>
                  </a:cubicBezTo>
                  <a:cubicBezTo>
                    <a:pt x="329" y="79"/>
                    <a:pt x="267"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26"/>
            <p:cNvSpPr/>
            <p:nvPr/>
          </p:nvSpPr>
          <p:spPr>
            <a:xfrm>
              <a:off x="1695725" y="1715025"/>
              <a:ext cx="8250" cy="7475"/>
            </a:xfrm>
            <a:custGeom>
              <a:avLst/>
              <a:gdLst/>
              <a:ahLst/>
              <a:cxnLst/>
              <a:rect l="l" t="t" r="r" b="b"/>
              <a:pathLst>
                <a:path w="330" h="299" extrusionOk="0">
                  <a:moveTo>
                    <a:pt x="157" y="1"/>
                  </a:moveTo>
                  <a:cubicBezTo>
                    <a:pt x="79" y="1"/>
                    <a:pt x="0" y="63"/>
                    <a:pt x="0" y="142"/>
                  </a:cubicBezTo>
                  <a:cubicBezTo>
                    <a:pt x="0" y="236"/>
                    <a:pt x="79" y="298"/>
                    <a:pt x="157" y="298"/>
                  </a:cubicBezTo>
                  <a:cubicBezTo>
                    <a:pt x="251" y="298"/>
                    <a:pt x="329" y="236"/>
                    <a:pt x="329" y="142"/>
                  </a:cubicBezTo>
                  <a:cubicBezTo>
                    <a:pt x="329"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26"/>
            <p:cNvSpPr/>
            <p:nvPr/>
          </p:nvSpPr>
          <p:spPr>
            <a:xfrm>
              <a:off x="1705525" y="1675850"/>
              <a:ext cx="8250" cy="7450"/>
            </a:xfrm>
            <a:custGeom>
              <a:avLst/>
              <a:gdLst/>
              <a:ahLst/>
              <a:cxnLst/>
              <a:rect l="l" t="t" r="r" b="b"/>
              <a:pathLst>
                <a:path w="330" h="298" extrusionOk="0">
                  <a:moveTo>
                    <a:pt x="157" y="0"/>
                  </a:moveTo>
                  <a:cubicBezTo>
                    <a:pt x="63" y="0"/>
                    <a:pt x="0" y="63"/>
                    <a:pt x="0" y="157"/>
                  </a:cubicBezTo>
                  <a:cubicBezTo>
                    <a:pt x="0" y="235"/>
                    <a:pt x="63" y="298"/>
                    <a:pt x="157" y="298"/>
                  </a:cubicBezTo>
                  <a:cubicBezTo>
                    <a:pt x="251" y="298"/>
                    <a:pt x="329" y="235"/>
                    <a:pt x="329" y="157"/>
                  </a:cubicBezTo>
                  <a:cubicBezTo>
                    <a:pt x="329" y="63"/>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26"/>
            <p:cNvSpPr/>
            <p:nvPr/>
          </p:nvSpPr>
          <p:spPr>
            <a:xfrm>
              <a:off x="1816800" y="1715025"/>
              <a:ext cx="8250" cy="7850"/>
            </a:xfrm>
            <a:custGeom>
              <a:avLst/>
              <a:gdLst/>
              <a:ahLst/>
              <a:cxnLst/>
              <a:rect l="l" t="t" r="r" b="b"/>
              <a:pathLst>
                <a:path w="330" h="314" extrusionOk="0">
                  <a:moveTo>
                    <a:pt x="173" y="1"/>
                  </a:moveTo>
                  <a:cubicBezTo>
                    <a:pt x="79" y="1"/>
                    <a:pt x="1" y="79"/>
                    <a:pt x="1" y="157"/>
                  </a:cubicBezTo>
                  <a:cubicBezTo>
                    <a:pt x="1" y="236"/>
                    <a:pt x="79" y="314"/>
                    <a:pt x="173" y="314"/>
                  </a:cubicBezTo>
                  <a:cubicBezTo>
                    <a:pt x="251" y="314"/>
                    <a:pt x="330" y="236"/>
                    <a:pt x="330" y="157"/>
                  </a:cubicBezTo>
                  <a:cubicBezTo>
                    <a:pt x="330"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26"/>
            <p:cNvSpPr/>
            <p:nvPr/>
          </p:nvSpPr>
          <p:spPr>
            <a:xfrm>
              <a:off x="1816800" y="1677800"/>
              <a:ext cx="8250" cy="7850"/>
            </a:xfrm>
            <a:custGeom>
              <a:avLst/>
              <a:gdLst/>
              <a:ahLst/>
              <a:cxnLst/>
              <a:rect l="l" t="t" r="r" b="b"/>
              <a:pathLst>
                <a:path w="330" h="314" extrusionOk="0">
                  <a:moveTo>
                    <a:pt x="173" y="0"/>
                  </a:moveTo>
                  <a:cubicBezTo>
                    <a:pt x="79" y="0"/>
                    <a:pt x="1" y="63"/>
                    <a:pt x="1" y="157"/>
                  </a:cubicBezTo>
                  <a:cubicBezTo>
                    <a:pt x="1" y="236"/>
                    <a:pt x="79" y="314"/>
                    <a:pt x="173" y="314"/>
                  </a:cubicBezTo>
                  <a:cubicBezTo>
                    <a:pt x="251" y="314"/>
                    <a:pt x="330" y="236"/>
                    <a:pt x="330" y="157"/>
                  </a:cubicBezTo>
                  <a:cubicBezTo>
                    <a:pt x="330" y="63"/>
                    <a:pt x="251"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2" name="Google Shape;7692;p26"/>
            <p:cNvSpPr/>
            <p:nvPr/>
          </p:nvSpPr>
          <p:spPr>
            <a:xfrm>
              <a:off x="1816800" y="1495975"/>
              <a:ext cx="8250" cy="7475"/>
            </a:xfrm>
            <a:custGeom>
              <a:avLst/>
              <a:gdLst/>
              <a:ahLst/>
              <a:cxnLst/>
              <a:rect l="l" t="t" r="r" b="b"/>
              <a:pathLst>
                <a:path w="330" h="299" extrusionOk="0">
                  <a:moveTo>
                    <a:pt x="173" y="1"/>
                  </a:moveTo>
                  <a:cubicBezTo>
                    <a:pt x="79" y="1"/>
                    <a:pt x="1" y="63"/>
                    <a:pt x="1" y="157"/>
                  </a:cubicBezTo>
                  <a:cubicBezTo>
                    <a:pt x="1" y="236"/>
                    <a:pt x="79" y="298"/>
                    <a:pt x="173" y="298"/>
                  </a:cubicBezTo>
                  <a:cubicBezTo>
                    <a:pt x="251" y="298"/>
                    <a:pt x="330" y="236"/>
                    <a:pt x="330" y="157"/>
                  </a:cubicBezTo>
                  <a:cubicBezTo>
                    <a:pt x="330" y="63"/>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3" name="Google Shape;7693;p26"/>
            <p:cNvSpPr/>
            <p:nvPr/>
          </p:nvSpPr>
          <p:spPr>
            <a:xfrm>
              <a:off x="1754500" y="1484625"/>
              <a:ext cx="8250" cy="7850"/>
            </a:xfrm>
            <a:custGeom>
              <a:avLst/>
              <a:gdLst/>
              <a:ahLst/>
              <a:cxnLst/>
              <a:rect l="l" t="t" r="r" b="b"/>
              <a:pathLst>
                <a:path w="330" h="314" extrusionOk="0">
                  <a:moveTo>
                    <a:pt x="157" y="0"/>
                  </a:moveTo>
                  <a:cubicBezTo>
                    <a:pt x="79" y="0"/>
                    <a:pt x="0" y="78"/>
                    <a:pt x="0" y="157"/>
                  </a:cubicBezTo>
                  <a:cubicBezTo>
                    <a:pt x="0" y="235"/>
                    <a:pt x="79" y="314"/>
                    <a:pt x="157" y="314"/>
                  </a:cubicBezTo>
                  <a:cubicBezTo>
                    <a:pt x="251" y="314"/>
                    <a:pt x="330" y="235"/>
                    <a:pt x="330" y="157"/>
                  </a:cubicBezTo>
                  <a:cubicBezTo>
                    <a:pt x="330" y="78"/>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26"/>
            <p:cNvSpPr/>
            <p:nvPr/>
          </p:nvSpPr>
          <p:spPr>
            <a:xfrm>
              <a:off x="1716100" y="1468150"/>
              <a:ext cx="8250" cy="7875"/>
            </a:xfrm>
            <a:custGeom>
              <a:avLst/>
              <a:gdLst/>
              <a:ahLst/>
              <a:cxnLst/>
              <a:rect l="l" t="t" r="r" b="b"/>
              <a:pathLst>
                <a:path w="330" h="315" extrusionOk="0">
                  <a:moveTo>
                    <a:pt x="173" y="1"/>
                  </a:moveTo>
                  <a:cubicBezTo>
                    <a:pt x="79" y="1"/>
                    <a:pt x="0" y="79"/>
                    <a:pt x="0" y="157"/>
                  </a:cubicBezTo>
                  <a:cubicBezTo>
                    <a:pt x="0" y="251"/>
                    <a:pt x="79" y="314"/>
                    <a:pt x="173" y="314"/>
                  </a:cubicBezTo>
                  <a:cubicBezTo>
                    <a:pt x="251" y="314"/>
                    <a:pt x="329" y="251"/>
                    <a:pt x="329" y="157"/>
                  </a:cubicBezTo>
                  <a:cubicBezTo>
                    <a:pt x="329" y="79"/>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26"/>
            <p:cNvSpPr/>
            <p:nvPr/>
          </p:nvSpPr>
          <p:spPr>
            <a:xfrm>
              <a:off x="1680425" y="1447000"/>
              <a:ext cx="8275" cy="7475"/>
            </a:xfrm>
            <a:custGeom>
              <a:avLst/>
              <a:gdLst/>
              <a:ahLst/>
              <a:cxnLst/>
              <a:rect l="l" t="t" r="r" b="b"/>
              <a:pathLst>
                <a:path w="331" h="299" extrusionOk="0">
                  <a:moveTo>
                    <a:pt x="158" y="0"/>
                  </a:moveTo>
                  <a:cubicBezTo>
                    <a:pt x="79" y="0"/>
                    <a:pt x="1" y="63"/>
                    <a:pt x="1" y="157"/>
                  </a:cubicBezTo>
                  <a:cubicBezTo>
                    <a:pt x="1" y="235"/>
                    <a:pt x="79" y="298"/>
                    <a:pt x="158" y="298"/>
                  </a:cubicBezTo>
                  <a:cubicBezTo>
                    <a:pt x="252" y="298"/>
                    <a:pt x="330" y="235"/>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26"/>
            <p:cNvSpPr/>
            <p:nvPr/>
          </p:nvSpPr>
          <p:spPr>
            <a:xfrm>
              <a:off x="1661625" y="1672700"/>
              <a:ext cx="7875" cy="7875"/>
            </a:xfrm>
            <a:custGeom>
              <a:avLst/>
              <a:gdLst/>
              <a:ahLst/>
              <a:cxnLst/>
              <a:rect l="l" t="t" r="r" b="b"/>
              <a:pathLst>
                <a:path w="315" h="315" extrusionOk="0">
                  <a:moveTo>
                    <a:pt x="157" y="1"/>
                  </a:moveTo>
                  <a:cubicBezTo>
                    <a:pt x="63" y="1"/>
                    <a:pt x="1" y="63"/>
                    <a:pt x="1" y="157"/>
                  </a:cubicBezTo>
                  <a:cubicBezTo>
                    <a:pt x="1" y="236"/>
                    <a:pt x="63" y="314"/>
                    <a:pt x="157" y="314"/>
                  </a:cubicBezTo>
                  <a:cubicBezTo>
                    <a:pt x="251" y="314"/>
                    <a:pt x="314" y="236"/>
                    <a:pt x="314" y="157"/>
                  </a:cubicBezTo>
                  <a:cubicBezTo>
                    <a:pt x="314" y="63"/>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26"/>
            <p:cNvSpPr/>
            <p:nvPr/>
          </p:nvSpPr>
          <p:spPr>
            <a:xfrm>
              <a:off x="1599700" y="1633900"/>
              <a:ext cx="8275" cy="7875"/>
            </a:xfrm>
            <a:custGeom>
              <a:avLst/>
              <a:gdLst/>
              <a:ahLst/>
              <a:cxnLst/>
              <a:rect l="l" t="t" r="r" b="b"/>
              <a:pathLst>
                <a:path w="331" h="315" extrusionOk="0">
                  <a:moveTo>
                    <a:pt x="158" y="1"/>
                  </a:moveTo>
                  <a:cubicBezTo>
                    <a:pt x="79" y="1"/>
                    <a:pt x="1" y="64"/>
                    <a:pt x="1" y="158"/>
                  </a:cubicBezTo>
                  <a:cubicBezTo>
                    <a:pt x="1" y="236"/>
                    <a:pt x="79" y="314"/>
                    <a:pt x="158" y="314"/>
                  </a:cubicBezTo>
                  <a:cubicBezTo>
                    <a:pt x="252" y="314"/>
                    <a:pt x="330" y="236"/>
                    <a:pt x="330" y="158"/>
                  </a:cubicBezTo>
                  <a:cubicBezTo>
                    <a:pt x="330" y="64"/>
                    <a:pt x="252" y="1"/>
                    <a:pt x="1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8" name="Google Shape;7698;p26"/>
            <p:cNvSpPr/>
            <p:nvPr/>
          </p:nvSpPr>
          <p:spPr>
            <a:xfrm>
              <a:off x="1546025" y="1498325"/>
              <a:ext cx="8250" cy="7875"/>
            </a:xfrm>
            <a:custGeom>
              <a:avLst/>
              <a:gdLst/>
              <a:ahLst/>
              <a:cxnLst/>
              <a:rect l="l" t="t" r="r" b="b"/>
              <a:pathLst>
                <a:path w="330" h="315" extrusionOk="0">
                  <a:moveTo>
                    <a:pt x="157" y="1"/>
                  </a:moveTo>
                  <a:cubicBezTo>
                    <a:pt x="79" y="1"/>
                    <a:pt x="1" y="79"/>
                    <a:pt x="1" y="157"/>
                  </a:cubicBezTo>
                  <a:cubicBezTo>
                    <a:pt x="1" y="251"/>
                    <a:pt x="79" y="314"/>
                    <a:pt x="157" y="314"/>
                  </a:cubicBezTo>
                  <a:cubicBezTo>
                    <a:pt x="251" y="314"/>
                    <a:pt x="330" y="251"/>
                    <a:pt x="330" y="157"/>
                  </a:cubicBezTo>
                  <a:cubicBezTo>
                    <a:pt x="330" y="79"/>
                    <a:pt x="251" y="1"/>
                    <a:pt x="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9" name="Google Shape;7699;p26"/>
            <p:cNvSpPr/>
            <p:nvPr/>
          </p:nvSpPr>
          <p:spPr>
            <a:xfrm>
              <a:off x="1655350" y="1421925"/>
              <a:ext cx="8250" cy="7450"/>
            </a:xfrm>
            <a:custGeom>
              <a:avLst/>
              <a:gdLst/>
              <a:ahLst/>
              <a:cxnLst/>
              <a:rect l="l" t="t" r="r" b="b"/>
              <a:pathLst>
                <a:path w="330" h="298" extrusionOk="0">
                  <a:moveTo>
                    <a:pt x="157" y="0"/>
                  </a:moveTo>
                  <a:cubicBezTo>
                    <a:pt x="79" y="0"/>
                    <a:pt x="1" y="63"/>
                    <a:pt x="1" y="157"/>
                  </a:cubicBezTo>
                  <a:cubicBezTo>
                    <a:pt x="1" y="235"/>
                    <a:pt x="79" y="298"/>
                    <a:pt x="157" y="298"/>
                  </a:cubicBezTo>
                  <a:cubicBezTo>
                    <a:pt x="252" y="298"/>
                    <a:pt x="330" y="235"/>
                    <a:pt x="330" y="157"/>
                  </a:cubicBezTo>
                  <a:cubicBezTo>
                    <a:pt x="330" y="63"/>
                    <a:pt x="252"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26"/>
            <p:cNvSpPr/>
            <p:nvPr/>
          </p:nvSpPr>
          <p:spPr>
            <a:xfrm>
              <a:off x="1438650" y="1456400"/>
              <a:ext cx="8275" cy="7850"/>
            </a:xfrm>
            <a:custGeom>
              <a:avLst/>
              <a:gdLst/>
              <a:ahLst/>
              <a:cxnLst/>
              <a:rect l="l" t="t" r="r" b="b"/>
              <a:pathLst>
                <a:path w="331" h="314" extrusionOk="0">
                  <a:moveTo>
                    <a:pt x="173" y="0"/>
                  </a:moveTo>
                  <a:cubicBezTo>
                    <a:pt x="79" y="0"/>
                    <a:pt x="1" y="79"/>
                    <a:pt x="1" y="157"/>
                  </a:cubicBezTo>
                  <a:cubicBezTo>
                    <a:pt x="1" y="251"/>
                    <a:pt x="79" y="314"/>
                    <a:pt x="173" y="314"/>
                  </a:cubicBezTo>
                  <a:cubicBezTo>
                    <a:pt x="252" y="314"/>
                    <a:pt x="330" y="251"/>
                    <a:pt x="330" y="157"/>
                  </a:cubicBezTo>
                  <a:cubicBezTo>
                    <a:pt x="330" y="79"/>
                    <a:pt x="252"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26"/>
            <p:cNvSpPr/>
            <p:nvPr/>
          </p:nvSpPr>
          <p:spPr>
            <a:xfrm>
              <a:off x="2004500" y="1683275"/>
              <a:ext cx="62325" cy="119950"/>
            </a:xfrm>
            <a:custGeom>
              <a:avLst/>
              <a:gdLst/>
              <a:ahLst/>
              <a:cxnLst/>
              <a:rect l="l" t="t" r="r" b="b"/>
              <a:pathLst>
                <a:path w="2493" h="4798" extrusionOk="0">
                  <a:moveTo>
                    <a:pt x="2493" y="1"/>
                  </a:moveTo>
                  <a:lnTo>
                    <a:pt x="2493" y="1"/>
                  </a:lnTo>
                  <a:cubicBezTo>
                    <a:pt x="2493" y="1"/>
                    <a:pt x="628" y="597"/>
                    <a:pt x="1" y="1114"/>
                  </a:cubicBezTo>
                  <a:cubicBezTo>
                    <a:pt x="1" y="1459"/>
                    <a:pt x="204" y="3042"/>
                    <a:pt x="204" y="4797"/>
                  </a:cubicBezTo>
                  <a:cubicBezTo>
                    <a:pt x="518" y="4139"/>
                    <a:pt x="95" y="1506"/>
                    <a:pt x="330" y="1239"/>
                  </a:cubicBezTo>
                  <a:cubicBezTo>
                    <a:pt x="581" y="957"/>
                    <a:pt x="2493" y="1"/>
                    <a:pt x="2493"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26"/>
            <p:cNvSpPr/>
            <p:nvPr/>
          </p:nvSpPr>
          <p:spPr>
            <a:xfrm>
              <a:off x="1602850" y="1683275"/>
              <a:ext cx="62325" cy="119950"/>
            </a:xfrm>
            <a:custGeom>
              <a:avLst/>
              <a:gdLst/>
              <a:ahLst/>
              <a:cxnLst/>
              <a:rect l="l" t="t" r="r" b="b"/>
              <a:pathLst>
                <a:path w="2493" h="4798" extrusionOk="0">
                  <a:moveTo>
                    <a:pt x="0" y="1"/>
                  </a:moveTo>
                  <a:cubicBezTo>
                    <a:pt x="1" y="1"/>
                    <a:pt x="1913" y="957"/>
                    <a:pt x="2163" y="1239"/>
                  </a:cubicBezTo>
                  <a:cubicBezTo>
                    <a:pt x="2414" y="1506"/>
                    <a:pt x="1975" y="4139"/>
                    <a:pt x="2305" y="4797"/>
                  </a:cubicBezTo>
                  <a:cubicBezTo>
                    <a:pt x="2305" y="3042"/>
                    <a:pt x="2493" y="1459"/>
                    <a:pt x="2493" y="1114"/>
                  </a:cubicBezTo>
                  <a:cubicBezTo>
                    <a:pt x="1866" y="597"/>
                    <a:pt x="1" y="1"/>
                    <a:pt x="0"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26"/>
            <p:cNvSpPr/>
            <p:nvPr/>
          </p:nvSpPr>
          <p:spPr>
            <a:xfrm>
              <a:off x="2080925" y="1679375"/>
              <a:ext cx="47425" cy="289200"/>
            </a:xfrm>
            <a:custGeom>
              <a:avLst/>
              <a:gdLst/>
              <a:ahLst/>
              <a:cxnLst/>
              <a:rect l="l" t="t" r="r" b="b"/>
              <a:pathLst>
                <a:path w="1897" h="11568" extrusionOk="0">
                  <a:moveTo>
                    <a:pt x="0" y="0"/>
                  </a:moveTo>
                  <a:cubicBezTo>
                    <a:pt x="204" y="423"/>
                    <a:pt x="1615" y="2994"/>
                    <a:pt x="1646" y="3731"/>
                  </a:cubicBezTo>
                  <a:cubicBezTo>
                    <a:pt x="1677" y="4467"/>
                    <a:pt x="1567" y="7445"/>
                    <a:pt x="643" y="11568"/>
                  </a:cubicBezTo>
                  <a:cubicBezTo>
                    <a:pt x="643" y="11568"/>
                    <a:pt x="1677" y="9013"/>
                    <a:pt x="1865" y="3778"/>
                  </a:cubicBezTo>
                  <a:cubicBezTo>
                    <a:pt x="1897" y="2978"/>
                    <a:pt x="0" y="1"/>
                    <a:pt x="0"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26"/>
            <p:cNvSpPr/>
            <p:nvPr/>
          </p:nvSpPr>
          <p:spPr>
            <a:xfrm>
              <a:off x="1542100" y="1679375"/>
              <a:ext cx="47450" cy="289200"/>
            </a:xfrm>
            <a:custGeom>
              <a:avLst/>
              <a:gdLst/>
              <a:ahLst/>
              <a:cxnLst/>
              <a:rect l="l" t="t" r="r" b="b"/>
              <a:pathLst>
                <a:path w="1898" h="11568" extrusionOk="0">
                  <a:moveTo>
                    <a:pt x="1897" y="0"/>
                  </a:moveTo>
                  <a:cubicBezTo>
                    <a:pt x="1897" y="1"/>
                    <a:pt x="1" y="2978"/>
                    <a:pt x="32" y="3778"/>
                  </a:cubicBezTo>
                  <a:cubicBezTo>
                    <a:pt x="205" y="9013"/>
                    <a:pt x="1255" y="11568"/>
                    <a:pt x="1255" y="11568"/>
                  </a:cubicBezTo>
                  <a:cubicBezTo>
                    <a:pt x="314" y="7445"/>
                    <a:pt x="205" y="4467"/>
                    <a:pt x="236" y="3731"/>
                  </a:cubicBezTo>
                  <a:cubicBezTo>
                    <a:pt x="267" y="2994"/>
                    <a:pt x="1678" y="423"/>
                    <a:pt x="1897"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5" name="Google Shape;7705;p26"/>
            <p:cNvSpPr/>
            <p:nvPr/>
          </p:nvSpPr>
          <p:spPr>
            <a:xfrm>
              <a:off x="2006450" y="1712675"/>
              <a:ext cx="8275" cy="7475"/>
            </a:xfrm>
            <a:custGeom>
              <a:avLst/>
              <a:gdLst/>
              <a:ahLst/>
              <a:cxnLst/>
              <a:rect l="l" t="t" r="r" b="b"/>
              <a:pathLst>
                <a:path w="331" h="299" extrusionOk="0">
                  <a:moveTo>
                    <a:pt x="158" y="0"/>
                  </a:moveTo>
                  <a:cubicBezTo>
                    <a:pt x="64" y="0"/>
                    <a:pt x="1" y="63"/>
                    <a:pt x="1" y="157"/>
                  </a:cubicBezTo>
                  <a:cubicBezTo>
                    <a:pt x="1" y="236"/>
                    <a:pt x="64" y="298"/>
                    <a:pt x="158" y="298"/>
                  </a:cubicBezTo>
                  <a:cubicBezTo>
                    <a:pt x="252" y="298"/>
                    <a:pt x="330" y="236"/>
                    <a:pt x="330" y="157"/>
                  </a:cubicBezTo>
                  <a:cubicBezTo>
                    <a:pt x="330" y="63"/>
                    <a:pt x="252" y="0"/>
                    <a:pt x="1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6" name="Google Shape;7706;p26"/>
            <p:cNvSpPr/>
            <p:nvPr/>
          </p:nvSpPr>
          <p:spPr>
            <a:xfrm>
              <a:off x="1659275" y="1712675"/>
              <a:ext cx="8250" cy="7475"/>
            </a:xfrm>
            <a:custGeom>
              <a:avLst/>
              <a:gdLst/>
              <a:ahLst/>
              <a:cxnLst/>
              <a:rect l="l" t="t" r="r" b="b"/>
              <a:pathLst>
                <a:path w="330" h="299" extrusionOk="0">
                  <a:moveTo>
                    <a:pt x="173" y="0"/>
                  </a:moveTo>
                  <a:cubicBezTo>
                    <a:pt x="79" y="0"/>
                    <a:pt x="0" y="63"/>
                    <a:pt x="0" y="157"/>
                  </a:cubicBezTo>
                  <a:cubicBezTo>
                    <a:pt x="0" y="236"/>
                    <a:pt x="79" y="298"/>
                    <a:pt x="173" y="298"/>
                  </a:cubicBezTo>
                  <a:cubicBezTo>
                    <a:pt x="267" y="298"/>
                    <a:pt x="330" y="236"/>
                    <a:pt x="330" y="157"/>
                  </a:cubicBezTo>
                  <a:cubicBezTo>
                    <a:pt x="330" y="63"/>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26"/>
            <p:cNvSpPr/>
            <p:nvPr/>
          </p:nvSpPr>
          <p:spPr>
            <a:xfrm>
              <a:off x="2073475" y="1678200"/>
              <a:ext cx="8250" cy="7850"/>
            </a:xfrm>
            <a:custGeom>
              <a:avLst/>
              <a:gdLst/>
              <a:ahLst/>
              <a:cxnLst/>
              <a:rect l="l" t="t" r="r" b="b"/>
              <a:pathLst>
                <a:path w="330" h="314" extrusionOk="0">
                  <a:moveTo>
                    <a:pt x="157" y="0"/>
                  </a:moveTo>
                  <a:cubicBezTo>
                    <a:pt x="63" y="0"/>
                    <a:pt x="0" y="79"/>
                    <a:pt x="0" y="157"/>
                  </a:cubicBezTo>
                  <a:cubicBezTo>
                    <a:pt x="0" y="251"/>
                    <a:pt x="63" y="314"/>
                    <a:pt x="157" y="314"/>
                  </a:cubicBezTo>
                  <a:cubicBezTo>
                    <a:pt x="251" y="314"/>
                    <a:pt x="329" y="251"/>
                    <a:pt x="329" y="157"/>
                  </a:cubicBezTo>
                  <a:cubicBezTo>
                    <a:pt x="329" y="79"/>
                    <a:pt x="251" y="0"/>
                    <a:pt x="1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26"/>
            <p:cNvSpPr/>
            <p:nvPr/>
          </p:nvSpPr>
          <p:spPr>
            <a:xfrm>
              <a:off x="1591875" y="1678200"/>
              <a:ext cx="8250" cy="7850"/>
            </a:xfrm>
            <a:custGeom>
              <a:avLst/>
              <a:gdLst/>
              <a:ahLst/>
              <a:cxnLst/>
              <a:rect l="l" t="t" r="r" b="b"/>
              <a:pathLst>
                <a:path w="330" h="314" extrusionOk="0">
                  <a:moveTo>
                    <a:pt x="173" y="0"/>
                  </a:moveTo>
                  <a:cubicBezTo>
                    <a:pt x="79" y="0"/>
                    <a:pt x="1" y="79"/>
                    <a:pt x="1" y="157"/>
                  </a:cubicBezTo>
                  <a:cubicBezTo>
                    <a:pt x="1" y="251"/>
                    <a:pt x="79" y="314"/>
                    <a:pt x="173" y="314"/>
                  </a:cubicBezTo>
                  <a:cubicBezTo>
                    <a:pt x="267" y="314"/>
                    <a:pt x="330" y="251"/>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26"/>
            <p:cNvSpPr/>
            <p:nvPr/>
          </p:nvSpPr>
          <p:spPr>
            <a:xfrm>
              <a:off x="2013525" y="2088075"/>
              <a:ext cx="8250" cy="7850"/>
            </a:xfrm>
            <a:custGeom>
              <a:avLst/>
              <a:gdLst/>
              <a:ahLst/>
              <a:cxnLst/>
              <a:rect l="l" t="t" r="r" b="b"/>
              <a:pathLst>
                <a:path w="330" h="314" extrusionOk="0">
                  <a:moveTo>
                    <a:pt x="172" y="0"/>
                  </a:moveTo>
                  <a:cubicBezTo>
                    <a:pt x="78" y="0"/>
                    <a:pt x="0" y="79"/>
                    <a:pt x="0" y="157"/>
                  </a:cubicBezTo>
                  <a:cubicBezTo>
                    <a:pt x="0" y="236"/>
                    <a:pt x="78" y="314"/>
                    <a:pt x="172" y="314"/>
                  </a:cubicBezTo>
                  <a:cubicBezTo>
                    <a:pt x="251" y="314"/>
                    <a:pt x="329" y="236"/>
                    <a:pt x="329" y="157"/>
                  </a:cubicBezTo>
                  <a:cubicBezTo>
                    <a:pt x="329" y="79"/>
                    <a:pt x="251" y="0"/>
                    <a:pt x="1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0" name="Google Shape;7710;p26"/>
            <p:cNvSpPr/>
            <p:nvPr/>
          </p:nvSpPr>
          <p:spPr>
            <a:xfrm>
              <a:off x="1649075" y="2088075"/>
              <a:ext cx="8275" cy="7850"/>
            </a:xfrm>
            <a:custGeom>
              <a:avLst/>
              <a:gdLst/>
              <a:ahLst/>
              <a:cxnLst/>
              <a:rect l="l" t="t" r="r" b="b"/>
              <a:pathLst>
                <a:path w="331" h="314" extrusionOk="0">
                  <a:moveTo>
                    <a:pt x="173" y="0"/>
                  </a:moveTo>
                  <a:cubicBezTo>
                    <a:pt x="79" y="0"/>
                    <a:pt x="1" y="79"/>
                    <a:pt x="1" y="157"/>
                  </a:cubicBezTo>
                  <a:cubicBezTo>
                    <a:pt x="1" y="236"/>
                    <a:pt x="79" y="314"/>
                    <a:pt x="173" y="314"/>
                  </a:cubicBezTo>
                  <a:cubicBezTo>
                    <a:pt x="267" y="314"/>
                    <a:pt x="330" y="236"/>
                    <a:pt x="330" y="157"/>
                  </a:cubicBezTo>
                  <a:cubicBezTo>
                    <a:pt x="330" y="79"/>
                    <a:pt x="267" y="0"/>
                    <a:pt x="1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1" name="Google Shape;7711;p26"/>
            <p:cNvSpPr/>
            <p:nvPr/>
          </p:nvSpPr>
          <p:spPr>
            <a:xfrm>
              <a:off x="1953175"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26"/>
            <p:cNvSpPr/>
            <p:nvPr/>
          </p:nvSpPr>
          <p:spPr>
            <a:xfrm>
              <a:off x="1716100" y="2053975"/>
              <a:ext cx="8250" cy="7475"/>
            </a:xfrm>
            <a:custGeom>
              <a:avLst/>
              <a:gdLst/>
              <a:ahLst/>
              <a:cxnLst/>
              <a:rect l="l" t="t" r="r" b="b"/>
              <a:pathLst>
                <a:path w="330" h="299" extrusionOk="0">
                  <a:moveTo>
                    <a:pt x="173" y="1"/>
                  </a:moveTo>
                  <a:cubicBezTo>
                    <a:pt x="79" y="1"/>
                    <a:pt x="0" y="64"/>
                    <a:pt x="0" y="158"/>
                  </a:cubicBezTo>
                  <a:cubicBezTo>
                    <a:pt x="0" y="236"/>
                    <a:pt x="79" y="299"/>
                    <a:pt x="173" y="299"/>
                  </a:cubicBezTo>
                  <a:cubicBezTo>
                    <a:pt x="251" y="299"/>
                    <a:pt x="329" y="236"/>
                    <a:pt x="329" y="158"/>
                  </a:cubicBezTo>
                  <a:cubicBezTo>
                    <a:pt x="329" y="64"/>
                    <a:pt x="251" y="1"/>
                    <a:pt x="1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3" name="Google Shape;7713;p26"/>
            <p:cNvSpPr/>
            <p:nvPr/>
          </p:nvSpPr>
          <p:spPr>
            <a:xfrm>
              <a:off x="2004500" y="1329100"/>
              <a:ext cx="187250" cy="88650"/>
            </a:xfrm>
            <a:custGeom>
              <a:avLst/>
              <a:gdLst/>
              <a:ahLst/>
              <a:cxnLst/>
              <a:rect l="l" t="t" r="r" b="b"/>
              <a:pathLst>
                <a:path w="7490" h="3546" extrusionOk="0">
                  <a:moveTo>
                    <a:pt x="1124" y="0"/>
                  </a:moveTo>
                  <a:cubicBezTo>
                    <a:pt x="1015" y="0"/>
                    <a:pt x="921" y="15"/>
                    <a:pt x="847" y="45"/>
                  </a:cubicBezTo>
                  <a:cubicBezTo>
                    <a:pt x="1" y="374"/>
                    <a:pt x="1725" y="327"/>
                    <a:pt x="3480" y="1143"/>
                  </a:cubicBezTo>
                  <a:cubicBezTo>
                    <a:pt x="5203" y="1962"/>
                    <a:pt x="7258" y="3545"/>
                    <a:pt x="7463" y="3545"/>
                  </a:cubicBezTo>
                  <a:cubicBezTo>
                    <a:pt x="7489" y="3545"/>
                    <a:pt x="7485" y="3519"/>
                    <a:pt x="7446" y="3462"/>
                  </a:cubicBezTo>
                  <a:cubicBezTo>
                    <a:pt x="6834" y="2558"/>
                    <a:pt x="2574" y="0"/>
                    <a:pt x="1124"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26"/>
            <p:cNvSpPr/>
            <p:nvPr/>
          </p:nvSpPr>
          <p:spPr>
            <a:xfrm>
              <a:off x="1473675" y="1324800"/>
              <a:ext cx="183675" cy="97750"/>
            </a:xfrm>
            <a:custGeom>
              <a:avLst/>
              <a:gdLst/>
              <a:ahLst/>
              <a:cxnLst/>
              <a:rect l="l" t="t" r="r" b="b"/>
              <a:pathLst>
                <a:path w="7347" h="3910" extrusionOk="0">
                  <a:moveTo>
                    <a:pt x="6277" y="1"/>
                  </a:moveTo>
                  <a:cubicBezTo>
                    <a:pt x="4889" y="1"/>
                    <a:pt x="606" y="2873"/>
                    <a:pt x="42" y="3822"/>
                  </a:cubicBezTo>
                  <a:cubicBezTo>
                    <a:pt x="5" y="3882"/>
                    <a:pt x="1" y="3910"/>
                    <a:pt x="25" y="3910"/>
                  </a:cubicBezTo>
                  <a:cubicBezTo>
                    <a:pt x="219" y="3910"/>
                    <a:pt x="2201" y="2201"/>
                    <a:pt x="3898" y="1283"/>
                  </a:cubicBezTo>
                  <a:cubicBezTo>
                    <a:pt x="5622" y="358"/>
                    <a:pt x="7346" y="311"/>
                    <a:pt x="6484" y="29"/>
                  </a:cubicBezTo>
                  <a:cubicBezTo>
                    <a:pt x="6425" y="10"/>
                    <a:pt x="6356" y="1"/>
                    <a:pt x="627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5" name="Google Shape;7715;p26"/>
          <p:cNvGrpSpPr/>
          <p:nvPr/>
        </p:nvGrpSpPr>
        <p:grpSpPr>
          <a:xfrm rot="-995748">
            <a:off x="141884" y="3422125"/>
            <a:ext cx="1454438" cy="1491357"/>
            <a:chOff x="3993975" y="1524025"/>
            <a:chExt cx="781000" cy="800825"/>
          </a:xfrm>
        </p:grpSpPr>
        <p:sp>
          <p:nvSpPr>
            <p:cNvPr id="7716" name="Google Shape;7716;p26"/>
            <p:cNvSpPr/>
            <p:nvPr/>
          </p:nvSpPr>
          <p:spPr>
            <a:xfrm>
              <a:off x="4303925" y="1524025"/>
              <a:ext cx="148925" cy="36625"/>
            </a:xfrm>
            <a:custGeom>
              <a:avLst/>
              <a:gdLst/>
              <a:ahLst/>
              <a:cxnLst/>
              <a:rect l="l" t="t" r="r" b="b"/>
              <a:pathLst>
                <a:path w="5957" h="1465" extrusionOk="0">
                  <a:moveTo>
                    <a:pt x="3116" y="1"/>
                  </a:moveTo>
                  <a:cubicBezTo>
                    <a:pt x="2020" y="1"/>
                    <a:pt x="924" y="82"/>
                    <a:pt x="408" y="164"/>
                  </a:cubicBezTo>
                  <a:lnTo>
                    <a:pt x="0" y="1465"/>
                  </a:lnTo>
                  <a:lnTo>
                    <a:pt x="5957" y="1292"/>
                  </a:lnTo>
                  <a:lnTo>
                    <a:pt x="5298" y="164"/>
                  </a:lnTo>
                  <a:cubicBezTo>
                    <a:pt x="4722" y="45"/>
                    <a:pt x="3919" y="1"/>
                    <a:pt x="3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26"/>
            <p:cNvSpPr/>
            <p:nvPr/>
          </p:nvSpPr>
          <p:spPr>
            <a:xfrm>
              <a:off x="4019825" y="1547250"/>
              <a:ext cx="737500" cy="777600"/>
            </a:xfrm>
            <a:custGeom>
              <a:avLst/>
              <a:gdLst/>
              <a:ahLst/>
              <a:cxnLst/>
              <a:rect l="l" t="t" r="r" b="b"/>
              <a:pathLst>
                <a:path w="29500" h="31104" extrusionOk="0">
                  <a:moveTo>
                    <a:pt x="14756" y="1"/>
                  </a:moveTo>
                  <a:cubicBezTo>
                    <a:pt x="13365" y="1"/>
                    <a:pt x="12044" y="133"/>
                    <a:pt x="10863" y="395"/>
                  </a:cubicBezTo>
                  <a:cubicBezTo>
                    <a:pt x="5299" y="1633"/>
                    <a:pt x="1" y="5630"/>
                    <a:pt x="1" y="5630"/>
                  </a:cubicBezTo>
                  <a:cubicBezTo>
                    <a:pt x="1098" y="8781"/>
                    <a:pt x="3512" y="11743"/>
                    <a:pt x="3512" y="11743"/>
                  </a:cubicBezTo>
                  <a:cubicBezTo>
                    <a:pt x="4468" y="10787"/>
                    <a:pt x="6537" y="9752"/>
                    <a:pt x="6537" y="9752"/>
                  </a:cubicBezTo>
                  <a:lnTo>
                    <a:pt x="6537" y="9752"/>
                  </a:lnTo>
                  <a:cubicBezTo>
                    <a:pt x="6051" y="12840"/>
                    <a:pt x="6913" y="25176"/>
                    <a:pt x="6694" y="28671"/>
                  </a:cubicBezTo>
                  <a:cubicBezTo>
                    <a:pt x="6694" y="28671"/>
                    <a:pt x="12011" y="31103"/>
                    <a:pt x="14608" y="31103"/>
                  </a:cubicBezTo>
                  <a:cubicBezTo>
                    <a:pt x="14656" y="31103"/>
                    <a:pt x="14704" y="31102"/>
                    <a:pt x="14750" y="31101"/>
                  </a:cubicBezTo>
                  <a:cubicBezTo>
                    <a:pt x="14891" y="31085"/>
                    <a:pt x="15048" y="30474"/>
                    <a:pt x="15173" y="30458"/>
                  </a:cubicBezTo>
                  <a:cubicBezTo>
                    <a:pt x="15328" y="30458"/>
                    <a:pt x="15452" y="31038"/>
                    <a:pt x="15591" y="31038"/>
                  </a:cubicBezTo>
                  <a:cubicBezTo>
                    <a:pt x="15593" y="31038"/>
                    <a:pt x="15595" y="31038"/>
                    <a:pt x="15597" y="31038"/>
                  </a:cubicBezTo>
                  <a:cubicBezTo>
                    <a:pt x="19437" y="30662"/>
                    <a:pt x="24343" y="28891"/>
                    <a:pt x="24343" y="28891"/>
                  </a:cubicBezTo>
                  <a:cubicBezTo>
                    <a:pt x="24891" y="22574"/>
                    <a:pt x="23042" y="10160"/>
                    <a:pt x="23308" y="9752"/>
                  </a:cubicBezTo>
                  <a:cubicBezTo>
                    <a:pt x="23330" y="9720"/>
                    <a:pt x="23365" y="9706"/>
                    <a:pt x="23411" y="9706"/>
                  </a:cubicBezTo>
                  <a:cubicBezTo>
                    <a:pt x="23951" y="9706"/>
                    <a:pt x="25989" y="11743"/>
                    <a:pt x="25989" y="11743"/>
                  </a:cubicBezTo>
                  <a:lnTo>
                    <a:pt x="29500" y="5630"/>
                  </a:lnTo>
                  <a:cubicBezTo>
                    <a:pt x="26089" y="1836"/>
                    <a:pt x="19940" y="1"/>
                    <a:pt x="1475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8" name="Google Shape;7718;p26"/>
            <p:cNvSpPr/>
            <p:nvPr/>
          </p:nvSpPr>
          <p:spPr>
            <a:xfrm>
              <a:off x="4214575" y="1576700"/>
              <a:ext cx="10600" cy="703800"/>
            </a:xfrm>
            <a:custGeom>
              <a:avLst/>
              <a:gdLst/>
              <a:ahLst/>
              <a:cxnLst/>
              <a:rect l="l" t="t" r="r" b="b"/>
              <a:pathLst>
                <a:path w="424" h="28152" extrusionOk="0">
                  <a:moveTo>
                    <a:pt x="424" y="0"/>
                  </a:moveTo>
                  <a:cubicBezTo>
                    <a:pt x="283" y="63"/>
                    <a:pt x="142" y="110"/>
                    <a:pt x="1" y="157"/>
                  </a:cubicBezTo>
                  <a:lnTo>
                    <a:pt x="1" y="27979"/>
                  </a:lnTo>
                  <a:cubicBezTo>
                    <a:pt x="142" y="28026"/>
                    <a:pt x="283" y="28089"/>
                    <a:pt x="424" y="28152"/>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9" name="Google Shape;7719;p26"/>
            <p:cNvSpPr/>
            <p:nvPr/>
          </p:nvSpPr>
          <p:spPr>
            <a:xfrm>
              <a:off x="4262775" y="1561800"/>
              <a:ext cx="10600" cy="737125"/>
            </a:xfrm>
            <a:custGeom>
              <a:avLst/>
              <a:gdLst/>
              <a:ahLst/>
              <a:cxnLst/>
              <a:rect l="l" t="t" r="r" b="b"/>
              <a:pathLst>
                <a:path w="424" h="29485" extrusionOk="0">
                  <a:moveTo>
                    <a:pt x="424" y="1"/>
                  </a:moveTo>
                  <a:cubicBezTo>
                    <a:pt x="283" y="32"/>
                    <a:pt x="142" y="64"/>
                    <a:pt x="1" y="111"/>
                  </a:cubicBezTo>
                  <a:lnTo>
                    <a:pt x="1" y="29328"/>
                  </a:lnTo>
                  <a:cubicBezTo>
                    <a:pt x="142" y="29375"/>
                    <a:pt x="283" y="29422"/>
                    <a:pt x="424" y="29484"/>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0" name="Google Shape;7720;p26"/>
            <p:cNvSpPr/>
            <p:nvPr/>
          </p:nvSpPr>
          <p:spPr>
            <a:xfrm>
              <a:off x="4310975" y="1552025"/>
              <a:ext cx="10600" cy="762175"/>
            </a:xfrm>
            <a:custGeom>
              <a:avLst/>
              <a:gdLst/>
              <a:ahLst/>
              <a:cxnLst/>
              <a:rect l="l" t="t" r="r" b="b"/>
              <a:pathLst>
                <a:path w="424" h="30487" extrusionOk="0">
                  <a:moveTo>
                    <a:pt x="424" y="0"/>
                  </a:moveTo>
                  <a:cubicBezTo>
                    <a:pt x="283" y="16"/>
                    <a:pt x="142" y="31"/>
                    <a:pt x="1" y="63"/>
                  </a:cubicBezTo>
                  <a:lnTo>
                    <a:pt x="1" y="30361"/>
                  </a:lnTo>
                  <a:cubicBezTo>
                    <a:pt x="142" y="30393"/>
                    <a:pt x="283" y="30440"/>
                    <a:pt x="424" y="30487"/>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26"/>
            <p:cNvSpPr/>
            <p:nvPr/>
          </p:nvSpPr>
          <p:spPr>
            <a:xfrm>
              <a:off x="4359175" y="1547700"/>
              <a:ext cx="10600" cy="776300"/>
            </a:xfrm>
            <a:custGeom>
              <a:avLst/>
              <a:gdLst/>
              <a:ahLst/>
              <a:cxnLst/>
              <a:rect l="l" t="t" r="r" b="b"/>
              <a:pathLst>
                <a:path w="424" h="31052" extrusionOk="0">
                  <a:moveTo>
                    <a:pt x="424" y="1"/>
                  </a:moveTo>
                  <a:cubicBezTo>
                    <a:pt x="283" y="1"/>
                    <a:pt x="142" y="16"/>
                    <a:pt x="1" y="16"/>
                  </a:cubicBezTo>
                  <a:lnTo>
                    <a:pt x="1" y="30989"/>
                  </a:lnTo>
                  <a:cubicBezTo>
                    <a:pt x="157" y="31004"/>
                    <a:pt x="298" y="31036"/>
                    <a:pt x="424" y="3105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26"/>
            <p:cNvSpPr/>
            <p:nvPr/>
          </p:nvSpPr>
          <p:spPr>
            <a:xfrm>
              <a:off x="4407775" y="1547700"/>
              <a:ext cx="10200" cy="775525"/>
            </a:xfrm>
            <a:custGeom>
              <a:avLst/>
              <a:gdLst/>
              <a:ahLst/>
              <a:cxnLst/>
              <a:rect l="l" t="t" r="r" b="b"/>
              <a:pathLst>
                <a:path w="408" h="31021" extrusionOk="0">
                  <a:moveTo>
                    <a:pt x="0" y="1"/>
                  </a:moveTo>
                  <a:lnTo>
                    <a:pt x="0" y="30957"/>
                  </a:lnTo>
                  <a:cubicBezTo>
                    <a:pt x="16" y="31004"/>
                    <a:pt x="47" y="31020"/>
                    <a:pt x="79" y="31020"/>
                  </a:cubicBezTo>
                  <a:cubicBezTo>
                    <a:pt x="188" y="31004"/>
                    <a:pt x="298" y="31004"/>
                    <a:pt x="408" y="30989"/>
                  </a:cubicBezTo>
                  <a:lnTo>
                    <a:pt x="408" y="16"/>
                  </a:lnTo>
                  <a:cubicBezTo>
                    <a:pt x="267" y="16"/>
                    <a:pt x="126" y="1"/>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26"/>
            <p:cNvSpPr/>
            <p:nvPr/>
          </p:nvSpPr>
          <p:spPr>
            <a:xfrm>
              <a:off x="4455975" y="1551225"/>
              <a:ext cx="10200" cy="765325"/>
            </a:xfrm>
            <a:custGeom>
              <a:avLst/>
              <a:gdLst/>
              <a:ahLst/>
              <a:cxnLst/>
              <a:rect l="l" t="t" r="r" b="b"/>
              <a:pathLst>
                <a:path w="408" h="30613" extrusionOk="0">
                  <a:moveTo>
                    <a:pt x="0" y="1"/>
                  </a:moveTo>
                  <a:lnTo>
                    <a:pt x="0" y="30613"/>
                  </a:lnTo>
                  <a:cubicBezTo>
                    <a:pt x="126" y="30597"/>
                    <a:pt x="267" y="30566"/>
                    <a:pt x="408" y="30534"/>
                  </a:cubicBezTo>
                  <a:lnTo>
                    <a:pt x="408" y="63"/>
                  </a:lnTo>
                  <a:cubicBezTo>
                    <a:pt x="267" y="32"/>
                    <a:pt x="126" y="16"/>
                    <a:pt x="0"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26"/>
            <p:cNvSpPr/>
            <p:nvPr/>
          </p:nvSpPr>
          <p:spPr>
            <a:xfrm>
              <a:off x="4504175" y="1558675"/>
              <a:ext cx="10200" cy="747700"/>
            </a:xfrm>
            <a:custGeom>
              <a:avLst/>
              <a:gdLst/>
              <a:ahLst/>
              <a:cxnLst/>
              <a:rect l="l" t="t" r="r" b="b"/>
              <a:pathLst>
                <a:path w="408" h="29908" extrusionOk="0">
                  <a:moveTo>
                    <a:pt x="0" y="0"/>
                  </a:moveTo>
                  <a:lnTo>
                    <a:pt x="0" y="29907"/>
                  </a:lnTo>
                  <a:cubicBezTo>
                    <a:pt x="141" y="29876"/>
                    <a:pt x="282" y="29844"/>
                    <a:pt x="408" y="29813"/>
                  </a:cubicBezTo>
                  <a:lnTo>
                    <a:pt x="408" y="95"/>
                  </a:lnTo>
                  <a:cubicBezTo>
                    <a:pt x="267" y="63"/>
                    <a:pt x="141" y="32"/>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5" name="Google Shape;7725;p26"/>
            <p:cNvSpPr/>
            <p:nvPr/>
          </p:nvSpPr>
          <p:spPr>
            <a:xfrm>
              <a:off x="4552375" y="1570050"/>
              <a:ext cx="10200" cy="723775"/>
            </a:xfrm>
            <a:custGeom>
              <a:avLst/>
              <a:gdLst/>
              <a:ahLst/>
              <a:cxnLst/>
              <a:rect l="l" t="t" r="r" b="b"/>
              <a:pathLst>
                <a:path w="408" h="28951" extrusionOk="0">
                  <a:moveTo>
                    <a:pt x="0" y="0"/>
                  </a:moveTo>
                  <a:lnTo>
                    <a:pt x="0" y="28950"/>
                  </a:lnTo>
                  <a:cubicBezTo>
                    <a:pt x="141" y="28903"/>
                    <a:pt x="282" y="28872"/>
                    <a:pt x="408" y="28825"/>
                  </a:cubicBezTo>
                  <a:lnTo>
                    <a:pt x="408" y="125"/>
                  </a:lnTo>
                  <a:cubicBezTo>
                    <a:pt x="266" y="94"/>
                    <a:pt x="141" y="47"/>
                    <a:pt x="0"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6" name="Google Shape;7726;p26"/>
            <p:cNvSpPr/>
            <p:nvPr/>
          </p:nvSpPr>
          <p:spPr>
            <a:xfrm>
              <a:off x="4600175" y="1586100"/>
              <a:ext cx="10600" cy="692825"/>
            </a:xfrm>
            <a:custGeom>
              <a:avLst/>
              <a:gdLst/>
              <a:ahLst/>
              <a:cxnLst/>
              <a:rect l="l" t="t" r="r" b="b"/>
              <a:pathLst>
                <a:path w="424" h="27713" extrusionOk="0">
                  <a:moveTo>
                    <a:pt x="16" y="1"/>
                  </a:moveTo>
                  <a:lnTo>
                    <a:pt x="16" y="27713"/>
                  </a:lnTo>
                  <a:cubicBezTo>
                    <a:pt x="157" y="27666"/>
                    <a:pt x="298" y="27619"/>
                    <a:pt x="423" y="27587"/>
                  </a:cubicBezTo>
                  <a:lnTo>
                    <a:pt x="423" y="12603"/>
                  </a:lnTo>
                  <a:cubicBezTo>
                    <a:pt x="188" y="10111"/>
                    <a:pt x="0" y="8355"/>
                    <a:pt x="94" y="8198"/>
                  </a:cubicBezTo>
                  <a:cubicBezTo>
                    <a:pt x="116" y="8163"/>
                    <a:pt x="153" y="8147"/>
                    <a:pt x="201" y="8147"/>
                  </a:cubicBezTo>
                  <a:cubicBezTo>
                    <a:pt x="261" y="8147"/>
                    <a:pt x="337" y="8171"/>
                    <a:pt x="423" y="8214"/>
                  </a:cubicBezTo>
                  <a:lnTo>
                    <a:pt x="423" y="173"/>
                  </a:lnTo>
                  <a:cubicBezTo>
                    <a:pt x="298" y="110"/>
                    <a:pt x="157" y="48"/>
                    <a:pt x="16" y="1"/>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26"/>
            <p:cNvSpPr/>
            <p:nvPr/>
          </p:nvSpPr>
          <p:spPr>
            <a:xfrm>
              <a:off x="4648750" y="1607275"/>
              <a:ext cx="10225" cy="223375"/>
            </a:xfrm>
            <a:custGeom>
              <a:avLst/>
              <a:gdLst/>
              <a:ahLst/>
              <a:cxnLst/>
              <a:rect l="l" t="t" r="r" b="b"/>
              <a:pathLst>
                <a:path w="409" h="8935" extrusionOk="0">
                  <a:moveTo>
                    <a:pt x="1" y="0"/>
                  </a:moveTo>
                  <a:lnTo>
                    <a:pt x="1" y="8543"/>
                  </a:lnTo>
                  <a:cubicBezTo>
                    <a:pt x="142" y="8684"/>
                    <a:pt x="299" y="8825"/>
                    <a:pt x="408" y="8934"/>
                  </a:cubicBezTo>
                  <a:lnTo>
                    <a:pt x="408" y="220"/>
                  </a:lnTo>
                  <a:cubicBezTo>
                    <a:pt x="283" y="141"/>
                    <a:pt x="142" y="78"/>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26"/>
            <p:cNvSpPr/>
            <p:nvPr/>
          </p:nvSpPr>
          <p:spPr>
            <a:xfrm>
              <a:off x="4696950" y="1635875"/>
              <a:ext cx="10625" cy="157550"/>
            </a:xfrm>
            <a:custGeom>
              <a:avLst/>
              <a:gdLst/>
              <a:ahLst/>
              <a:cxnLst/>
              <a:rect l="l" t="t" r="r" b="b"/>
              <a:pathLst>
                <a:path w="425" h="6302" extrusionOk="0">
                  <a:moveTo>
                    <a:pt x="1" y="0"/>
                  </a:moveTo>
                  <a:lnTo>
                    <a:pt x="1" y="6301"/>
                  </a:lnTo>
                  <a:lnTo>
                    <a:pt x="424" y="5565"/>
                  </a:lnTo>
                  <a:lnTo>
                    <a:pt x="424" y="298"/>
                  </a:lnTo>
                  <a:cubicBezTo>
                    <a:pt x="283" y="188"/>
                    <a:pt x="142" y="94"/>
                    <a:pt x="1" y="0"/>
                  </a:cubicBez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26"/>
            <p:cNvSpPr/>
            <p:nvPr/>
          </p:nvSpPr>
          <p:spPr>
            <a:xfrm>
              <a:off x="4166375" y="1596675"/>
              <a:ext cx="10600" cy="203400"/>
            </a:xfrm>
            <a:custGeom>
              <a:avLst/>
              <a:gdLst/>
              <a:ahLst/>
              <a:cxnLst/>
              <a:rect l="l" t="t" r="r" b="b"/>
              <a:pathLst>
                <a:path w="424" h="8136" extrusionOk="0">
                  <a:moveTo>
                    <a:pt x="424" y="1"/>
                  </a:moveTo>
                  <a:cubicBezTo>
                    <a:pt x="283" y="64"/>
                    <a:pt x="142" y="126"/>
                    <a:pt x="1" y="189"/>
                  </a:cubicBezTo>
                  <a:lnTo>
                    <a:pt x="1" y="8136"/>
                  </a:lnTo>
                  <a:cubicBezTo>
                    <a:pt x="173" y="8042"/>
                    <a:pt x="314" y="7963"/>
                    <a:pt x="424" y="7901"/>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0" name="Google Shape;7730;p26"/>
            <p:cNvSpPr/>
            <p:nvPr/>
          </p:nvSpPr>
          <p:spPr>
            <a:xfrm>
              <a:off x="4118175" y="1620200"/>
              <a:ext cx="10625" cy="211225"/>
            </a:xfrm>
            <a:custGeom>
              <a:avLst/>
              <a:gdLst/>
              <a:ahLst/>
              <a:cxnLst/>
              <a:rect l="l" t="t" r="r" b="b"/>
              <a:pathLst>
                <a:path w="425" h="8449" extrusionOk="0">
                  <a:moveTo>
                    <a:pt x="424" y="0"/>
                  </a:moveTo>
                  <a:cubicBezTo>
                    <a:pt x="283" y="79"/>
                    <a:pt x="142" y="157"/>
                    <a:pt x="1" y="235"/>
                  </a:cubicBezTo>
                  <a:lnTo>
                    <a:pt x="1" y="8449"/>
                  </a:lnTo>
                  <a:cubicBezTo>
                    <a:pt x="142" y="8339"/>
                    <a:pt x="283" y="8229"/>
                    <a:pt x="424" y="8120"/>
                  </a:cubicBezTo>
                  <a:lnTo>
                    <a:pt x="424" y="0"/>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1" name="Google Shape;7731;p26"/>
            <p:cNvSpPr/>
            <p:nvPr/>
          </p:nvSpPr>
          <p:spPr>
            <a:xfrm>
              <a:off x="4069975" y="1647625"/>
              <a:ext cx="10625" cy="156375"/>
            </a:xfrm>
            <a:custGeom>
              <a:avLst/>
              <a:gdLst/>
              <a:ahLst/>
              <a:cxnLst/>
              <a:rect l="l" t="t" r="r" b="b"/>
              <a:pathLst>
                <a:path w="425" h="6255" extrusionOk="0">
                  <a:moveTo>
                    <a:pt x="424" y="1"/>
                  </a:moveTo>
                  <a:cubicBezTo>
                    <a:pt x="283" y="95"/>
                    <a:pt x="142" y="173"/>
                    <a:pt x="1" y="251"/>
                  </a:cubicBezTo>
                  <a:lnTo>
                    <a:pt x="1" y="5612"/>
                  </a:lnTo>
                  <a:cubicBezTo>
                    <a:pt x="158" y="5847"/>
                    <a:pt x="299" y="6051"/>
                    <a:pt x="424" y="6255"/>
                  </a:cubicBezTo>
                  <a:lnTo>
                    <a:pt x="424" y="1"/>
                  </a:lnTo>
                  <a:close/>
                </a:path>
              </a:pathLst>
            </a:custGeom>
            <a:solidFill>
              <a:srgbClr val="000000">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26"/>
            <p:cNvSpPr/>
            <p:nvPr/>
          </p:nvSpPr>
          <p:spPr>
            <a:xfrm>
              <a:off x="4279625" y="1560625"/>
              <a:ext cx="54100" cy="63525"/>
            </a:xfrm>
            <a:custGeom>
              <a:avLst/>
              <a:gdLst/>
              <a:ahLst/>
              <a:cxnLst/>
              <a:rect l="l" t="t" r="r" b="b"/>
              <a:pathLst>
                <a:path w="2164" h="2541" extrusionOk="0">
                  <a:moveTo>
                    <a:pt x="1" y="1"/>
                  </a:moveTo>
                  <a:lnTo>
                    <a:pt x="988" y="2540"/>
                  </a:lnTo>
                  <a:lnTo>
                    <a:pt x="2164" y="1647"/>
                  </a:lnTo>
                  <a:lnTo>
                    <a:pt x="1"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26"/>
            <p:cNvSpPr/>
            <p:nvPr/>
          </p:nvSpPr>
          <p:spPr>
            <a:xfrm>
              <a:off x="4407775" y="1553975"/>
              <a:ext cx="56825" cy="69000"/>
            </a:xfrm>
            <a:custGeom>
              <a:avLst/>
              <a:gdLst/>
              <a:ahLst/>
              <a:cxnLst/>
              <a:rect l="l" t="t" r="r" b="b"/>
              <a:pathLst>
                <a:path w="2273" h="2760" extrusionOk="0">
                  <a:moveTo>
                    <a:pt x="2273" y="0"/>
                  </a:moveTo>
                  <a:lnTo>
                    <a:pt x="0" y="1787"/>
                  </a:lnTo>
                  <a:lnTo>
                    <a:pt x="1505" y="2759"/>
                  </a:lnTo>
                  <a:lnTo>
                    <a:pt x="2273"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26"/>
            <p:cNvSpPr/>
            <p:nvPr/>
          </p:nvSpPr>
          <p:spPr>
            <a:xfrm>
              <a:off x="3993975" y="1680925"/>
              <a:ext cx="121100" cy="182250"/>
            </a:xfrm>
            <a:custGeom>
              <a:avLst/>
              <a:gdLst/>
              <a:ahLst/>
              <a:cxnLst/>
              <a:rect l="l" t="t" r="r" b="b"/>
              <a:pathLst>
                <a:path w="4844" h="7290" extrusionOk="0">
                  <a:moveTo>
                    <a:pt x="1348" y="1"/>
                  </a:moveTo>
                  <a:lnTo>
                    <a:pt x="0" y="894"/>
                  </a:lnTo>
                  <a:lnTo>
                    <a:pt x="3542" y="7289"/>
                  </a:lnTo>
                  <a:lnTo>
                    <a:pt x="4843" y="6192"/>
                  </a:lnTo>
                  <a:lnTo>
                    <a:pt x="13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26"/>
            <p:cNvSpPr/>
            <p:nvPr/>
          </p:nvSpPr>
          <p:spPr>
            <a:xfrm>
              <a:off x="4041000" y="1665250"/>
              <a:ext cx="95625" cy="160300"/>
            </a:xfrm>
            <a:custGeom>
              <a:avLst/>
              <a:gdLst/>
              <a:ahLst/>
              <a:cxnLst/>
              <a:rect l="l" t="t" r="r" b="b"/>
              <a:pathLst>
                <a:path w="3825" h="6412" extrusionOk="0">
                  <a:moveTo>
                    <a:pt x="408" y="0"/>
                  </a:moveTo>
                  <a:cubicBezTo>
                    <a:pt x="408" y="0"/>
                    <a:pt x="408" y="0"/>
                    <a:pt x="408" y="1"/>
                  </a:cubicBezTo>
                  <a:cubicBezTo>
                    <a:pt x="408" y="79"/>
                    <a:pt x="0" y="252"/>
                    <a:pt x="0" y="252"/>
                  </a:cubicBezTo>
                  <a:lnTo>
                    <a:pt x="3433" y="6412"/>
                  </a:lnTo>
                  <a:lnTo>
                    <a:pt x="3825" y="6098"/>
                  </a:lnTo>
                  <a:cubicBezTo>
                    <a:pt x="3825" y="6098"/>
                    <a:pt x="451" y="0"/>
                    <a:pt x="4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6" name="Google Shape;7736;p26"/>
            <p:cNvSpPr/>
            <p:nvPr/>
          </p:nvSpPr>
          <p:spPr>
            <a:xfrm>
              <a:off x="4453625" y="1732275"/>
              <a:ext cx="235125" cy="551350"/>
            </a:xfrm>
            <a:custGeom>
              <a:avLst/>
              <a:gdLst/>
              <a:ahLst/>
              <a:cxnLst/>
              <a:rect l="l" t="t" r="r" b="b"/>
              <a:pathLst>
                <a:path w="9405" h="22054" extrusionOk="0">
                  <a:moveTo>
                    <a:pt x="4906" y="0"/>
                  </a:moveTo>
                  <a:cubicBezTo>
                    <a:pt x="5674" y="5079"/>
                    <a:pt x="5847" y="10565"/>
                    <a:pt x="6097" y="13950"/>
                  </a:cubicBezTo>
                  <a:cubicBezTo>
                    <a:pt x="6129" y="14342"/>
                    <a:pt x="6144" y="14703"/>
                    <a:pt x="6160" y="15079"/>
                  </a:cubicBezTo>
                  <a:cubicBezTo>
                    <a:pt x="5126" y="19860"/>
                    <a:pt x="0" y="20204"/>
                    <a:pt x="1630" y="21490"/>
                  </a:cubicBezTo>
                  <a:cubicBezTo>
                    <a:pt x="1713" y="21556"/>
                    <a:pt x="1821" y="21585"/>
                    <a:pt x="1950" y="21585"/>
                  </a:cubicBezTo>
                  <a:cubicBezTo>
                    <a:pt x="2919" y="21585"/>
                    <a:pt x="5043" y="19938"/>
                    <a:pt x="5976" y="19938"/>
                  </a:cubicBezTo>
                  <a:cubicBezTo>
                    <a:pt x="5980" y="19938"/>
                    <a:pt x="5984" y="19938"/>
                    <a:pt x="5988" y="19938"/>
                  </a:cubicBezTo>
                  <a:cubicBezTo>
                    <a:pt x="5894" y="20675"/>
                    <a:pt x="5784" y="21380"/>
                    <a:pt x="5627" y="22054"/>
                  </a:cubicBezTo>
                  <a:cubicBezTo>
                    <a:pt x="6474" y="21787"/>
                    <a:pt x="6991" y="21599"/>
                    <a:pt x="6991" y="21599"/>
                  </a:cubicBezTo>
                  <a:cubicBezTo>
                    <a:pt x="7539" y="15283"/>
                    <a:pt x="5690" y="2869"/>
                    <a:pt x="5956" y="2461"/>
                  </a:cubicBezTo>
                  <a:cubicBezTo>
                    <a:pt x="5979" y="2427"/>
                    <a:pt x="6016" y="2411"/>
                    <a:pt x="6063" y="2411"/>
                  </a:cubicBezTo>
                  <a:cubicBezTo>
                    <a:pt x="6609" y="2411"/>
                    <a:pt x="8637" y="4452"/>
                    <a:pt x="8637" y="4452"/>
                  </a:cubicBezTo>
                  <a:lnTo>
                    <a:pt x="9405" y="3119"/>
                  </a:lnTo>
                  <a:cubicBezTo>
                    <a:pt x="7869" y="1912"/>
                    <a:pt x="6301" y="659"/>
                    <a:pt x="5079" y="79"/>
                  </a:cubicBezTo>
                  <a:cubicBezTo>
                    <a:pt x="5016" y="47"/>
                    <a:pt x="4969" y="16"/>
                    <a:pt x="4906"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7" name="Google Shape;7737;p26"/>
            <p:cNvSpPr/>
            <p:nvPr/>
          </p:nvSpPr>
          <p:spPr>
            <a:xfrm>
              <a:off x="4084100" y="1738925"/>
              <a:ext cx="237100" cy="542350"/>
            </a:xfrm>
            <a:custGeom>
              <a:avLst/>
              <a:gdLst/>
              <a:ahLst/>
              <a:cxnLst/>
              <a:rect l="l" t="t" r="r" b="b"/>
              <a:pathLst>
                <a:path w="9484" h="21694" extrusionOk="0">
                  <a:moveTo>
                    <a:pt x="4906" y="1"/>
                  </a:moveTo>
                  <a:lnTo>
                    <a:pt x="4906" y="1"/>
                  </a:lnTo>
                  <a:cubicBezTo>
                    <a:pt x="4123" y="628"/>
                    <a:pt x="3151" y="1239"/>
                    <a:pt x="2132" y="1819"/>
                  </a:cubicBezTo>
                  <a:cubicBezTo>
                    <a:pt x="1380" y="2242"/>
                    <a:pt x="674" y="2618"/>
                    <a:pt x="0" y="2916"/>
                  </a:cubicBezTo>
                  <a:cubicBezTo>
                    <a:pt x="549" y="3700"/>
                    <a:pt x="941" y="4186"/>
                    <a:pt x="941" y="4186"/>
                  </a:cubicBezTo>
                  <a:cubicBezTo>
                    <a:pt x="1897" y="3214"/>
                    <a:pt x="3966" y="2195"/>
                    <a:pt x="3966" y="2195"/>
                  </a:cubicBezTo>
                  <a:lnTo>
                    <a:pt x="3966" y="2195"/>
                  </a:lnTo>
                  <a:cubicBezTo>
                    <a:pt x="3480" y="5283"/>
                    <a:pt x="4342" y="17603"/>
                    <a:pt x="4123" y="21114"/>
                  </a:cubicBezTo>
                  <a:cubicBezTo>
                    <a:pt x="4123" y="21114"/>
                    <a:pt x="4655" y="21349"/>
                    <a:pt x="5471" y="21694"/>
                  </a:cubicBezTo>
                  <a:cubicBezTo>
                    <a:pt x="5079" y="20064"/>
                    <a:pt x="4859" y="18261"/>
                    <a:pt x="4859" y="16286"/>
                  </a:cubicBezTo>
                  <a:cubicBezTo>
                    <a:pt x="4859" y="15346"/>
                    <a:pt x="4859" y="14343"/>
                    <a:pt x="4828" y="13308"/>
                  </a:cubicBezTo>
                  <a:cubicBezTo>
                    <a:pt x="5584" y="13308"/>
                    <a:pt x="7261" y="14833"/>
                    <a:pt x="8040" y="14833"/>
                  </a:cubicBezTo>
                  <a:cubicBezTo>
                    <a:pt x="8165" y="14833"/>
                    <a:pt x="8267" y="14794"/>
                    <a:pt x="8339" y="14703"/>
                  </a:cubicBezTo>
                  <a:cubicBezTo>
                    <a:pt x="9483" y="13292"/>
                    <a:pt x="6176" y="11537"/>
                    <a:pt x="4750" y="8386"/>
                  </a:cubicBezTo>
                  <a:cubicBezTo>
                    <a:pt x="4702" y="5581"/>
                    <a:pt x="4718" y="2697"/>
                    <a:pt x="4906"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26"/>
            <p:cNvSpPr/>
            <p:nvPr/>
          </p:nvSpPr>
          <p:spPr>
            <a:xfrm>
              <a:off x="4252600" y="1963825"/>
              <a:ext cx="349625" cy="127900"/>
            </a:xfrm>
            <a:custGeom>
              <a:avLst/>
              <a:gdLst/>
              <a:ahLst/>
              <a:cxnLst/>
              <a:rect l="l" t="t" r="r" b="b"/>
              <a:pathLst>
                <a:path w="13985" h="5116" extrusionOk="0">
                  <a:moveTo>
                    <a:pt x="1985" y="0"/>
                  </a:moveTo>
                  <a:cubicBezTo>
                    <a:pt x="1981" y="0"/>
                    <a:pt x="1978" y="1"/>
                    <a:pt x="1975" y="2"/>
                  </a:cubicBezTo>
                  <a:cubicBezTo>
                    <a:pt x="0" y="785"/>
                    <a:pt x="6348" y="5002"/>
                    <a:pt x="8605" y="5112"/>
                  </a:cubicBezTo>
                  <a:cubicBezTo>
                    <a:pt x="8654" y="5114"/>
                    <a:pt x="8703" y="5115"/>
                    <a:pt x="8753" y="5115"/>
                  </a:cubicBezTo>
                  <a:cubicBezTo>
                    <a:pt x="10694" y="5115"/>
                    <a:pt x="13984" y="3399"/>
                    <a:pt x="13013" y="3399"/>
                  </a:cubicBezTo>
                  <a:cubicBezTo>
                    <a:pt x="12835" y="3399"/>
                    <a:pt x="12517" y="3456"/>
                    <a:pt x="12022" y="3591"/>
                  </a:cubicBezTo>
                  <a:cubicBezTo>
                    <a:pt x="11732" y="3671"/>
                    <a:pt x="11416" y="3707"/>
                    <a:pt x="11081" y="3707"/>
                  </a:cubicBezTo>
                  <a:cubicBezTo>
                    <a:pt x="7687" y="3707"/>
                    <a:pt x="2325" y="0"/>
                    <a:pt x="198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26"/>
            <p:cNvSpPr/>
            <p:nvPr/>
          </p:nvSpPr>
          <p:spPr>
            <a:xfrm>
              <a:off x="4199700" y="1575525"/>
              <a:ext cx="27050" cy="124650"/>
            </a:xfrm>
            <a:custGeom>
              <a:avLst/>
              <a:gdLst/>
              <a:ahLst/>
              <a:cxnLst/>
              <a:rect l="l" t="t" r="r" b="b"/>
              <a:pathLst>
                <a:path w="1082" h="4986" extrusionOk="0">
                  <a:moveTo>
                    <a:pt x="1082" y="0"/>
                  </a:moveTo>
                  <a:lnTo>
                    <a:pt x="0" y="392"/>
                  </a:lnTo>
                  <a:cubicBezTo>
                    <a:pt x="0" y="392"/>
                    <a:pt x="879" y="4986"/>
                    <a:pt x="893" y="4986"/>
                  </a:cubicBezTo>
                  <a:cubicBezTo>
                    <a:pt x="893" y="4986"/>
                    <a:pt x="894" y="4986"/>
                    <a:pt x="894" y="4985"/>
                  </a:cubicBezTo>
                  <a:cubicBezTo>
                    <a:pt x="894" y="4907"/>
                    <a:pt x="1082" y="1"/>
                    <a:pt x="10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26"/>
            <p:cNvSpPr/>
            <p:nvPr/>
          </p:nvSpPr>
          <p:spPr>
            <a:xfrm>
              <a:off x="4532375" y="1564550"/>
              <a:ext cx="26275" cy="123475"/>
            </a:xfrm>
            <a:custGeom>
              <a:avLst/>
              <a:gdLst/>
              <a:ahLst/>
              <a:cxnLst/>
              <a:rect l="l" t="t" r="r" b="b"/>
              <a:pathLst>
                <a:path w="1051" h="4939" extrusionOk="0">
                  <a:moveTo>
                    <a:pt x="1" y="1"/>
                  </a:moveTo>
                  <a:lnTo>
                    <a:pt x="1" y="1"/>
                  </a:lnTo>
                  <a:cubicBezTo>
                    <a:pt x="1" y="1"/>
                    <a:pt x="643" y="4860"/>
                    <a:pt x="643" y="4938"/>
                  </a:cubicBezTo>
                  <a:cubicBezTo>
                    <a:pt x="643" y="4939"/>
                    <a:pt x="644" y="4939"/>
                    <a:pt x="644" y="4939"/>
                  </a:cubicBezTo>
                  <a:cubicBezTo>
                    <a:pt x="665" y="4939"/>
                    <a:pt x="1051" y="298"/>
                    <a:pt x="1051" y="298"/>
                  </a:cubicBez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26"/>
            <p:cNvSpPr/>
            <p:nvPr/>
          </p:nvSpPr>
          <p:spPr>
            <a:xfrm>
              <a:off x="4443825" y="1782025"/>
              <a:ext cx="61150" cy="86250"/>
            </a:xfrm>
            <a:custGeom>
              <a:avLst/>
              <a:gdLst/>
              <a:ahLst/>
              <a:cxnLst/>
              <a:rect l="l" t="t" r="r" b="b"/>
              <a:pathLst>
                <a:path w="2446" h="3450" extrusionOk="0">
                  <a:moveTo>
                    <a:pt x="2273" y="1"/>
                  </a:moveTo>
                  <a:lnTo>
                    <a:pt x="0" y="64"/>
                  </a:lnTo>
                  <a:lnTo>
                    <a:pt x="94" y="2133"/>
                  </a:lnTo>
                  <a:lnTo>
                    <a:pt x="1380" y="2101"/>
                  </a:lnTo>
                  <a:lnTo>
                    <a:pt x="1395" y="2571"/>
                  </a:lnTo>
                  <a:lnTo>
                    <a:pt x="110" y="2603"/>
                  </a:lnTo>
                  <a:lnTo>
                    <a:pt x="141" y="3449"/>
                  </a:lnTo>
                  <a:lnTo>
                    <a:pt x="2038" y="3402"/>
                  </a:lnTo>
                  <a:cubicBezTo>
                    <a:pt x="2289" y="3386"/>
                    <a:pt x="2445" y="3214"/>
                    <a:pt x="2430" y="2963"/>
                  </a:cubicBezTo>
                  <a:lnTo>
                    <a:pt x="2367" y="1647"/>
                  </a:lnTo>
                  <a:cubicBezTo>
                    <a:pt x="2367" y="1412"/>
                    <a:pt x="2179" y="1239"/>
                    <a:pt x="1944" y="1239"/>
                  </a:cubicBezTo>
                  <a:lnTo>
                    <a:pt x="1066" y="1270"/>
                  </a:lnTo>
                  <a:lnTo>
                    <a:pt x="1050" y="879"/>
                  </a:lnTo>
                  <a:lnTo>
                    <a:pt x="2163" y="863"/>
                  </a:lnTo>
                  <a:lnTo>
                    <a:pt x="2304" y="424"/>
                  </a:lnTo>
                  <a:lnTo>
                    <a:pt x="2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26"/>
            <p:cNvSpPr/>
            <p:nvPr/>
          </p:nvSpPr>
          <p:spPr>
            <a:xfrm>
              <a:off x="4509250" y="1780075"/>
              <a:ext cx="61175" cy="86225"/>
            </a:xfrm>
            <a:custGeom>
              <a:avLst/>
              <a:gdLst/>
              <a:ahLst/>
              <a:cxnLst/>
              <a:rect l="l" t="t" r="r" b="b"/>
              <a:pathLst>
                <a:path w="2447" h="3449" extrusionOk="0">
                  <a:moveTo>
                    <a:pt x="2289" y="0"/>
                  </a:moveTo>
                  <a:lnTo>
                    <a:pt x="1" y="63"/>
                  </a:lnTo>
                  <a:lnTo>
                    <a:pt x="95" y="2148"/>
                  </a:lnTo>
                  <a:lnTo>
                    <a:pt x="1380" y="2101"/>
                  </a:lnTo>
                  <a:lnTo>
                    <a:pt x="1412" y="2571"/>
                  </a:lnTo>
                  <a:lnTo>
                    <a:pt x="126" y="2618"/>
                  </a:lnTo>
                  <a:lnTo>
                    <a:pt x="158" y="3449"/>
                  </a:lnTo>
                  <a:lnTo>
                    <a:pt x="2054" y="3402"/>
                  </a:lnTo>
                  <a:cubicBezTo>
                    <a:pt x="2289" y="3402"/>
                    <a:pt x="2446" y="3214"/>
                    <a:pt x="2446" y="2963"/>
                  </a:cubicBezTo>
                  <a:lnTo>
                    <a:pt x="2383" y="1662"/>
                  </a:lnTo>
                  <a:cubicBezTo>
                    <a:pt x="2368" y="1422"/>
                    <a:pt x="2210" y="1253"/>
                    <a:pt x="1990" y="1253"/>
                  </a:cubicBezTo>
                  <a:cubicBezTo>
                    <a:pt x="1980" y="1253"/>
                    <a:pt x="1970" y="1254"/>
                    <a:pt x="1960" y="1254"/>
                  </a:cubicBezTo>
                  <a:lnTo>
                    <a:pt x="1082" y="1270"/>
                  </a:lnTo>
                  <a:lnTo>
                    <a:pt x="1067" y="894"/>
                  </a:lnTo>
                  <a:lnTo>
                    <a:pt x="2164" y="863"/>
                  </a:lnTo>
                  <a:lnTo>
                    <a:pt x="2305" y="424"/>
                  </a:lnTo>
                  <a:lnTo>
                    <a:pt x="22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26"/>
            <p:cNvSpPr/>
            <p:nvPr/>
          </p:nvSpPr>
          <p:spPr>
            <a:xfrm>
              <a:off x="4369750" y="1614325"/>
              <a:ext cx="32175" cy="694775"/>
            </a:xfrm>
            <a:custGeom>
              <a:avLst/>
              <a:gdLst/>
              <a:ahLst/>
              <a:cxnLst/>
              <a:rect l="l" t="t" r="r" b="b"/>
              <a:pathLst>
                <a:path w="1287" h="27791" extrusionOk="0">
                  <a:moveTo>
                    <a:pt x="220" y="0"/>
                  </a:moveTo>
                  <a:lnTo>
                    <a:pt x="1" y="16"/>
                  </a:lnTo>
                  <a:lnTo>
                    <a:pt x="1082" y="27791"/>
                  </a:lnTo>
                  <a:lnTo>
                    <a:pt x="1286" y="27775"/>
                  </a:lnTo>
                  <a:lnTo>
                    <a:pt x="2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26"/>
            <p:cNvSpPr/>
            <p:nvPr/>
          </p:nvSpPr>
          <p:spPr>
            <a:xfrm>
              <a:off x="4287475" y="1540725"/>
              <a:ext cx="182625" cy="79900"/>
            </a:xfrm>
            <a:custGeom>
              <a:avLst/>
              <a:gdLst/>
              <a:ahLst/>
              <a:cxnLst/>
              <a:rect l="l" t="t" r="r" b="b"/>
              <a:pathLst>
                <a:path w="7305" h="3196" extrusionOk="0">
                  <a:moveTo>
                    <a:pt x="3662" y="1"/>
                  </a:moveTo>
                  <a:cubicBezTo>
                    <a:pt x="2158" y="1"/>
                    <a:pt x="717" y="268"/>
                    <a:pt x="0" y="656"/>
                  </a:cubicBezTo>
                  <a:cubicBezTo>
                    <a:pt x="0" y="656"/>
                    <a:pt x="1975" y="2960"/>
                    <a:pt x="3354" y="3195"/>
                  </a:cubicBezTo>
                  <a:cubicBezTo>
                    <a:pt x="4170" y="2913"/>
                    <a:pt x="7304" y="609"/>
                    <a:pt x="6364" y="342"/>
                  </a:cubicBezTo>
                  <a:cubicBezTo>
                    <a:pt x="5544" y="103"/>
                    <a:pt x="4591" y="1"/>
                    <a:pt x="36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26"/>
            <p:cNvSpPr/>
            <p:nvPr/>
          </p:nvSpPr>
          <p:spPr>
            <a:xfrm>
              <a:off x="4272975" y="1528100"/>
              <a:ext cx="52525" cy="79575"/>
            </a:xfrm>
            <a:custGeom>
              <a:avLst/>
              <a:gdLst/>
              <a:ahLst/>
              <a:cxnLst/>
              <a:rect l="l" t="t" r="r" b="b"/>
              <a:pathLst>
                <a:path w="2101" h="3183" extrusionOk="0">
                  <a:moveTo>
                    <a:pt x="1646" y="1"/>
                  </a:moveTo>
                  <a:lnTo>
                    <a:pt x="0" y="1035"/>
                  </a:lnTo>
                  <a:lnTo>
                    <a:pt x="1442" y="3183"/>
                  </a:lnTo>
                  <a:lnTo>
                    <a:pt x="2101" y="2728"/>
                  </a:lnTo>
                  <a:lnTo>
                    <a:pt x="16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26"/>
            <p:cNvSpPr/>
            <p:nvPr/>
          </p:nvSpPr>
          <p:spPr>
            <a:xfrm>
              <a:off x="4415200" y="1528100"/>
              <a:ext cx="58825" cy="77225"/>
            </a:xfrm>
            <a:custGeom>
              <a:avLst/>
              <a:gdLst/>
              <a:ahLst/>
              <a:cxnLst/>
              <a:rect l="l" t="t" r="r" b="b"/>
              <a:pathLst>
                <a:path w="2353" h="3089" extrusionOk="0">
                  <a:moveTo>
                    <a:pt x="847" y="1"/>
                  </a:moveTo>
                  <a:lnTo>
                    <a:pt x="1" y="2524"/>
                  </a:lnTo>
                  <a:lnTo>
                    <a:pt x="785" y="3089"/>
                  </a:lnTo>
                  <a:lnTo>
                    <a:pt x="2352" y="1035"/>
                  </a:lnTo>
                  <a:lnTo>
                    <a:pt x="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26"/>
            <p:cNvSpPr/>
            <p:nvPr/>
          </p:nvSpPr>
          <p:spPr>
            <a:xfrm>
              <a:off x="4436775" y="1869425"/>
              <a:ext cx="139125" cy="66625"/>
            </a:xfrm>
            <a:custGeom>
              <a:avLst/>
              <a:gdLst/>
              <a:ahLst/>
              <a:cxnLst/>
              <a:rect l="l" t="t" r="r" b="b"/>
              <a:pathLst>
                <a:path w="5565" h="2665" extrusionOk="0">
                  <a:moveTo>
                    <a:pt x="5564" y="0"/>
                  </a:moveTo>
                  <a:cubicBezTo>
                    <a:pt x="5564" y="0"/>
                    <a:pt x="5205" y="719"/>
                    <a:pt x="4362" y="719"/>
                  </a:cubicBezTo>
                  <a:cubicBezTo>
                    <a:pt x="4163" y="719"/>
                    <a:pt x="3938" y="679"/>
                    <a:pt x="3684" y="580"/>
                  </a:cubicBezTo>
                  <a:cubicBezTo>
                    <a:pt x="3412" y="475"/>
                    <a:pt x="3120" y="430"/>
                    <a:pt x="2824" y="430"/>
                  </a:cubicBezTo>
                  <a:cubicBezTo>
                    <a:pt x="1668" y="430"/>
                    <a:pt x="437" y="1112"/>
                    <a:pt x="0" y="1536"/>
                  </a:cubicBezTo>
                  <a:lnTo>
                    <a:pt x="502" y="2665"/>
                  </a:lnTo>
                  <a:cubicBezTo>
                    <a:pt x="502" y="2665"/>
                    <a:pt x="1382" y="1248"/>
                    <a:pt x="2833" y="1248"/>
                  </a:cubicBezTo>
                  <a:cubicBezTo>
                    <a:pt x="2990" y="1248"/>
                    <a:pt x="3153" y="1264"/>
                    <a:pt x="3323" y="1301"/>
                  </a:cubicBezTo>
                  <a:cubicBezTo>
                    <a:pt x="3500" y="1339"/>
                    <a:pt x="3664" y="1356"/>
                    <a:pt x="3816" y="1356"/>
                  </a:cubicBezTo>
                  <a:cubicBezTo>
                    <a:pt x="5171" y="1356"/>
                    <a:pt x="5564" y="1"/>
                    <a:pt x="55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26"/>
            <p:cNvSpPr/>
            <p:nvPr/>
          </p:nvSpPr>
          <p:spPr>
            <a:xfrm>
              <a:off x="4446175" y="1733825"/>
              <a:ext cx="94850" cy="32550"/>
            </a:xfrm>
            <a:custGeom>
              <a:avLst/>
              <a:gdLst/>
              <a:ahLst/>
              <a:cxnLst/>
              <a:rect l="l" t="t" r="r" b="b"/>
              <a:pathLst>
                <a:path w="3794" h="1302" extrusionOk="0">
                  <a:moveTo>
                    <a:pt x="3558" y="1"/>
                  </a:moveTo>
                  <a:cubicBezTo>
                    <a:pt x="3558" y="1"/>
                    <a:pt x="2957" y="747"/>
                    <a:pt x="2102" y="747"/>
                  </a:cubicBezTo>
                  <a:cubicBezTo>
                    <a:pt x="1942" y="747"/>
                    <a:pt x="1774" y="721"/>
                    <a:pt x="1599" y="659"/>
                  </a:cubicBezTo>
                  <a:cubicBezTo>
                    <a:pt x="1419" y="597"/>
                    <a:pt x="1256" y="571"/>
                    <a:pt x="1109" y="571"/>
                  </a:cubicBezTo>
                  <a:cubicBezTo>
                    <a:pt x="333" y="571"/>
                    <a:pt x="0" y="1302"/>
                    <a:pt x="0" y="1302"/>
                  </a:cubicBezTo>
                  <a:cubicBezTo>
                    <a:pt x="0" y="1302"/>
                    <a:pt x="260" y="938"/>
                    <a:pt x="735" y="938"/>
                  </a:cubicBezTo>
                  <a:cubicBezTo>
                    <a:pt x="899" y="938"/>
                    <a:pt x="1088" y="981"/>
                    <a:pt x="1301" y="1098"/>
                  </a:cubicBezTo>
                  <a:cubicBezTo>
                    <a:pt x="1548" y="1236"/>
                    <a:pt x="1837" y="1290"/>
                    <a:pt x="2131" y="1290"/>
                  </a:cubicBezTo>
                  <a:cubicBezTo>
                    <a:pt x="2807" y="1290"/>
                    <a:pt x="3509" y="1003"/>
                    <a:pt x="3793" y="785"/>
                  </a:cubicBezTo>
                  <a:lnTo>
                    <a:pt x="35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9" name="Google Shape;7749;p26"/>
            <p:cNvSpPr/>
            <p:nvPr/>
          </p:nvSpPr>
          <p:spPr>
            <a:xfrm>
              <a:off x="4055475" y="1790650"/>
              <a:ext cx="59600" cy="72525"/>
            </a:xfrm>
            <a:custGeom>
              <a:avLst/>
              <a:gdLst/>
              <a:ahLst/>
              <a:cxnLst/>
              <a:rect l="l" t="t" r="r" b="b"/>
              <a:pathLst>
                <a:path w="2384" h="2901" extrusionOk="0">
                  <a:moveTo>
                    <a:pt x="1365" y="1"/>
                  </a:moveTo>
                  <a:cubicBezTo>
                    <a:pt x="973" y="424"/>
                    <a:pt x="503" y="737"/>
                    <a:pt x="1" y="925"/>
                  </a:cubicBezTo>
                  <a:lnTo>
                    <a:pt x="1082" y="2900"/>
                  </a:lnTo>
                  <a:lnTo>
                    <a:pt x="2383" y="1803"/>
                  </a:lnTo>
                  <a:lnTo>
                    <a:pt x="1365" y="1"/>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0" name="Google Shape;7750;p26"/>
            <p:cNvSpPr/>
            <p:nvPr/>
          </p:nvSpPr>
          <p:spPr>
            <a:xfrm>
              <a:off x="4105650" y="1782425"/>
              <a:ext cx="30975" cy="43125"/>
            </a:xfrm>
            <a:custGeom>
              <a:avLst/>
              <a:gdLst/>
              <a:ahLst/>
              <a:cxnLst/>
              <a:rect l="l" t="t" r="r" b="b"/>
              <a:pathLst>
                <a:path w="1239" h="1725" extrusionOk="0">
                  <a:moveTo>
                    <a:pt x="455" y="1"/>
                  </a:moveTo>
                  <a:cubicBezTo>
                    <a:pt x="314" y="79"/>
                    <a:pt x="157" y="142"/>
                    <a:pt x="0" y="204"/>
                  </a:cubicBezTo>
                  <a:lnTo>
                    <a:pt x="847" y="1725"/>
                  </a:lnTo>
                  <a:lnTo>
                    <a:pt x="1239" y="1411"/>
                  </a:lnTo>
                  <a:cubicBezTo>
                    <a:pt x="1239" y="1411"/>
                    <a:pt x="909" y="816"/>
                    <a:pt x="45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26"/>
            <p:cNvSpPr/>
            <p:nvPr/>
          </p:nvSpPr>
          <p:spPr>
            <a:xfrm>
              <a:off x="4655025" y="1675450"/>
              <a:ext cx="119950" cy="182625"/>
            </a:xfrm>
            <a:custGeom>
              <a:avLst/>
              <a:gdLst/>
              <a:ahLst/>
              <a:cxnLst/>
              <a:rect l="l" t="t" r="r" b="b"/>
              <a:pathLst>
                <a:path w="4798" h="7305" extrusionOk="0">
                  <a:moveTo>
                    <a:pt x="3606" y="0"/>
                  </a:moveTo>
                  <a:lnTo>
                    <a:pt x="1" y="6082"/>
                  </a:lnTo>
                  <a:lnTo>
                    <a:pt x="1239" y="7305"/>
                  </a:lnTo>
                  <a:lnTo>
                    <a:pt x="4797" y="910"/>
                  </a:lnTo>
                  <a:lnTo>
                    <a:pt x="36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26"/>
            <p:cNvSpPr/>
            <p:nvPr/>
          </p:nvSpPr>
          <p:spPr>
            <a:xfrm>
              <a:off x="4655025" y="1788700"/>
              <a:ext cx="57625" cy="69375"/>
            </a:xfrm>
            <a:custGeom>
              <a:avLst/>
              <a:gdLst/>
              <a:ahLst/>
              <a:cxnLst/>
              <a:rect l="l" t="t" r="r" b="b"/>
              <a:pathLst>
                <a:path w="2305" h="2775" extrusionOk="0">
                  <a:moveTo>
                    <a:pt x="925" y="0"/>
                  </a:moveTo>
                  <a:lnTo>
                    <a:pt x="1" y="1552"/>
                  </a:lnTo>
                  <a:lnTo>
                    <a:pt x="1239" y="2775"/>
                  </a:lnTo>
                  <a:lnTo>
                    <a:pt x="2305" y="847"/>
                  </a:lnTo>
                  <a:cubicBezTo>
                    <a:pt x="1803" y="706"/>
                    <a:pt x="1333" y="408"/>
                    <a:pt x="92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26"/>
            <p:cNvSpPr/>
            <p:nvPr/>
          </p:nvSpPr>
          <p:spPr>
            <a:xfrm>
              <a:off x="4630350" y="1656650"/>
              <a:ext cx="103850" cy="158725"/>
            </a:xfrm>
            <a:custGeom>
              <a:avLst/>
              <a:gdLst/>
              <a:ahLst/>
              <a:cxnLst/>
              <a:rect l="l" t="t" r="r" b="b"/>
              <a:pathLst>
                <a:path w="4154" h="6349" extrusionOk="0">
                  <a:moveTo>
                    <a:pt x="3715" y="0"/>
                  </a:moveTo>
                  <a:lnTo>
                    <a:pt x="0" y="5925"/>
                  </a:lnTo>
                  <a:lnTo>
                    <a:pt x="470" y="6348"/>
                  </a:lnTo>
                  <a:lnTo>
                    <a:pt x="4154" y="314"/>
                  </a:lnTo>
                  <a:lnTo>
                    <a:pt x="37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26"/>
            <p:cNvSpPr/>
            <p:nvPr/>
          </p:nvSpPr>
          <p:spPr>
            <a:xfrm>
              <a:off x="4630350" y="1773025"/>
              <a:ext cx="32925" cy="42350"/>
            </a:xfrm>
            <a:custGeom>
              <a:avLst/>
              <a:gdLst/>
              <a:ahLst/>
              <a:cxnLst/>
              <a:rect l="l" t="t" r="r" b="b"/>
              <a:pathLst>
                <a:path w="1317" h="1694" extrusionOk="0">
                  <a:moveTo>
                    <a:pt x="784" y="0"/>
                  </a:moveTo>
                  <a:lnTo>
                    <a:pt x="0" y="1270"/>
                  </a:lnTo>
                  <a:lnTo>
                    <a:pt x="470" y="1693"/>
                  </a:lnTo>
                  <a:lnTo>
                    <a:pt x="1317" y="314"/>
                  </a:lnTo>
                  <a:cubicBezTo>
                    <a:pt x="1129" y="220"/>
                    <a:pt x="956" y="126"/>
                    <a:pt x="78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5" name="Google Shape;7755;p26"/>
          <p:cNvGrpSpPr/>
          <p:nvPr/>
        </p:nvGrpSpPr>
        <p:grpSpPr>
          <a:xfrm>
            <a:off x="2992133" y="4308046"/>
            <a:ext cx="538970" cy="475799"/>
            <a:chOff x="3503083" y="4268071"/>
            <a:chExt cx="538970" cy="475799"/>
          </a:xfrm>
        </p:grpSpPr>
        <p:sp>
          <p:nvSpPr>
            <p:cNvPr id="7756" name="Google Shape;7756;p26"/>
            <p:cNvSpPr/>
            <p:nvPr/>
          </p:nvSpPr>
          <p:spPr>
            <a:xfrm>
              <a:off x="3503083" y="4268071"/>
              <a:ext cx="538970" cy="47579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57" name="Google Shape;7757;p26"/>
            <p:cNvGrpSpPr/>
            <p:nvPr/>
          </p:nvGrpSpPr>
          <p:grpSpPr>
            <a:xfrm>
              <a:off x="3550326" y="4310672"/>
              <a:ext cx="393741" cy="373040"/>
              <a:chOff x="3550326" y="4310672"/>
              <a:chExt cx="393741" cy="373040"/>
            </a:xfrm>
          </p:grpSpPr>
          <p:sp>
            <p:nvSpPr>
              <p:cNvPr id="7758" name="Google Shape;7758;p26"/>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26"/>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26"/>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26"/>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26"/>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26"/>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4" name="Google Shape;7764;p26"/>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5" name="Google Shape;7765;p26"/>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26"/>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26"/>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8" name="Google Shape;7768;p26"/>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9" name="Google Shape;7769;p26"/>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0" name="Google Shape;7770;p26"/>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26"/>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26"/>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26"/>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4" name="Google Shape;7774;p26"/>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5" name="Google Shape;7775;p26"/>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26"/>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26"/>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26"/>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26"/>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0" name="Google Shape;7780;p26"/>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1" name="Google Shape;7781;p26"/>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2" name="Google Shape;7782;p26"/>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26"/>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26"/>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5" name="Google Shape;7785;p26"/>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6" name="Google Shape;7786;p26"/>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26"/>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26"/>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26"/>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26"/>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26"/>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2" name="Google Shape;7792;p26"/>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3" name="Google Shape;7793;p26"/>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26"/>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26"/>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26"/>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26"/>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26"/>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26"/>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0" name="Google Shape;7800;p26"/>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1" name="Google Shape;7801;p26"/>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26"/>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26"/>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4" name="Google Shape;7804;p26"/>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5" name="Google Shape;7805;p26"/>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26"/>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26"/>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26"/>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26"/>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26"/>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1" name="Google Shape;7811;p26"/>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2" name="Google Shape;7812;p26"/>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26"/>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26"/>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5" name="Google Shape;7815;p26"/>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6" name="Google Shape;7816;p26"/>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26"/>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26"/>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9" name="Google Shape;7819;p26"/>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0" name="Google Shape;7820;p26"/>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21" name="Google Shape;7821;p26"/>
            <p:cNvSpPr/>
            <p:nvPr/>
          </p:nvSpPr>
          <p:spPr>
            <a:xfrm>
              <a:off x="3623961" y="4284992"/>
              <a:ext cx="378786" cy="216655"/>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26"/>
            <p:cNvSpPr/>
            <p:nvPr/>
          </p:nvSpPr>
          <p:spPr>
            <a:xfrm>
              <a:off x="3503083" y="4375266"/>
              <a:ext cx="505522" cy="368604"/>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3" name="Google Shape;7823;p26"/>
            <p:cNvSpPr/>
            <p:nvPr/>
          </p:nvSpPr>
          <p:spPr>
            <a:xfrm>
              <a:off x="3573498" y="4619679"/>
              <a:ext cx="342324" cy="11962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4" name="Google Shape;7824;p26"/>
          <p:cNvGrpSpPr/>
          <p:nvPr/>
        </p:nvGrpSpPr>
        <p:grpSpPr>
          <a:xfrm rot="10800000">
            <a:off x="4800345" y="142533"/>
            <a:ext cx="727015" cy="708981"/>
            <a:chOff x="225997" y="123301"/>
            <a:chExt cx="631802" cy="616130"/>
          </a:xfrm>
        </p:grpSpPr>
        <p:grpSp>
          <p:nvGrpSpPr>
            <p:cNvPr id="7825" name="Google Shape;7825;p26"/>
            <p:cNvGrpSpPr/>
            <p:nvPr/>
          </p:nvGrpSpPr>
          <p:grpSpPr>
            <a:xfrm rot="9089783">
              <a:off x="302065" y="211047"/>
              <a:ext cx="479665" cy="440638"/>
              <a:chOff x="-960976" y="1975682"/>
              <a:chExt cx="1155492" cy="1061477"/>
            </a:xfrm>
          </p:grpSpPr>
          <p:sp>
            <p:nvSpPr>
              <p:cNvPr id="7826" name="Google Shape;7826;p26"/>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26"/>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26"/>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26"/>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26"/>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26"/>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2" name="Google Shape;7832;p26"/>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3" name="Google Shape;7833;p26"/>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26"/>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26"/>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26"/>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26"/>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26"/>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26"/>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26"/>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1" name="Google Shape;7841;p26"/>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2" name="Google Shape;7842;p26"/>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26"/>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26"/>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5" name="Google Shape;7845;p26"/>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6" name="Google Shape;7846;p26"/>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26"/>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26"/>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26"/>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26"/>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26"/>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26"/>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26"/>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4" name="Google Shape;7854;p26"/>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5" name="Google Shape;7855;p26"/>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26"/>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26"/>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26"/>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26"/>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26"/>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26"/>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26"/>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3" name="Google Shape;7863;p26"/>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4" name="Google Shape;7864;p26"/>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26"/>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26"/>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26"/>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8" name="Google Shape;7868;p26"/>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69" name="Google Shape;7869;p26"/>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70" name="Google Shape;7870;p26"/>
            <p:cNvGrpSpPr/>
            <p:nvPr/>
          </p:nvGrpSpPr>
          <p:grpSpPr>
            <a:xfrm>
              <a:off x="357526" y="269347"/>
              <a:ext cx="326648" cy="309474"/>
              <a:chOff x="3550326" y="4310672"/>
              <a:chExt cx="393741" cy="373040"/>
            </a:xfrm>
          </p:grpSpPr>
          <p:sp>
            <p:nvSpPr>
              <p:cNvPr id="7871" name="Google Shape;7871;p26"/>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26"/>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26"/>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26"/>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26"/>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6" name="Google Shape;7876;p26"/>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7" name="Google Shape;7877;p26"/>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26"/>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26"/>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26"/>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26"/>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26"/>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3" name="Google Shape;7883;p26"/>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4" name="Google Shape;7884;p26"/>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26"/>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26"/>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26"/>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26"/>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9" name="Google Shape;7889;p26"/>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0" name="Google Shape;7890;p26"/>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26"/>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26"/>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3" name="Google Shape;7893;p26"/>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4" name="Google Shape;7894;p26"/>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26"/>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26"/>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26"/>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26"/>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26"/>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26"/>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1" name="Google Shape;7901;p26"/>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2" name="Google Shape;7902;p26"/>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26"/>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26"/>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5" name="Google Shape;7905;p26"/>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6" name="Google Shape;7906;p26"/>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26"/>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26"/>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26"/>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26"/>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1" name="Google Shape;7911;p26"/>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2" name="Google Shape;7912;p26"/>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26"/>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26"/>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26"/>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6" name="Google Shape;7916;p26"/>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7" name="Google Shape;7917;p26"/>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26"/>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26"/>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26"/>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26"/>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2" name="Google Shape;7922;p26"/>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3" name="Google Shape;7923;p26"/>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26"/>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26"/>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26"/>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26"/>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26"/>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26"/>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0" name="Google Shape;7930;p26"/>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1" name="Google Shape;7931;p26"/>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26"/>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26"/>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34" name="Google Shape;7934;p26"/>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26"/>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26"/>
            <p:cNvSpPr/>
            <p:nvPr/>
          </p:nvSpPr>
          <p:spPr>
            <a:xfrm>
              <a:off x="376749" y="525699"/>
              <a:ext cx="283982" cy="99236"/>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445025"/>
            <a:ext cx="7717800" cy="572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dk1"/>
              </a:buClr>
              <a:buSzPts val="3500"/>
              <a:buFont typeface="Racing Sans One"/>
              <a:buNone/>
              <a:defRPr sz="3500">
                <a:solidFill>
                  <a:schemeClr val="dk1"/>
                </a:solidFill>
                <a:latin typeface="Racing Sans One"/>
                <a:ea typeface="Racing Sans One"/>
                <a:cs typeface="Racing Sans One"/>
                <a:sym typeface="Racing Sans On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ctr" anchorCtr="0">
            <a:noAutofit/>
          </a:bodyPr>
          <a:lstStyle>
            <a:lvl1pPr marL="457200" lvl="0" indent="-317500">
              <a:lnSpc>
                <a:spcPct val="115000"/>
              </a:lnSpc>
              <a:spcBef>
                <a:spcPts val="0"/>
              </a:spcBef>
              <a:spcAft>
                <a:spcPts val="0"/>
              </a:spcAft>
              <a:buClr>
                <a:schemeClr val="lt2"/>
              </a:buClr>
              <a:buSzPts val="1400"/>
              <a:buFont typeface="Rubik"/>
              <a:buChar char="●"/>
              <a:defRPr>
                <a:solidFill>
                  <a:schemeClr val="lt2"/>
                </a:solidFill>
                <a:latin typeface="Rubik"/>
                <a:ea typeface="Rubik"/>
                <a:cs typeface="Rubik"/>
                <a:sym typeface="Rubik"/>
              </a:defRPr>
            </a:lvl1pPr>
            <a:lvl2pPr marL="914400" lvl="1" indent="-317500">
              <a:lnSpc>
                <a:spcPct val="115000"/>
              </a:lnSpc>
              <a:spcBef>
                <a:spcPts val="1600"/>
              </a:spcBef>
              <a:spcAft>
                <a:spcPts val="0"/>
              </a:spcAft>
              <a:buClr>
                <a:schemeClr val="lt2"/>
              </a:buClr>
              <a:buSzPts val="1400"/>
              <a:buFont typeface="Rubik"/>
              <a:buChar char="○"/>
              <a:defRPr>
                <a:solidFill>
                  <a:schemeClr val="lt2"/>
                </a:solidFill>
                <a:latin typeface="Rubik"/>
                <a:ea typeface="Rubik"/>
                <a:cs typeface="Rubik"/>
                <a:sym typeface="Rubik"/>
              </a:defRPr>
            </a:lvl2pPr>
            <a:lvl3pPr marL="1371600" lvl="2" indent="-317500">
              <a:lnSpc>
                <a:spcPct val="115000"/>
              </a:lnSpc>
              <a:spcBef>
                <a:spcPts val="1600"/>
              </a:spcBef>
              <a:spcAft>
                <a:spcPts val="0"/>
              </a:spcAft>
              <a:buClr>
                <a:schemeClr val="lt2"/>
              </a:buClr>
              <a:buSzPts val="1400"/>
              <a:buFont typeface="Rubik"/>
              <a:buChar char="■"/>
              <a:defRPr>
                <a:solidFill>
                  <a:schemeClr val="lt2"/>
                </a:solidFill>
                <a:latin typeface="Rubik"/>
                <a:ea typeface="Rubik"/>
                <a:cs typeface="Rubik"/>
                <a:sym typeface="Rubik"/>
              </a:defRPr>
            </a:lvl3pPr>
            <a:lvl4pPr marL="1828800" lvl="3" indent="-317500">
              <a:lnSpc>
                <a:spcPct val="115000"/>
              </a:lnSpc>
              <a:spcBef>
                <a:spcPts val="1600"/>
              </a:spcBef>
              <a:spcAft>
                <a:spcPts val="0"/>
              </a:spcAft>
              <a:buClr>
                <a:schemeClr val="lt2"/>
              </a:buClr>
              <a:buSzPts val="1400"/>
              <a:buFont typeface="Rubik"/>
              <a:buChar char="●"/>
              <a:defRPr>
                <a:solidFill>
                  <a:schemeClr val="lt2"/>
                </a:solidFill>
                <a:latin typeface="Rubik"/>
                <a:ea typeface="Rubik"/>
                <a:cs typeface="Rubik"/>
                <a:sym typeface="Rubik"/>
              </a:defRPr>
            </a:lvl4pPr>
            <a:lvl5pPr marL="2286000" lvl="4" indent="-317500">
              <a:lnSpc>
                <a:spcPct val="115000"/>
              </a:lnSpc>
              <a:spcBef>
                <a:spcPts val="1600"/>
              </a:spcBef>
              <a:spcAft>
                <a:spcPts val="0"/>
              </a:spcAft>
              <a:buClr>
                <a:schemeClr val="lt2"/>
              </a:buClr>
              <a:buSzPts val="1400"/>
              <a:buFont typeface="Rubik"/>
              <a:buChar char="○"/>
              <a:defRPr>
                <a:solidFill>
                  <a:schemeClr val="lt2"/>
                </a:solidFill>
                <a:latin typeface="Rubik"/>
                <a:ea typeface="Rubik"/>
                <a:cs typeface="Rubik"/>
                <a:sym typeface="Rubik"/>
              </a:defRPr>
            </a:lvl5pPr>
            <a:lvl6pPr marL="2743200" lvl="5" indent="-317500">
              <a:lnSpc>
                <a:spcPct val="115000"/>
              </a:lnSpc>
              <a:spcBef>
                <a:spcPts val="1600"/>
              </a:spcBef>
              <a:spcAft>
                <a:spcPts val="0"/>
              </a:spcAft>
              <a:buClr>
                <a:schemeClr val="lt2"/>
              </a:buClr>
              <a:buSzPts val="1400"/>
              <a:buFont typeface="Rubik"/>
              <a:buChar char="■"/>
              <a:defRPr>
                <a:solidFill>
                  <a:schemeClr val="lt2"/>
                </a:solidFill>
                <a:latin typeface="Rubik"/>
                <a:ea typeface="Rubik"/>
                <a:cs typeface="Rubik"/>
                <a:sym typeface="Rubik"/>
              </a:defRPr>
            </a:lvl6pPr>
            <a:lvl7pPr marL="3200400" lvl="6" indent="-317500">
              <a:lnSpc>
                <a:spcPct val="115000"/>
              </a:lnSpc>
              <a:spcBef>
                <a:spcPts val="1600"/>
              </a:spcBef>
              <a:spcAft>
                <a:spcPts val="0"/>
              </a:spcAft>
              <a:buClr>
                <a:schemeClr val="lt2"/>
              </a:buClr>
              <a:buSzPts val="1400"/>
              <a:buFont typeface="Rubik"/>
              <a:buChar char="●"/>
              <a:defRPr>
                <a:solidFill>
                  <a:schemeClr val="lt2"/>
                </a:solidFill>
                <a:latin typeface="Rubik"/>
                <a:ea typeface="Rubik"/>
                <a:cs typeface="Rubik"/>
                <a:sym typeface="Rubik"/>
              </a:defRPr>
            </a:lvl7pPr>
            <a:lvl8pPr marL="3657600" lvl="7" indent="-317500">
              <a:lnSpc>
                <a:spcPct val="115000"/>
              </a:lnSpc>
              <a:spcBef>
                <a:spcPts val="1600"/>
              </a:spcBef>
              <a:spcAft>
                <a:spcPts val="0"/>
              </a:spcAft>
              <a:buClr>
                <a:schemeClr val="lt2"/>
              </a:buClr>
              <a:buSzPts val="1400"/>
              <a:buFont typeface="Rubik"/>
              <a:buChar char="○"/>
              <a:defRPr>
                <a:solidFill>
                  <a:schemeClr val="lt2"/>
                </a:solidFill>
                <a:latin typeface="Rubik"/>
                <a:ea typeface="Rubik"/>
                <a:cs typeface="Rubik"/>
                <a:sym typeface="Rubik"/>
              </a:defRPr>
            </a:lvl8pPr>
            <a:lvl9pPr marL="4114800" lvl="8" indent="-317500">
              <a:lnSpc>
                <a:spcPct val="115000"/>
              </a:lnSpc>
              <a:spcBef>
                <a:spcPts val="1600"/>
              </a:spcBef>
              <a:spcAft>
                <a:spcPts val="1600"/>
              </a:spcAft>
              <a:buClr>
                <a:schemeClr val="lt2"/>
              </a:buClr>
              <a:buSzPts val="1400"/>
              <a:buFont typeface="Rubik"/>
              <a:buChar char="■"/>
              <a:defRPr>
                <a:solidFill>
                  <a:schemeClr val="lt2"/>
                </a:solidFill>
                <a:latin typeface="Rubik"/>
                <a:ea typeface="Rubik"/>
                <a:cs typeface="Rubik"/>
                <a:sym typeface="Rubi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7" r:id="rId7"/>
    <p:sldLayoutId id="2147483658" r:id="rId8"/>
    <p:sldLayoutId id="2147483659" r:id="rId9"/>
    <p:sldLayoutId id="2147483660" r:id="rId10"/>
    <p:sldLayoutId id="2147483661" r:id="rId11"/>
    <p:sldLayoutId id="2147483663" r:id="rId12"/>
    <p:sldLayoutId id="2147483667" r:id="rId13"/>
    <p:sldLayoutId id="2147483671" r:id="rId14"/>
    <p:sldLayoutId id="2147483672" r:id="rId15"/>
  </p:sldLayoutIdLst>
  <p:transition spd="slow">
    <p:push/>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orient="horz" pos="2900">
          <p15:clr>
            <a:srgbClr val="EA4335"/>
          </p15:clr>
        </p15:guide>
        <p15:guide id="4" pos="5311">
          <p15:clr>
            <a:srgbClr val="EA4335"/>
          </p15:clr>
        </p15:guide>
        <p15:guide id="5" pos="2880">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46"/>
        <p:cNvGrpSpPr/>
        <p:nvPr/>
      </p:nvGrpSpPr>
      <p:grpSpPr>
        <a:xfrm>
          <a:off x="0" y="0"/>
          <a:ext cx="0" cy="0"/>
          <a:chOff x="0" y="0"/>
          <a:chExt cx="0" cy="0"/>
        </a:xfrm>
      </p:grpSpPr>
      <p:sp>
        <p:nvSpPr>
          <p:cNvPr id="7947" name="Google Shape;7947;p30"/>
          <p:cNvSpPr txBox="1">
            <a:spLocks noGrp="1"/>
          </p:cNvSpPr>
          <p:nvPr>
            <p:ph type="ctrTitle"/>
          </p:nvPr>
        </p:nvSpPr>
        <p:spPr>
          <a:xfrm>
            <a:off x="1238282" y="1157047"/>
            <a:ext cx="6667435" cy="2171700"/>
          </a:xfrm>
          <a:prstGeom prst="rect">
            <a:avLst/>
          </a:prstGeom>
        </p:spPr>
        <p:txBody>
          <a:bodyPr spcFirstLastPara="1" wrap="square" lIns="91425" tIns="91425" rIns="91425" bIns="91425" anchor="ctr" anchorCtr="0">
            <a:noAutofit/>
          </a:bodyPr>
          <a:lstStyle/>
          <a:p>
            <a:r>
              <a:rPr lang="en-US" sz="5400" dirty="0"/>
              <a:t>MLB All-Stars: A GROUNDOUT for Game Attendance</a:t>
            </a:r>
          </a:p>
        </p:txBody>
      </p:sp>
      <p:sp>
        <p:nvSpPr>
          <p:cNvPr id="7948" name="Google Shape;7948;p30"/>
          <p:cNvSpPr txBox="1">
            <a:spLocks noGrp="1"/>
          </p:cNvSpPr>
          <p:nvPr>
            <p:ph type="subTitle" idx="1"/>
          </p:nvPr>
        </p:nvSpPr>
        <p:spPr>
          <a:xfrm>
            <a:off x="1393199" y="3090847"/>
            <a:ext cx="6357600" cy="47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t>By: Ashley Marietta</a:t>
            </a:r>
            <a:endParaRPr sz="2000" dirty="0"/>
          </a:p>
        </p:txBody>
      </p:sp>
    </p:spTree>
  </p:cSld>
  <p:clrMapOvr>
    <a:masterClrMapping/>
  </p:clrMapOvr>
  <p:transition spd="slow" advTm="23873">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58"/>
        <p:cNvGrpSpPr/>
        <p:nvPr/>
      </p:nvGrpSpPr>
      <p:grpSpPr>
        <a:xfrm>
          <a:off x="0" y="0"/>
          <a:ext cx="0" cy="0"/>
          <a:chOff x="0" y="0"/>
          <a:chExt cx="0" cy="0"/>
        </a:xfrm>
      </p:grpSpPr>
      <p:grpSp>
        <p:nvGrpSpPr>
          <p:cNvPr id="7959" name="Google Shape;7959;p32"/>
          <p:cNvGrpSpPr/>
          <p:nvPr/>
        </p:nvGrpSpPr>
        <p:grpSpPr>
          <a:xfrm>
            <a:off x="945443" y="3024545"/>
            <a:ext cx="1057131" cy="1030847"/>
            <a:chOff x="225997" y="123301"/>
            <a:chExt cx="631802" cy="616130"/>
          </a:xfrm>
        </p:grpSpPr>
        <p:grpSp>
          <p:nvGrpSpPr>
            <p:cNvPr id="7960" name="Google Shape;7960;p32"/>
            <p:cNvGrpSpPr/>
            <p:nvPr/>
          </p:nvGrpSpPr>
          <p:grpSpPr>
            <a:xfrm rot="9089783">
              <a:off x="302065" y="211047"/>
              <a:ext cx="479665" cy="440638"/>
              <a:chOff x="-960976" y="1975682"/>
              <a:chExt cx="1155492" cy="1061477"/>
            </a:xfrm>
          </p:grpSpPr>
          <p:sp>
            <p:nvSpPr>
              <p:cNvPr id="7961" name="Google Shape;7961;p32"/>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32"/>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32"/>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32"/>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32"/>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6" name="Google Shape;7966;p32"/>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7" name="Google Shape;7967;p32"/>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32"/>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32"/>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32"/>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32"/>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2" name="Google Shape;7972;p32"/>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3" name="Google Shape;7973;p32"/>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32"/>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32"/>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6" name="Google Shape;7976;p32"/>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7" name="Google Shape;7977;p32"/>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32"/>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32"/>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32"/>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1" name="Google Shape;7981;p32"/>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32"/>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3" name="Google Shape;7983;p32"/>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4" name="Google Shape;7984;p32"/>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32"/>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32"/>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32"/>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32"/>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9" name="Google Shape;7989;p32"/>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0" name="Google Shape;7990;p32"/>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32"/>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32"/>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32"/>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32"/>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32"/>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32"/>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7" name="Google Shape;7997;p32"/>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8" name="Google Shape;7998;p32"/>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32"/>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32"/>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1" name="Google Shape;8001;p32"/>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2" name="Google Shape;8002;p32"/>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32"/>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04" name="Google Shape;8004;p32"/>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05" name="Google Shape;8005;p32"/>
            <p:cNvGrpSpPr/>
            <p:nvPr/>
          </p:nvGrpSpPr>
          <p:grpSpPr>
            <a:xfrm>
              <a:off x="357526" y="269347"/>
              <a:ext cx="326648" cy="309474"/>
              <a:chOff x="3550326" y="4310672"/>
              <a:chExt cx="393741" cy="373040"/>
            </a:xfrm>
          </p:grpSpPr>
          <p:sp>
            <p:nvSpPr>
              <p:cNvPr id="8006" name="Google Shape;8006;p32"/>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32"/>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32"/>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32"/>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0" name="Google Shape;8010;p32"/>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1" name="Google Shape;8011;p32"/>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32"/>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32"/>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32"/>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32"/>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32"/>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32"/>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8" name="Google Shape;8018;p32"/>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9" name="Google Shape;8019;p32"/>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32"/>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1" name="Google Shape;8021;p32"/>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2" name="Google Shape;8022;p32"/>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32"/>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32"/>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32"/>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32"/>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32"/>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32"/>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32"/>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32"/>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32"/>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2" name="Google Shape;8032;p32"/>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3" name="Google Shape;8033;p32"/>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4" name="Google Shape;8034;p32"/>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32"/>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32"/>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7" name="Google Shape;8037;p32"/>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8" name="Google Shape;8038;p32"/>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32"/>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32"/>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32"/>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32"/>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32"/>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4" name="Google Shape;8044;p32"/>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5" name="Google Shape;8045;p32"/>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6" name="Google Shape;8046;p32"/>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32"/>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8" name="Google Shape;8048;p32"/>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9" name="Google Shape;8049;p32"/>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0" name="Google Shape;8050;p32"/>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32"/>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32"/>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3" name="Google Shape;8053;p32"/>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4" name="Google Shape;8054;p32"/>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5" name="Google Shape;8055;p32"/>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6" name="Google Shape;8056;p32"/>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7" name="Google Shape;8057;p32"/>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8" name="Google Shape;8058;p32"/>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32"/>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32"/>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1" name="Google Shape;8061;p32"/>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2" name="Google Shape;8062;p32"/>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3" name="Google Shape;8063;p32"/>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4" name="Google Shape;8064;p32"/>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5" name="Google Shape;8065;p32"/>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6" name="Google Shape;8066;p32"/>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7" name="Google Shape;8067;p32"/>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8" name="Google Shape;8068;p32"/>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69" name="Google Shape;8069;p32"/>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0" name="Google Shape;8070;p32"/>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1" name="Google Shape;8071;p32"/>
          <p:cNvGrpSpPr/>
          <p:nvPr/>
        </p:nvGrpSpPr>
        <p:grpSpPr>
          <a:xfrm>
            <a:off x="945443" y="1712595"/>
            <a:ext cx="1057131" cy="1030847"/>
            <a:chOff x="225997" y="123301"/>
            <a:chExt cx="631802" cy="616130"/>
          </a:xfrm>
        </p:grpSpPr>
        <p:grpSp>
          <p:nvGrpSpPr>
            <p:cNvPr id="8072" name="Google Shape;8072;p32"/>
            <p:cNvGrpSpPr/>
            <p:nvPr/>
          </p:nvGrpSpPr>
          <p:grpSpPr>
            <a:xfrm rot="9089783">
              <a:off x="302065" y="211047"/>
              <a:ext cx="479665" cy="440638"/>
              <a:chOff x="-960976" y="1975682"/>
              <a:chExt cx="1155492" cy="1061477"/>
            </a:xfrm>
          </p:grpSpPr>
          <p:sp>
            <p:nvSpPr>
              <p:cNvPr id="8073" name="Google Shape;8073;p32"/>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4" name="Google Shape;8074;p32"/>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5" name="Google Shape;8075;p32"/>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6" name="Google Shape;8076;p32"/>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32"/>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32"/>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9" name="Google Shape;8079;p32"/>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0" name="Google Shape;8080;p32"/>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1" name="Google Shape;8081;p32"/>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2" name="Google Shape;8082;p32"/>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3" name="Google Shape;8083;p32"/>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4" name="Google Shape;8084;p32"/>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32"/>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6" name="Google Shape;8086;p32"/>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7" name="Google Shape;8087;p32"/>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32"/>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32"/>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32"/>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1" name="Google Shape;8091;p32"/>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2" name="Google Shape;8092;p32"/>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3" name="Google Shape;8093;p32"/>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32"/>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32"/>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6" name="Google Shape;8096;p32"/>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7" name="Google Shape;8097;p32"/>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32"/>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9" name="Google Shape;8099;p32"/>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0" name="Google Shape;8100;p32"/>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32"/>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32"/>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32"/>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32"/>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5" name="Google Shape;8105;p32"/>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6" name="Google Shape;8106;p32"/>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32"/>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32"/>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32"/>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32"/>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32"/>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32"/>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3" name="Google Shape;8113;p32"/>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4" name="Google Shape;8114;p32"/>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32"/>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16" name="Google Shape;8116;p32"/>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17" name="Google Shape;8117;p32"/>
            <p:cNvGrpSpPr/>
            <p:nvPr/>
          </p:nvGrpSpPr>
          <p:grpSpPr>
            <a:xfrm>
              <a:off x="357526" y="269347"/>
              <a:ext cx="326648" cy="309474"/>
              <a:chOff x="3550326" y="4310672"/>
              <a:chExt cx="393741" cy="373040"/>
            </a:xfrm>
          </p:grpSpPr>
          <p:sp>
            <p:nvSpPr>
              <p:cNvPr id="8118" name="Google Shape;8118;p32"/>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9" name="Google Shape;8119;p32"/>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32"/>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32"/>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32"/>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3" name="Google Shape;8123;p32"/>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4" name="Google Shape;8124;p32"/>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5" name="Google Shape;8125;p32"/>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32"/>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32"/>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32"/>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32"/>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0" name="Google Shape;8130;p32"/>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1" name="Google Shape;8131;p32"/>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32"/>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32"/>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4" name="Google Shape;8134;p32"/>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5" name="Google Shape;8135;p32"/>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32"/>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32"/>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32"/>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32"/>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0" name="Google Shape;8140;p32"/>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1" name="Google Shape;8141;p32"/>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32"/>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32"/>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32"/>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32"/>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32"/>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7" name="Google Shape;8147;p32"/>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8" name="Google Shape;8148;p32"/>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9" name="Google Shape;8149;p32"/>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0" name="Google Shape;8150;p32"/>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32"/>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2" name="Google Shape;8152;p32"/>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32"/>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4" name="Google Shape;8154;p32"/>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5" name="Google Shape;8155;p32"/>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32"/>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7" name="Google Shape;8157;p32"/>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8" name="Google Shape;8158;p32"/>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32"/>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32"/>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32"/>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32"/>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32"/>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4" name="Google Shape;8164;p32"/>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5" name="Google Shape;8165;p32"/>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32"/>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32"/>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32"/>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9" name="Google Shape;8169;p32"/>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0" name="Google Shape;8170;p32"/>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32"/>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32"/>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3" name="Google Shape;8173;p32"/>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4" name="Google Shape;8174;p32"/>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32"/>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32"/>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7" name="Google Shape;8177;p32"/>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32"/>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32"/>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32"/>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81" name="Google Shape;8181;p32"/>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2" name="Google Shape;8182;p32"/>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3" name="Google Shape;8183;p32"/>
          <p:cNvGrpSpPr/>
          <p:nvPr/>
        </p:nvGrpSpPr>
        <p:grpSpPr>
          <a:xfrm>
            <a:off x="4654118" y="3024545"/>
            <a:ext cx="1057131" cy="1030847"/>
            <a:chOff x="225997" y="123301"/>
            <a:chExt cx="631802" cy="616130"/>
          </a:xfrm>
        </p:grpSpPr>
        <p:grpSp>
          <p:nvGrpSpPr>
            <p:cNvPr id="8184" name="Google Shape;8184;p32"/>
            <p:cNvGrpSpPr/>
            <p:nvPr/>
          </p:nvGrpSpPr>
          <p:grpSpPr>
            <a:xfrm rot="9089783">
              <a:off x="302065" y="211047"/>
              <a:ext cx="479665" cy="440638"/>
              <a:chOff x="-960976" y="1975682"/>
              <a:chExt cx="1155492" cy="1061477"/>
            </a:xfrm>
          </p:grpSpPr>
          <p:sp>
            <p:nvSpPr>
              <p:cNvPr id="8185" name="Google Shape;8185;p32"/>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32"/>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7" name="Google Shape;8187;p32"/>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8" name="Google Shape;8188;p32"/>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32"/>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0" name="Google Shape;8190;p32"/>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1" name="Google Shape;8191;p32"/>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32"/>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32"/>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32"/>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32"/>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32"/>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32"/>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8" name="Google Shape;8198;p32"/>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9" name="Google Shape;8199;p32"/>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32"/>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1" name="Google Shape;8201;p32"/>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2" name="Google Shape;8202;p32"/>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32"/>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4" name="Google Shape;8204;p32"/>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5" name="Google Shape;8205;p32"/>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6" name="Google Shape;8206;p32"/>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32"/>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32"/>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32"/>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32"/>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32"/>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32"/>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3" name="Google Shape;8213;p32"/>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4" name="Google Shape;8214;p32"/>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32"/>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32"/>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32"/>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8" name="Google Shape;8218;p32"/>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9" name="Google Shape;8219;p32"/>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0" name="Google Shape;8220;p32"/>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32"/>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32"/>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32"/>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4" name="Google Shape;8224;p32"/>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5" name="Google Shape;8225;p32"/>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32"/>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32"/>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28" name="Google Shape;8228;p32"/>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29" name="Google Shape;8229;p32"/>
            <p:cNvGrpSpPr/>
            <p:nvPr/>
          </p:nvGrpSpPr>
          <p:grpSpPr>
            <a:xfrm>
              <a:off x="357526" y="269347"/>
              <a:ext cx="326648" cy="309474"/>
              <a:chOff x="3550326" y="4310672"/>
              <a:chExt cx="393741" cy="373040"/>
            </a:xfrm>
          </p:grpSpPr>
          <p:sp>
            <p:nvSpPr>
              <p:cNvPr id="8230" name="Google Shape;8230;p32"/>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32"/>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32"/>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32"/>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32"/>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5" name="Google Shape;8235;p32"/>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6" name="Google Shape;8236;p32"/>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32"/>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32"/>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32"/>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32"/>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1" name="Google Shape;8241;p32"/>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2" name="Google Shape;8242;p32"/>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32"/>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32"/>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32"/>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32"/>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32"/>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32"/>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32"/>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0" name="Google Shape;8250;p32"/>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1" name="Google Shape;8251;p32"/>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32"/>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32"/>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32"/>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32"/>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32"/>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7" name="Google Shape;8257;p32"/>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8" name="Google Shape;8258;p32"/>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32"/>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32"/>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32"/>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2" name="Google Shape;8262;p32"/>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3" name="Google Shape;8263;p32"/>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32"/>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32"/>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32"/>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32"/>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32"/>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9" name="Google Shape;8269;p32"/>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0" name="Google Shape;8270;p32"/>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32"/>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32"/>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32"/>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4" name="Google Shape;8274;p32"/>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5" name="Google Shape;8275;p32"/>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6" name="Google Shape;8276;p32"/>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32"/>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32"/>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32"/>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32"/>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1" name="Google Shape;8281;p32"/>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2" name="Google Shape;8282;p32"/>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32"/>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32"/>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32"/>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6" name="Google Shape;8286;p32"/>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7" name="Google Shape;8287;p32"/>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32"/>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32"/>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32"/>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1" name="Google Shape;8291;p32"/>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2" name="Google Shape;8292;p32"/>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93" name="Google Shape;8293;p32"/>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32"/>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5" name="Google Shape;8295;p32"/>
          <p:cNvGrpSpPr/>
          <p:nvPr/>
        </p:nvGrpSpPr>
        <p:grpSpPr>
          <a:xfrm>
            <a:off x="4654118" y="1712595"/>
            <a:ext cx="1057131" cy="1030847"/>
            <a:chOff x="225997" y="123301"/>
            <a:chExt cx="631802" cy="616130"/>
          </a:xfrm>
        </p:grpSpPr>
        <p:grpSp>
          <p:nvGrpSpPr>
            <p:cNvPr id="8296" name="Google Shape;8296;p32"/>
            <p:cNvGrpSpPr/>
            <p:nvPr/>
          </p:nvGrpSpPr>
          <p:grpSpPr>
            <a:xfrm rot="9089783">
              <a:off x="302065" y="211047"/>
              <a:ext cx="479665" cy="440638"/>
              <a:chOff x="-960976" y="1975682"/>
              <a:chExt cx="1155492" cy="1061477"/>
            </a:xfrm>
          </p:grpSpPr>
          <p:sp>
            <p:nvSpPr>
              <p:cNvPr id="8297" name="Google Shape;8297;p32"/>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32"/>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32"/>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0" name="Google Shape;8300;p32"/>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1" name="Google Shape;8301;p32"/>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2" name="Google Shape;8302;p32"/>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32"/>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32"/>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5" name="Google Shape;8305;p32"/>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32"/>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7" name="Google Shape;8307;p32"/>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8" name="Google Shape;8308;p32"/>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9" name="Google Shape;8309;p32"/>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32"/>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1" name="Google Shape;8311;p32"/>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2" name="Google Shape;8312;p32"/>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3" name="Google Shape;8313;p32"/>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32"/>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5" name="Google Shape;8315;p32"/>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6" name="Google Shape;8316;p32"/>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7" name="Google Shape;8317;p32"/>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8" name="Google Shape;8318;p32"/>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9" name="Google Shape;8319;p32"/>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0" name="Google Shape;8320;p32"/>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1" name="Google Shape;8321;p32"/>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2" name="Google Shape;8322;p32"/>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3" name="Google Shape;8323;p32"/>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4" name="Google Shape;8324;p32"/>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5" name="Google Shape;8325;p32"/>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6" name="Google Shape;8326;p32"/>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7" name="Google Shape;8327;p32"/>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8" name="Google Shape;8328;p32"/>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9" name="Google Shape;8329;p32"/>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0" name="Google Shape;8330;p32"/>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1" name="Google Shape;8331;p32"/>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2" name="Google Shape;8332;p32"/>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3" name="Google Shape;8333;p32"/>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4" name="Google Shape;8334;p32"/>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5" name="Google Shape;8335;p32"/>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6" name="Google Shape;8336;p32"/>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7" name="Google Shape;8337;p32"/>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8" name="Google Shape;8338;p32"/>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9" name="Google Shape;8339;p32"/>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40" name="Google Shape;8340;p32"/>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41" name="Google Shape;8341;p32"/>
            <p:cNvGrpSpPr/>
            <p:nvPr/>
          </p:nvGrpSpPr>
          <p:grpSpPr>
            <a:xfrm>
              <a:off x="357526" y="269347"/>
              <a:ext cx="326648" cy="309474"/>
              <a:chOff x="3550326" y="4310672"/>
              <a:chExt cx="393741" cy="373040"/>
            </a:xfrm>
          </p:grpSpPr>
          <p:sp>
            <p:nvSpPr>
              <p:cNvPr id="8342" name="Google Shape;8342;p32"/>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3" name="Google Shape;8343;p32"/>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4" name="Google Shape;8344;p32"/>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5" name="Google Shape;8345;p32"/>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6" name="Google Shape;8346;p32"/>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7" name="Google Shape;8347;p32"/>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8" name="Google Shape;8348;p32"/>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9" name="Google Shape;8349;p32"/>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0" name="Google Shape;8350;p32"/>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1" name="Google Shape;8351;p32"/>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2" name="Google Shape;8352;p32"/>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3" name="Google Shape;8353;p32"/>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4" name="Google Shape;8354;p32"/>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5" name="Google Shape;8355;p32"/>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6" name="Google Shape;8356;p32"/>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7" name="Google Shape;8357;p32"/>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8" name="Google Shape;8358;p32"/>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9" name="Google Shape;8359;p32"/>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0" name="Google Shape;8360;p32"/>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1" name="Google Shape;8361;p32"/>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2" name="Google Shape;8362;p32"/>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3" name="Google Shape;8363;p32"/>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4" name="Google Shape;8364;p32"/>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5" name="Google Shape;8365;p32"/>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6" name="Google Shape;8366;p32"/>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7" name="Google Shape;8367;p32"/>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8" name="Google Shape;8368;p32"/>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9" name="Google Shape;8369;p32"/>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0" name="Google Shape;8370;p32"/>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32"/>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2" name="Google Shape;8372;p32"/>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3" name="Google Shape;8373;p32"/>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4" name="Google Shape;8374;p32"/>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5" name="Google Shape;8375;p32"/>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6" name="Google Shape;8376;p32"/>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7" name="Google Shape;8377;p32"/>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8" name="Google Shape;8378;p32"/>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9" name="Google Shape;8379;p32"/>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0" name="Google Shape;8380;p32"/>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1" name="Google Shape;8381;p32"/>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2" name="Google Shape;8382;p32"/>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3" name="Google Shape;8383;p32"/>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4" name="Google Shape;8384;p32"/>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5" name="Google Shape;8385;p32"/>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6" name="Google Shape;8386;p32"/>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7" name="Google Shape;8387;p32"/>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8" name="Google Shape;8388;p32"/>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9" name="Google Shape;8389;p32"/>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0" name="Google Shape;8390;p32"/>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1" name="Google Shape;8391;p32"/>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2" name="Google Shape;8392;p32"/>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3" name="Google Shape;8393;p32"/>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4" name="Google Shape;8394;p32"/>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5" name="Google Shape;8395;p32"/>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6" name="Google Shape;8396;p32"/>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7" name="Google Shape;8397;p32"/>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8" name="Google Shape;8398;p32"/>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9" name="Google Shape;8399;p32"/>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0" name="Google Shape;8400;p32"/>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1" name="Google Shape;8401;p32"/>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2" name="Google Shape;8402;p32"/>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3" name="Google Shape;8403;p32"/>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4" name="Google Shape;8404;p32"/>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05" name="Google Shape;8405;p32"/>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6" name="Google Shape;8406;p32"/>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07" name="Google Shape;8407;p32"/>
          <p:cNvSpPr txBox="1">
            <a:spLocks noGrp="1"/>
          </p:cNvSpPr>
          <p:nvPr>
            <p:ph type="title"/>
          </p:nvPr>
        </p:nvSpPr>
        <p:spPr>
          <a:xfrm>
            <a:off x="1999215" y="1689975"/>
            <a:ext cx="2379300" cy="42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8408" name="Google Shape;8408;p32"/>
          <p:cNvSpPr txBox="1">
            <a:spLocks noGrp="1"/>
          </p:cNvSpPr>
          <p:nvPr>
            <p:ph type="title" idx="6"/>
          </p:nvPr>
        </p:nvSpPr>
        <p:spPr>
          <a:xfrm>
            <a:off x="1999215" y="3010150"/>
            <a:ext cx="2379300" cy="42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Discussion</a:t>
            </a:r>
            <a:endParaRPr dirty="0"/>
          </a:p>
        </p:txBody>
      </p:sp>
      <p:sp>
        <p:nvSpPr>
          <p:cNvPr id="8409" name="Google Shape;8409;p32"/>
          <p:cNvSpPr txBox="1">
            <a:spLocks noGrp="1"/>
          </p:cNvSpPr>
          <p:nvPr>
            <p:ph type="subTitle" idx="8"/>
          </p:nvPr>
        </p:nvSpPr>
        <p:spPr>
          <a:xfrm>
            <a:off x="1999215" y="3262157"/>
            <a:ext cx="2379300"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Overview of results</a:t>
            </a:r>
            <a:endParaRPr dirty="0"/>
          </a:p>
        </p:txBody>
      </p:sp>
      <p:sp>
        <p:nvSpPr>
          <p:cNvPr id="8410" name="Google Shape;8410;p32"/>
          <p:cNvSpPr txBox="1">
            <a:spLocks noGrp="1"/>
          </p:cNvSpPr>
          <p:nvPr>
            <p:ph type="title" idx="9"/>
          </p:nvPr>
        </p:nvSpPr>
        <p:spPr>
          <a:xfrm>
            <a:off x="5707865" y="3010150"/>
            <a:ext cx="2379300" cy="42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Conclusion</a:t>
            </a:r>
            <a:endParaRPr dirty="0"/>
          </a:p>
        </p:txBody>
      </p:sp>
      <p:sp>
        <p:nvSpPr>
          <p:cNvPr id="8411" name="Google Shape;8411;p32"/>
          <p:cNvSpPr txBox="1">
            <a:spLocks noGrp="1"/>
          </p:cNvSpPr>
          <p:nvPr>
            <p:ph type="subTitle" idx="14"/>
          </p:nvPr>
        </p:nvSpPr>
        <p:spPr>
          <a:xfrm>
            <a:off x="5724514" y="3262157"/>
            <a:ext cx="2379300"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Future direction</a:t>
            </a:r>
            <a:endParaRPr dirty="0"/>
          </a:p>
        </p:txBody>
      </p:sp>
      <p:sp>
        <p:nvSpPr>
          <p:cNvPr id="8412" name="Google Shape;8412;p32"/>
          <p:cNvSpPr txBox="1">
            <a:spLocks noGrp="1"/>
          </p:cNvSpPr>
          <p:nvPr>
            <p:ph type="subTitle" idx="1"/>
          </p:nvPr>
        </p:nvSpPr>
        <p:spPr>
          <a:xfrm>
            <a:off x="2023655" y="1943670"/>
            <a:ext cx="2379300"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 motivation</a:t>
            </a:r>
            <a:endParaRPr dirty="0"/>
          </a:p>
        </p:txBody>
      </p:sp>
      <p:sp>
        <p:nvSpPr>
          <p:cNvPr id="8413" name="Google Shape;8413;p32"/>
          <p:cNvSpPr txBox="1">
            <a:spLocks noGrp="1"/>
          </p:cNvSpPr>
          <p:nvPr>
            <p:ph type="title" idx="3"/>
          </p:nvPr>
        </p:nvSpPr>
        <p:spPr>
          <a:xfrm>
            <a:off x="5707865" y="1689975"/>
            <a:ext cx="2379300" cy="42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Methodology</a:t>
            </a:r>
            <a:endParaRPr dirty="0"/>
          </a:p>
        </p:txBody>
      </p:sp>
      <p:sp>
        <p:nvSpPr>
          <p:cNvPr id="8414" name="Google Shape;8414;p32"/>
          <p:cNvSpPr txBox="1">
            <a:spLocks noGrp="1"/>
          </p:cNvSpPr>
          <p:nvPr>
            <p:ph type="subTitle" idx="5"/>
          </p:nvPr>
        </p:nvSpPr>
        <p:spPr>
          <a:xfrm>
            <a:off x="5707865" y="1956225"/>
            <a:ext cx="2379300" cy="54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Input for analysis</a:t>
            </a:r>
            <a:endParaRPr dirty="0"/>
          </a:p>
        </p:txBody>
      </p:sp>
      <p:sp>
        <p:nvSpPr>
          <p:cNvPr id="8415" name="Google Shape;8415;p32"/>
          <p:cNvSpPr txBox="1">
            <a:spLocks noGrp="1"/>
          </p:cNvSpPr>
          <p:nvPr>
            <p:ph type="title" idx="13"/>
          </p:nvPr>
        </p:nvSpPr>
        <p:spPr>
          <a:xfrm>
            <a:off x="4830640" y="3360625"/>
            <a:ext cx="7041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8416" name="Google Shape;8416;p32"/>
          <p:cNvSpPr txBox="1">
            <a:spLocks noGrp="1"/>
          </p:cNvSpPr>
          <p:nvPr>
            <p:ph type="title" idx="15"/>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8417" name="Google Shape;8417;p32"/>
          <p:cNvSpPr txBox="1">
            <a:spLocks noGrp="1"/>
          </p:cNvSpPr>
          <p:nvPr>
            <p:ph type="title" idx="4"/>
          </p:nvPr>
        </p:nvSpPr>
        <p:spPr>
          <a:xfrm>
            <a:off x="4830640" y="2040000"/>
            <a:ext cx="7041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418" name="Google Shape;8418;p32"/>
          <p:cNvSpPr txBox="1">
            <a:spLocks noGrp="1"/>
          </p:cNvSpPr>
          <p:nvPr>
            <p:ph type="title" idx="2"/>
          </p:nvPr>
        </p:nvSpPr>
        <p:spPr>
          <a:xfrm>
            <a:off x="1121990" y="2040000"/>
            <a:ext cx="7041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419" name="Google Shape;8419;p32"/>
          <p:cNvSpPr txBox="1">
            <a:spLocks noGrp="1"/>
          </p:cNvSpPr>
          <p:nvPr>
            <p:ph type="title" idx="7"/>
          </p:nvPr>
        </p:nvSpPr>
        <p:spPr>
          <a:xfrm>
            <a:off x="1121990" y="3360625"/>
            <a:ext cx="704100" cy="35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pic>
        <p:nvPicPr>
          <p:cNvPr id="1026" name="Picture 2" descr="Ohtani's meme face 😭">
            <a:extLst>
              <a:ext uri="{FF2B5EF4-FFF2-40B4-BE49-F238E27FC236}">
                <a16:creationId xmlns:a16="http://schemas.microsoft.com/office/drawing/2014/main" id="{883FE1AF-0BE6-97DD-CFB1-1E9D80A07D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9881" y="-38325"/>
            <a:ext cx="1995732" cy="16270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B520603-2001-E7E7-BAAB-826064D64804}"/>
              </a:ext>
            </a:extLst>
          </p:cNvPr>
          <p:cNvSpPr txBox="1"/>
          <p:nvPr/>
        </p:nvSpPr>
        <p:spPr>
          <a:xfrm>
            <a:off x="7148268" y="1516844"/>
            <a:ext cx="1995732" cy="107722"/>
          </a:xfrm>
          <a:prstGeom prst="rect">
            <a:avLst/>
          </a:prstGeom>
          <a:noFill/>
        </p:spPr>
        <p:txBody>
          <a:bodyPr wrap="square" rtlCol="0">
            <a:spAutoFit/>
          </a:bodyPr>
          <a:lstStyle/>
          <a:p>
            <a:r>
              <a:rPr lang="en-US" sz="100" dirty="0"/>
              <a:t>https://</a:t>
            </a:r>
            <a:r>
              <a:rPr lang="en-US" sz="100" dirty="0" err="1"/>
              <a:t>x.com</a:t>
            </a:r>
            <a:r>
              <a:rPr lang="en-US" sz="100" dirty="0"/>
              <a:t>/</a:t>
            </a:r>
            <a:r>
              <a:rPr lang="en-US" sz="100" dirty="0" err="1"/>
              <a:t>shoheisaveus</a:t>
            </a:r>
            <a:r>
              <a:rPr lang="en-US" sz="100" dirty="0"/>
              <a:t>/status/1640280171566764034</a:t>
            </a:r>
          </a:p>
        </p:txBody>
      </p:sp>
    </p:spTree>
    <p:custDataLst>
      <p:tags r:id="rId1"/>
    </p:custDataLst>
  </p:cSld>
  <p:clrMapOvr>
    <a:masterClrMapping/>
  </p:clrMapOvr>
  <p:transition spd="slow" advTm="14966">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10"/>
        <p:cNvGrpSpPr/>
        <p:nvPr/>
      </p:nvGrpSpPr>
      <p:grpSpPr>
        <a:xfrm>
          <a:off x="0" y="0"/>
          <a:ext cx="0" cy="0"/>
          <a:chOff x="0" y="0"/>
          <a:chExt cx="0" cy="0"/>
        </a:xfrm>
      </p:grpSpPr>
      <p:grpSp>
        <p:nvGrpSpPr>
          <p:cNvPr id="8611" name="Google Shape;8611;p34"/>
          <p:cNvGrpSpPr/>
          <p:nvPr/>
        </p:nvGrpSpPr>
        <p:grpSpPr>
          <a:xfrm>
            <a:off x="3730448" y="1013409"/>
            <a:ext cx="1683121" cy="1641308"/>
            <a:chOff x="225997" y="123301"/>
            <a:chExt cx="631802" cy="616130"/>
          </a:xfrm>
        </p:grpSpPr>
        <p:grpSp>
          <p:nvGrpSpPr>
            <p:cNvPr id="8612" name="Google Shape;8612;p34"/>
            <p:cNvGrpSpPr/>
            <p:nvPr/>
          </p:nvGrpSpPr>
          <p:grpSpPr>
            <a:xfrm rot="9089783">
              <a:off x="302065" y="211047"/>
              <a:ext cx="479665" cy="440638"/>
              <a:chOff x="-960976" y="1975682"/>
              <a:chExt cx="1155492" cy="1061477"/>
            </a:xfrm>
          </p:grpSpPr>
          <p:sp>
            <p:nvSpPr>
              <p:cNvPr id="8613" name="Google Shape;8613;p34"/>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34"/>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34"/>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34"/>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34"/>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34"/>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34"/>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34"/>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34"/>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34"/>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34"/>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34"/>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34"/>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34"/>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34"/>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34"/>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34"/>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0" name="Google Shape;8630;p34"/>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34"/>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34"/>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34"/>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34"/>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34"/>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34"/>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34"/>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34"/>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34"/>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34"/>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34"/>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34"/>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34"/>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34"/>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34"/>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34"/>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34"/>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34"/>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34"/>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0" name="Google Shape;8650;p34"/>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34"/>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34"/>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34"/>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34"/>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34"/>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6" name="Google Shape;8656;p34"/>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57" name="Google Shape;8657;p34"/>
            <p:cNvGrpSpPr/>
            <p:nvPr/>
          </p:nvGrpSpPr>
          <p:grpSpPr>
            <a:xfrm>
              <a:off x="357526" y="269347"/>
              <a:ext cx="326648" cy="309474"/>
              <a:chOff x="3550326" y="4310672"/>
              <a:chExt cx="393741" cy="373040"/>
            </a:xfrm>
          </p:grpSpPr>
          <p:sp>
            <p:nvSpPr>
              <p:cNvPr id="8658" name="Google Shape;8658;p34"/>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34"/>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34"/>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34"/>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34"/>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34"/>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34"/>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34"/>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34"/>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34"/>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34"/>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34"/>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34"/>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34"/>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34"/>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34"/>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34"/>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34"/>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34"/>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34"/>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34"/>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34"/>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34"/>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34"/>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34"/>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34"/>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34"/>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34"/>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34"/>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34"/>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34"/>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34"/>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34"/>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34"/>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34"/>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34"/>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34"/>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34"/>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34"/>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34"/>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34"/>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34"/>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34"/>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34"/>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34"/>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34"/>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4" name="Google Shape;8704;p34"/>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34"/>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34"/>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34"/>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34"/>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34"/>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34"/>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34"/>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34"/>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34"/>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34"/>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34"/>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34"/>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7" name="Google Shape;8717;p34"/>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34"/>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34"/>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34"/>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1" name="Google Shape;8721;p34"/>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34"/>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3" name="Google Shape;8723;p34"/>
          <p:cNvSpPr txBox="1">
            <a:spLocks noGrp="1"/>
          </p:cNvSpPr>
          <p:nvPr>
            <p:ph type="title"/>
          </p:nvPr>
        </p:nvSpPr>
        <p:spPr>
          <a:xfrm>
            <a:off x="2434050" y="2302238"/>
            <a:ext cx="4275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sp>
        <p:nvSpPr>
          <p:cNvPr id="8724" name="Google Shape;8724;p34"/>
          <p:cNvSpPr txBox="1">
            <a:spLocks noGrp="1"/>
          </p:cNvSpPr>
          <p:nvPr>
            <p:ph type="title" idx="2"/>
          </p:nvPr>
        </p:nvSpPr>
        <p:spPr>
          <a:xfrm>
            <a:off x="3946050" y="1413175"/>
            <a:ext cx="1251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transition spd="slow" advTm="2101">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31"/>
        <p:cNvGrpSpPr/>
        <p:nvPr/>
      </p:nvGrpSpPr>
      <p:grpSpPr>
        <a:xfrm>
          <a:off x="0" y="0"/>
          <a:ext cx="0" cy="0"/>
          <a:chOff x="0" y="0"/>
          <a:chExt cx="0" cy="0"/>
        </a:xfrm>
      </p:grpSpPr>
      <p:sp>
        <p:nvSpPr>
          <p:cNvPr id="8832" name="Google Shape;8832;p36"/>
          <p:cNvSpPr txBox="1">
            <a:spLocks noGrp="1"/>
          </p:cNvSpPr>
          <p:nvPr>
            <p:ph type="title"/>
          </p:nvPr>
        </p:nvSpPr>
        <p:spPr>
          <a:xfrm>
            <a:off x="721035" y="861387"/>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Baseball’s Business Background</a:t>
            </a:r>
            <a:endParaRPr dirty="0"/>
          </a:p>
        </p:txBody>
      </p:sp>
      <p:sp>
        <p:nvSpPr>
          <p:cNvPr id="8833" name="Google Shape;8833;p36"/>
          <p:cNvSpPr txBox="1">
            <a:spLocks noGrp="1"/>
          </p:cNvSpPr>
          <p:nvPr>
            <p:ph type="title" idx="2"/>
          </p:nvPr>
        </p:nvSpPr>
        <p:spPr>
          <a:xfrm>
            <a:off x="684228" y="2686222"/>
            <a:ext cx="2579043"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Revenue vs. Win Maximization</a:t>
            </a:r>
            <a:endParaRPr sz="1800" dirty="0"/>
          </a:p>
        </p:txBody>
      </p:sp>
      <p:sp>
        <p:nvSpPr>
          <p:cNvPr id="8835" name="Google Shape;8835;p36"/>
          <p:cNvSpPr txBox="1">
            <a:spLocks noGrp="1"/>
          </p:cNvSpPr>
          <p:nvPr>
            <p:ph type="title" idx="3"/>
          </p:nvPr>
        </p:nvSpPr>
        <p:spPr>
          <a:xfrm>
            <a:off x="3450413" y="2709943"/>
            <a:ext cx="22161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t>Uneven Revenue Distribution</a:t>
            </a:r>
            <a:endParaRPr sz="1800" dirty="0"/>
          </a:p>
        </p:txBody>
      </p:sp>
      <p:sp>
        <p:nvSpPr>
          <p:cNvPr id="8837" name="Google Shape;8837;p36"/>
          <p:cNvSpPr txBox="1">
            <a:spLocks noGrp="1"/>
          </p:cNvSpPr>
          <p:nvPr>
            <p:ph type="title" idx="5"/>
          </p:nvPr>
        </p:nvSpPr>
        <p:spPr>
          <a:xfrm>
            <a:off x="6000008" y="2686222"/>
            <a:ext cx="22161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t>All-Star Prevalence</a:t>
            </a:r>
            <a:endParaRPr sz="1800" dirty="0"/>
          </a:p>
        </p:txBody>
      </p:sp>
      <p:grpSp>
        <p:nvGrpSpPr>
          <p:cNvPr id="8839" name="Google Shape;8839;p36"/>
          <p:cNvGrpSpPr/>
          <p:nvPr/>
        </p:nvGrpSpPr>
        <p:grpSpPr>
          <a:xfrm>
            <a:off x="1565257" y="1783830"/>
            <a:ext cx="855402" cy="855402"/>
            <a:chOff x="1203200" y="3328675"/>
            <a:chExt cx="650100" cy="650100"/>
          </a:xfrm>
        </p:grpSpPr>
        <p:sp>
          <p:nvSpPr>
            <p:cNvPr id="8840" name="Google Shape;8840;p36"/>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1" name="Google Shape;8841;p36"/>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2" name="Google Shape;8842;p36"/>
            <p:cNvSpPr/>
            <p:nvPr/>
          </p:nvSpPr>
          <p:spPr>
            <a:xfrm>
              <a:off x="1330430" y="3349507"/>
              <a:ext cx="518270" cy="296436"/>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3" name="Google Shape;8843;p36"/>
          <p:cNvGrpSpPr/>
          <p:nvPr/>
        </p:nvGrpSpPr>
        <p:grpSpPr>
          <a:xfrm>
            <a:off x="4125589" y="1783285"/>
            <a:ext cx="855402" cy="855402"/>
            <a:chOff x="1203200" y="3328675"/>
            <a:chExt cx="650100" cy="650100"/>
          </a:xfrm>
        </p:grpSpPr>
        <p:sp>
          <p:nvSpPr>
            <p:cNvPr id="8844" name="Google Shape;8844;p36"/>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5" name="Google Shape;8845;p36"/>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7" name="Google Shape;8847;p36"/>
          <p:cNvGrpSpPr/>
          <p:nvPr/>
        </p:nvGrpSpPr>
        <p:grpSpPr>
          <a:xfrm>
            <a:off x="6723357" y="1783830"/>
            <a:ext cx="855402" cy="855402"/>
            <a:chOff x="1203200" y="3328675"/>
            <a:chExt cx="650100" cy="650100"/>
          </a:xfrm>
        </p:grpSpPr>
        <p:sp>
          <p:nvSpPr>
            <p:cNvPr id="8848" name="Google Shape;8848;p36"/>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9" name="Google Shape;8849;p36"/>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36"/>
            <p:cNvSpPr/>
            <p:nvPr/>
          </p:nvSpPr>
          <p:spPr>
            <a:xfrm>
              <a:off x="1330430" y="3349507"/>
              <a:ext cx="518270" cy="296436"/>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1" name="Google Shape;8881;p36"/>
          <p:cNvGrpSpPr/>
          <p:nvPr/>
        </p:nvGrpSpPr>
        <p:grpSpPr>
          <a:xfrm>
            <a:off x="6940331" y="1948545"/>
            <a:ext cx="421436" cy="526009"/>
            <a:chOff x="1074050" y="1660475"/>
            <a:chExt cx="298425" cy="372475"/>
          </a:xfrm>
        </p:grpSpPr>
        <p:sp>
          <p:nvSpPr>
            <p:cNvPr id="8882" name="Google Shape;8882;p36"/>
            <p:cNvSpPr/>
            <p:nvPr/>
          </p:nvSpPr>
          <p:spPr>
            <a:xfrm>
              <a:off x="1124000" y="1889300"/>
              <a:ext cx="198525" cy="82550"/>
            </a:xfrm>
            <a:custGeom>
              <a:avLst/>
              <a:gdLst/>
              <a:ahLst/>
              <a:cxnLst/>
              <a:rect l="l" t="t" r="r" b="b"/>
              <a:pathLst>
                <a:path w="7941" h="3302" extrusionOk="0">
                  <a:moveTo>
                    <a:pt x="3979" y="1"/>
                  </a:moveTo>
                  <a:cubicBezTo>
                    <a:pt x="2338" y="1"/>
                    <a:pt x="893" y="268"/>
                    <a:pt x="0" y="679"/>
                  </a:cubicBezTo>
                  <a:lnTo>
                    <a:pt x="286" y="2249"/>
                  </a:lnTo>
                  <a:lnTo>
                    <a:pt x="1535" y="3070"/>
                  </a:lnTo>
                  <a:cubicBezTo>
                    <a:pt x="2249" y="3212"/>
                    <a:pt x="3087" y="3301"/>
                    <a:pt x="3979" y="3301"/>
                  </a:cubicBezTo>
                  <a:cubicBezTo>
                    <a:pt x="4854" y="3301"/>
                    <a:pt x="5692" y="3212"/>
                    <a:pt x="6406" y="3070"/>
                  </a:cubicBezTo>
                  <a:lnTo>
                    <a:pt x="7655" y="2249"/>
                  </a:lnTo>
                  <a:lnTo>
                    <a:pt x="7940" y="679"/>
                  </a:lnTo>
                  <a:cubicBezTo>
                    <a:pt x="7048" y="268"/>
                    <a:pt x="5603" y="1"/>
                    <a:pt x="39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3" name="Google Shape;8883;p36"/>
            <p:cNvSpPr/>
            <p:nvPr/>
          </p:nvSpPr>
          <p:spPr>
            <a:xfrm>
              <a:off x="1118200" y="1666275"/>
              <a:ext cx="210125" cy="107550"/>
            </a:xfrm>
            <a:custGeom>
              <a:avLst/>
              <a:gdLst/>
              <a:ahLst/>
              <a:cxnLst/>
              <a:rect l="l" t="t" r="r" b="b"/>
              <a:pathLst>
                <a:path w="8405" h="4302" extrusionOk="0">
                  <a:moveTo>
                    <a:pt x="4211" y="0"/>
                  </a:moveTo>
                  <a:cubicBezTo>
                    <a:pt x="2891" y="0"/>
                    <a:pt x="1696" y="553"/>
                    <a:pt x="786" y="1446"/>
                  </a:cubicBezTo>
                  <a:cubicBezTo>
                    <a:pt x="768" y="1481"/>
                    <a:pt x="1" y="2766"/>
                    <a:pt x="786" y="3569"/>
                  </a:cubicBezTo>
                  <a:cubicBezTo>
                    <a:pt x="1482" y="4251"/>
                    <a:pt x="3466" y="4302"/>
                    <a:pt x="4048" y="4302"/>
                  </a:cubicBezTo>
                  <a:cubicBezTo>
                    <a:pt x="4152" y="4302"/>
                    <a:pt x="4211" y="4300"/>
                    <a:pt x="4211" y="4300"/>
                  </a:cubicBezTo>
                  <a:cubicBezTo>
                    <a:pt x="4211" y="4300"/>
                    <a:pt x="4271" y="4302"/>
                    <a:pt x="4374" y="4302"/>
                  </a:cubicBezTo>
                  <a:cubicBezTo>
                    <a:pt x="4957" y="4302"/>
                    <a:pt x="6938" y="4251"/>
                    <a:pt x="7619" y="3569"/>
                  </a:cubicBezTo>
                  <a:cubicBezTo>
                    <a:pt x="8404" y="2766"/>
                    <a:pt x="7637" y="1481"/>
                    <a:pt x="7619" y="1446"/>
                  </a:cubicBezTo>
                  <a:cubicBezTo>
                    <a:pt x="6709" y="553"/>
                    <a:pt x="5514" y="0"/>
                    <a:pt x="42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4" name="Google Shape;8884;p36"/>
            <p:cNvSpPr/>
            <p:nvPr/>
          </p:nvSpPr>
          <p:spPr>
            <a:xfrm>
              <a:off x="1074050" y="1660475"/>
              <a:ext cx="298425" cy="372475"/>
            </a:xfrm>
            <a:custGeom>
              <a:avLst/>
              <a:gdLst/>
              <a:ahLst/>
              <a:cxnLst/>
              <a:rect l="l" t="t" r="r" b="b"/>
              <a:pathLst>
                <a:path w="11937" h="14899" extrusionOk="0">
                  <a:moveTo>
                    <a:pt x="5977" y="446"/>
                  </a:moveTo>
                  <a:cubicBezTo>
                    <a:pt x="6263" y="446"/>
                    <a:pt x="6548" y="482"/>
                    <a:pt x="6834" y="536"/>
                  </a:cubicBezTo>
                  <a:lnTo>
                    <a:pt x="6834" y="2320"/>
                  </a:lnTo>
                  <a:lnTo>
                    <a:pt x="5085" y="2320"/>
                  </a:lnTo>
                  <a:lnTo>
                    <a:pt x="5085" y="536"/>
                  </a:lnTo>
                  <a:cubicBezTo>
                    <a:pt x="5371" y="482"/>
                    <a:pt x="5674" y="446"/>
                    <a:pt x="5977" y="446"/>
                  </a:cubicBezTo>
                  <a:close/>
                  <a:moveTo>
                    <a:pt x="4639" y="643"/>
                  </a:moveTo>
                  <a:lnTo>
                    <a:pt x="4639" y="2320"/>
                  </a:lnTo>
                  <a:lnTo>
                    <a:pt x="2748" y="2320"/>
                  </a:lnTo>
                  <a:cubicBezTo>
                    <a:pt x="2694" y="2320"/>
                    <a:pt x="2623" y="2356"/>
                    <a:pt x="2587" y="2409"/>
                  </a:cubicBezTo>
                  <a:cubicBezTo>
                    <a:pt x="2534" y="2463"/>
                    <a:pt x="2498" y="2516"/>
                    <a:pt x="2462" y="2570"/>
                  </a:cubicBezTo>
                  <a:cubicBezTo>
                    <a:pt x="2462" y="2552"/>
                    <a:pt x="2462" y="2516"/>
                    <a:pt x="2462" y="2498"/>
                  </a:cubicBezTo>
                  <a:cubicBezTo>
                    <a:pt x="2552" y="2177"/>
                    <a:pt x="2694" y="1892"/>
                    <a:pt x="2730" y="1820"/>
                  </a:cubicBezTo>
                  <a:cubicBezTo>
                    <a:pt x="2801" y="1749"/>
                    <a:pt x="2873" y="1678"/>
                    <a:pt x="2944" y="1624"/>
                  </a:cubicBezTo>
                  <a:cubicBezTo>
                    <a:pt x="3462" y="1160"/>
                    <a:pt x="4033" y="839"/>
                    <a:pt x="4639" y="643"/>
                  </a:cubicBezTo>
                  <a:close/>
                  <a:moveTo>
                    <a:pt x="7262" y="643"/>
                  </a:moveTo>
                  <a:cubicBezTo>
                    <a:pt x="7887" y="839"/>
                    <a:pt x="8475" y="1160"/>
                    <a:pt x="8993" y="1624"/>
                  </a:cubicBezTo>
                  <a:cubicBezTo>
                    <a:pt x="9064" y="1678"/>
                    <a:pt x="9136" y="1749"/>
                    <a:pt x="9207" y="1820"/>
                  </a:cubicBezTo>
                  <a:cubicBezTo>
                    <a:pt x="9243" y="1892"/>
                    <a:pt x="9385" y="2177"/>
                    <a:pt x="9475" y="2498"/>
                  </a:cubicBezTo>
                  <a:cubicBezTo>
                    <a:pt x="9475" y="2516"/>
                    <a:pt x="9475" y="2552"/>
                    <a:pt x="9475" y="2570"/>
                  </a:cubicBezTo>
                  <a:cubicBezTo>
                    <a:pt x="9439" y="2516"/>
                    <a:pt x="9403" y="2463"/>
                    <a:pt x="9350" y="2409"/>
                  </a:cubicBezTo>
                  <a:cubicBezTo>
                    <a:pt x="9314" y="2356"/>
                    <a:pt x="9243" y="2320"/>
                    <a:pt x="9189" y="2320"/>
                  </a:cubicBezTo>
                  <a:lnTo>
                    <a:pt x="7262" y="2320"/>
                  </a:lnTo>
                  <a:lnTo>
                    <a:pt x="7262" y="643"/>
                  </a:lnTo>
                  <a:close/>
                  <a:moveTo>
                    <a:pt x="4532" y="2766"/>
                  </a:moveTo>
                  <a:lnTo>
                    <a:pt x="3943" y="4140"/>
                  </a:lnTo>
                  <a:cubicBezTo>
                    <a:pt x="3426" y="4051"/>
                    <a:pt x="2962" y="3890"/>
                    <a:pt x="2712" y="3640"/>
                  </a:cubicBezTo>
                  <a:cubicBezTo>
                    <a:pt x="2623" y="3533"/>
                    <a:pt x="2534" y="3426"/>
                    <a:pt x="2498" y="3301"/>
                  </a:cubicBezTo>
                  <a:cubicBezTo>
                    <a:pt x="2605" y="3105"/>
                    <a:pt x="2730" y="2927"/>
                    <a:pt x="2855" y="2766"/>
                  </a:cubicBezTo>
                  <a:close/>
                  <a:moveTo>
                    <a:pt x="9082" y="2766"/>
                  </a:moveTo>
                  <a:cubicBezTo>
                    <a:pt x="9207" y="2927"/>
                    <a:pt x="9332" y="3105"/>
                    <a:pt x="9439" y="3301"/>
                  </a:cubicBezTo>
                  <a:cubicBezTo>
                    <a:pt x="9403" y="3426"/>
                    <a:pt x="9314" y="3533"/>
                    <a:pt x="9225" y="3640"/>
                  </a:cubicBezTo>
                  <a:cubicBezTo>
                    <a:pt x="8975" y="3890"/>
                    <a:pt x="8493" y="4051"/>
                    <a:pt x="7958" y="4158"/>
                  </a:cubicBezTo>
                  <a:lnTo>
                    <a:pt x="7387" y="2766"/>
                  </a:lnTo>
                  <a:close/>
                  <a:moveTo>
                    <a:pt x="1981" y="2766"/>
                  </a:moveTo>
                  <a:lnTo>
                    <a:pt x="1981" y="2766"/>
                  </a:lnTo>
                  <a:cubicBezTo>
                    <a:pt x="1963" y="2927"/>
                    <a:pt x="1981" y="3087"/>
                    <a:pt x="2016" y="3248"/>
                  </a:cubicBezTo>
                  <a:cubicBezTo>
                    <a:pt x="1838" y="3587"/>
                    <a:pt x="1695" y="3944"/>
                    <a:pt x="1588" y="4318"/>
                  </a:cubicBezTo>
                  <a:lnTo>
                    <a:pt x="1320" y="4318"/>
                  </a:lnTo>
                  <a:cubicBezTo>
                    <a:pt x="1463" y="3765"/>
                    <a:pt x="1695" y="3248"/>
                    <a:pt x="1981" y="2766"/>
                  </a:cubicBezTo>
                  <a:close/>
                  <a:moveTo>
                    <a:pt x="2248" y="3765"/>
                  </a:moveTo>
                  <a:cubicBezTo>
                    <a:pt x="2302" y="3836"/>
                    <a:pt x="2338" y="3890"/>
                    <a:pt x="2409" y="3961"/>
                  </a:cubicBezTo>
                  <a:cubicBezTo>
                    <a:pt x="2552" y="4104"/>
                    <a:pt x="2748" y="4211"/>
                    <a:pt x="2962" y="4318"/>
                  </a:cubicBezTo>
                  <a:lnTo>
                    <a:pt x="2052" y="4318"/>
                  </a:lnTo>
                  <a:cubicBezTo>
                    <a:pt x="2106" y="4122"/>
                    <a:pt x="2177" y="3944"/>
                    <a:pt x="2248" y="3765"/>
                  </a:cubicBezTo>
                  <a:close/>
                  <a:moveTo>
                    <a:pt x="6905" y="2766"/>
                  </a:moveTo>
                  <a:lnTo>
                    <a:pt x="7512" y="4229"/>
                  </a:lnTo>
                  <a:cubicBezTo>
                    <a:pt x="7101" y="4283"/>
                    <a:pt x="6673" y="4300"/>
                    <a:pt x="6352" y="4318"/>
                  </a:cubicBezTo>
                  <a:lnTo>
                    <a:pt x="5585" y="4318"/>
                  </a:lnTo>
                  <a:cubicBezTo>
                    <a:pt x="5246" y="4300"/>
                    <a:pt x="4818" y="4283"/>
                    <a:pt x="4389" y="4229"/>
                  </a:cubicBezTo>
                  <a:lnTo>
                    <a:pt x="5014" y="2766"/>
                  </a:lnTo>
                  <a:close/>
                  <a:moveTo>
                    <a:pt x="9689" y="3765"/>
                  </a:moveTo>
                  <a:cubicBezTo>
                    <a:pt x="9760" y="3944"/>
                    <a:pt x="9831" y="4122"/>
                    <a:pt x="9903" y="4318"/>
                  </a:cubicBezTo>
                  <a:lnTo>
                    <a:pt x="8975" y="4318"/>
                  </a:lnTo>
                  <a:cubicBezTo>
                    <a:pt x="9207" y="4211"/>
                    <a:pt x="9385" y="4104"/>
                    <a:pt x="9528" y="3961"/>
                  </a:cubicBezTo>
                  <a:cubicBezTo>
                    <a:pt x="9599" y="3890"/>
                    <a:pt x="9653" y="3836"/>
                    <a:pt x="9689" y="3765"/>
                  </a:cubicBezTo>
                  <a:close/>
                  <a:moveTo>
                    <a:pt x="9956" y="2766"/>
                  </a:moveTo>
                  <a:lnTo>
                    <a:pt x="9956" y="2766"/>
                  </a:lnTo>
                  <a:cubicBezTo>
                    <a:pt x="10242" y="3248"/>
                    <a:pt x="10474" y="3765"/>
                    <a:pt x="10616" y="4318"/>
                  </a:cubicBezTo>
                  <a:lnTo>
                    <a:pt x="10349" y="4318"/>
                  </a:lnTo>
                  <a:cubicBezTo>
                    <a:pt x="10242" y="3944"/>
                    <a:pt x="10099" y="3587"/>
                    <a:pt x="9921" y="3248"/>
                  </a:cubicBezTo>
                  <a:cubicBezTo>
                    <a:pt x="9956" y="3087"/>
                    <a:pt x="9974" y="2927"/>
                    <a:pt x="9956" y="2766"/>
                  </a:cubicBezTo>
                  <a:close/>
                  <a:moveTo>
                    <a:pt x="821" y="4836"/>
                  </a:moveTo>
                  <a:lnTo>
                    <a:pt x="839" y="6763"/>
                  </a:lnTo>
                  <a:lnTo>
                    <a:pt x="464" y="6459"/>
                  </a:lnTo>
                  <a:lnTo>
                    <a:pt x="446" y="4943"/>
                  </a:lnTo>
                  <a:lnTo>
                    <a:pt x="821" y="4836"/>
                  </a:lnTo>
                  <a:close/>
                  <a:moveTo>
                    <a:pt x="11116" y="4836"/>
                  </a:moveTo>
                  <a:lnTo>
                    <a:pt x="11491" y="4943"/>
                  </a:lnTo>
                  <a:lnTo>
                    <a:pt x="11473" y="6459"/>
                  </a:lnTo>
                  <a:lnTo>
                    <a:pt x="11098" y="6763"/>
                  </a:lnTo>
                  <a:lnTo>
                    <a:pt x="11116" y="4836"/>
                  </a:lnTo>
                  <a:close/>
                  <a:moveTo>
                    <a:pt x="1481" y="4746"/>
                  </a:moveTo>
                  <a:cubicBezTo>
                    <a:pt x="1410" y="5103"/>
                    <a:pt x="1374" y="5460"/>
                    <a:pt x="1374" y="5835"/>
                  </a:cubicBezTo>
                  <a:cubicBezTo>
                    <a:pt x="1374" y="6227"/>
                    <a:pt x="1410" y="6638"/>
                    <a:pt x="1499" y="7012"/>
                  </a:cubicBezTo>
                  <a:lnTo>
                    <a:pt x="1285" y="7012"/>
                  </a:lnTo>
                  <a:lnTo>
                    <a:pt x="1267" y="4746"/>
                  </a:lnTo>
                  <a:close/>
                  <a:moveTo>
                    <a:pt x="10010" y="4746"/>
                  </a:moveTo>
                  <a:cubicBezTo>
                    <a:pt x="10081" y="5103"/>
                    <a:pt x="10117" y="5460"/>
                    <a:pt x="10117" y="5835"/>
                  </a:cubicBezTo>
                  <a:cubicBezTo>
                    <a:pt x="10117" y="6227"/>
                    <a:pt x="10081" y="6638"/>
                    <a:pt x="9992" y="7012"/>
                  </a:cubicBezTo>
                  <a:lnTo>
                    <a:pt x="1945" y="7012"/>
                  </a:lnTo>
                  <a:cubicBezTo>
                    <a:pt x="1856" y="6638"/>
                    <a:pt x="1820" y="6227"/>
                    <a:pt x="1820" y="5835"/>
                  </a:cubicBezTo>
                  <a:cubicBezTo>
                    <a:pt x="1820" y="5460"/>
                    <a:pt x="1856" y="5103"/>
                    <a:pt x="1927" y="4746"/>
                  </a:cubicBezTo>
                  <a:lnTo>
                    <a:pt x="5621" y="4746"/>
                  </a:lnTo>
                  <a:cubicBezTo>
                    <a:pt x="5692" y="4764"/>
                    <a:pt x="5745" y="4764"/>
                    <a:pt x="5799" y="4764"/>
                  </a:cubicBezTo>
                  <a:cubicBezTo>
                    <a:pt x="5888" y="4764"/>
                    <a:pt x="5942" y="4764"/>
                    <a:pt x="5977" y="4746"/>
                  </a:cubicBezTo>
                  <a:cubicBezTo>
                    <a:pt x="5995" y="4764"/>
                    <a:pt x="6049" y="4764"/>
                    <a:pt x="6138" y="4764"/>
                  </a:cubicBezTo>
                  <a:cubicBezTo>
                    <a:pt x="6192" y="4764"/>
                    <a:pt x="6245" y="4764"/>
                    <a:pt x="6316" y="4746"/>
                  </a:cubicBezTo>
                  <a:close/>
                  <a:moveTo>
                    <a:pt x="10670" y="4746"/>
                  </a:moveTo>
                  <a:lnTo>
                    <a:pt x="10652" y="7012"/>
                  </a:lnTo>
                  <a:lnTo>
                    <a:pt x="10438" y="7012"/>
                  </a:lnTo>
                  <a:cubicBezTo>
                    <a:pt x="10527" y="6638"/>
                    <a:pt x="10563" y="6227"/>
                    <a:pt x="10563" y="5835"/>
                  </a:cubicBezTo>
                  <a:cubicBezTo>
                    <a:pt x="10563" y="5460"/>
                    <a:pt x="10527" y="5103"/>
                    <a:pt x="10456" y="4746"/>
                  </a:cubicBezTo>
                  <a:close/>
                  <a:moveTo>
                    <a:pt x="607" y="7155"/>
                  </a:moveTo>
                  <a:lnTo>
                    <a:pt x="874" y="7369"/>
                  </a:lnTo>
                  <a:lnTo>
                    <a:pt x="1374" y="8529"/>
                  </a:lnTo>
                  <a:lnTo>
                    <a:pt x="821" y="8154"/>
                  </a:lnTo>
                  <a:lnTo>
                    <a:pt x="607" y="7155"/>
                  </a:lnTo>
                  <a:close/>
                  <a:moveTo>
                    <a:pt x="11330" y="7155"/>
                  </a:moveTo>
                  <a:lnTo>
                    <a:pt x="11116" y="8154"/>
                  </a:lnTo>
                  <a:lnTo>
                    <a:pt x="10563" y="8529"/>
                  </a:lnTo>
                  <a:lnTo>
                    <a:pt x="11063" y="7369"/>
                  </a:lnTo>
                  <a:lnTo>
                    <a:pt x="11330" y="7155"/>
                  </a:lnTo>
                  <a:close/>
                  <a:moveTo>
                    <a:pt x="4229" y="7459"/>
                  </a:moveTo>
                  <a:cubicBezTo>
                    <a:pt x="4140" y="7673"/>
                    <a:pt x="3997" y="7994"/>
                    <a:pt x="3872" y="8369"/>
                  </a:cubicBezTo>
                  <a:cubicBezTo>
                    <a:pt x="3783" y="8583"/>
                    <a:pt x="3729" y="8797"/>
                    <a:pt x="3658" y="9011"/>
                  </a:cubicBezTo>
                  <a:lnTo>
                    <a:pt x="2944" y="9011"/>
                  </a:lnTo>
                  <a:cubicBezTo>
                    <a:pt x="2569" y="8547"/>
                    <a:pt x="2266" y="8030"/>
                    <a:pt x="2070" y="7459"/>
                  </a:cubicBezTo>
                  <a:close/>
                  <a:moveTo>
                    <a:pt x="5745" y="7459"/>
                  </a:moveTo>
                  <a:lnTo>
                    <a:pt x="5745" y="9011"/>
                  </a:lnTo>
                  <a:lnTo>
                    <a:pt x="4122" y="9011"/>
                  </a:lnTo>
                  <a:cubicBezTo>
                    <a:pt x="4336" y="8315"/>
                    <a:pt x="4604" y="7708"/>
                    <a:pt x="4728" y="7459"/>
                  </a:cubicBezTo>
                  <a:close/>
                  <a:moveTo>
                    <a:pt x="7209" y="7459"/>
                  </a:moveTo>
                  <a:cubicBezTo>
                    <a:pt x="7333" y="7708"/>
                    <a:pt x="7601" y="8315"/>
                    <a:pt x="7815" y="9011"/>
                  </a:cubicBezTo>
                  <a:lnTo>
                    <a:pt x="6192" y="9011"/>
                  </a:lnTo>
                  <a:lnTo>
                    <a:pt x="6192" y="7459"/>
                  </a:lnTo>
                  <a:close/>
                  <a:moveTo>
                    <a:pt x="9867" y="7459"/>
                  </a:moveTo>
                  <a:cubicBezTo>
                    <a:pt x="9671" y="8030"/>
                    <a:pt x="9368" y="8547"/>
                    <a:pt x="8993" y="9011"/>
                  </a:cubicBezTo>
                  <a:lnTo>
                    <a:pt x="8279" y="9011"/>
                  </a:lnTo>
                  <a:cubicBezTo>
                    <a:pt x="8083" y="8369"/>
                    <a:pt x="7851" y="7798"/>
                    <a:pt x="7708" y="7459"/>
                  </a:cubicBezTo>
                  <a:close/>
                  <a:moveTo>
                    <a:pt x="1606" y="7459"/>
                  </a:moveTo>
                  <a:cubicBezTo>
                    <a:pt x="1838" y="8172"/>
                    <a:pt x="2195" y="8815"/>
                    <a:pt x="2677" y="9368"/>
                  </a:cubicBezTo>
                  <a:cubicBezTo>
                    <a:pt x="2730" y="9421"/>
                    <a:pt x="2784" y="9439"/>
                    <a:pt x="2855" y="9439"/>
                  </a:cubicBezTo>
                  <a:lnTo>
                    <a:pt x="3533" y="9439"/>
                  </a:lnTo>
                  <a:cubicBezTo>
                    <a:pt x="3408" y="9939"/>
                    <a:pt x="3355" y="10385"/>
                    <a:pt x="3355" y="10777"/>
                  </a:cubicBezTo>
                  <a:lnTo>
                    <a:pt x="3355" y="11848"/>
                  </a:lnTo>
                  <a:lnTo>
                    <a:pt x="2480" y="11277"/>
                  </a:lnTo>
                  <a:lnTo>
                    <a:pt x="2106" y="9100"/>
                  </a:lnTo>
                  <a:lnTo>
                    <a:pt x="2088" y="9100"/>
                  </a:lnTo>
                  <a:cubicBezTo>
                    <a:pt x="2088" y="9082"/>
                    <a:pt x="2088" y="9082"/>
                    <a:pt x="2088" y="9082"/>
                  </a:cubicBezTo>
                  <a:cubicBezTo>
                    <a:pt x="2088" y="9064"/>
                    <a:pt x="2088" y="9064"/>
                    <a:pt x="2088" y="9064"/>
                  </a:cubicBezTo>
                  <a:lnTo>
                    <a:pt x="1392" y="7459"/>
                  </a:lnTo>
                  <a:close/>
                  <a:moveTo>
                    <a:pt x="10545" y="7459"/>
                  </a:moveTo>
                  <a:lnTo>
                    <a:pt x="9849" y="9064"/>
                  </a:lnTo>
                  <a:cubicBezTo>
                    <a:pt x="9849" y="9082"/>
                    <a:pt x="9849" y="9082"/>
                    <a:pt x="9849" y="9082"/>
                  </a:cubicBezTo>
                  <a:cubicBezTo>
                    <a:pt x="9849" y="9082"/>
                    <a:pt x="9849" y="9082"/>
                    <a:pt x="9849" y="9100"/>
                  </a:cubicBezTo>
                  <a:lnTo>
                    <a:pt x="9831" y="9100"/>
                  </a:lnTo>
                  <a:lnTo>
                    <a:pt x="9457" y="11277"/>
                  </a:lnTo>
                  <a:lnTo>
                    <a:pt x="8582" y="11848"/>
                  </a:lnTo>
                  <a:lnTo>
                    <a:pt x="8582" y="10777"/>
                  </a:lnTo>
                  <a:cubicBezTo>
                    <a:pt x="8582" y="10349"/>
                    <a:pt x="8511" y="9885"/>
                    <a:pt x="8404" y="9439"/>
                  </a:cubicBezTo>
                  <a:lnTo>
                    <a:pt x="9082" y="9439"/>
                  </a:lnTo>
                  <a:cubicBezTo>
                    <a:pt x="9153" y="9439"/>
                    <a:pt x="9207" y="9421"/>
                    <a:pt x="9260" y="9368"/>
                  </a:cubicBezTo>
                  <a:cubicBezTo>
                    <a:pt x="9742" y="8815"/>
                    <a:pt x="10099" y="8172"/>
                    <a:pt x="10331" y="7459"/>
                  </a:cubicBezTo>
                  <a:close/>
                  <a:moveTo>
                    <a:pt x="5745" y="9439"/>
                  </a:moveTo>
                  <a:lnTo>
                    <a:pt x="5745" y="12223"/>
                  </a:lnTo>
                  <a:lnTo>
                    <a:pt x="3801" y="12062"/>
                  </a:lnTo>
                  <a:lnTo>
                    <a:pt x="3801" y="10777"/>
                  </a:lnTo>
                  <a:cubicBezTo>
                    <a:pt x="3801" y="10367"/>
                    <a:pt x="3872" y="9903"/>
                    <a:pt x="3997" y="9439"/>
                  </a:cubicBezTo>
                  <a:close/>
                  <a:moveTo>
                    <a:pt x="7940" y="9439"/>
                  </a:moveTo>
                  <a:cubicBezTo>
                    <a:pt x="8065" y="9903"/>
                    <a:pt x="8136" y="10367"/>
                    <a:pt x="8136" y="10777"/>
                  </a:cubicBezTo>
                  <a:lnTo>
                    <a:pt x="8136" y="12062"/>
                  </a:lnTo>
                  <a:lnTo>
                    <a:pt x="6192" y="12223"/>
                  </a:lnTo>
                  <a:lnTo>
                    <a:pt x="6192" y="9439"/>
                  </a:lnTo>
                  <a:close/>
                  <a:moveTo>
                    <a:pt x="3926" y="12508"/>
                  </a:moveTo>
                  <a:lnTo>
                    <a:pt x="5745" y="12669"/>
                  </a:lnTo>
                  <a:lnTo>
                    <a:pt x="5745" y="14364"/>
                  </a:lnTo>
                  <a:lnTo>
                    <a:pt x="4514" y="13918"/>
                  </a:lnTo>
                  <a:lnTo>
                    <a:pt x="3926" y="12508"/>
                  </a:lnTo>
                  <a:close/>
                  <a:moveTo>
                    <a:pt x="8011" y="12508"/>
                  </a:moveTo>
                  <a:lnTo>
                    <a:pt x="7423" y="13918"/>
                  </a:lnTo>
                  <a:lnTo>
                    <a:pt x="6192" y="14364"/>
                  </a:lnTo>
                  <a:lnTo>
                    <a:pt x="6192" y="12669"/>
                  </a:lnTo>
                  <a:lnTo>
                    <a:pt x="8011" y="12508"/>
                  </a:lnTo>
                  <a:close/>
                  <a:moveTo>
                    <a:pt x="5977" y="0"/>
                  </a:moveTo>
                  <a:cubicBezTo>
                    <a:pt x="5585" y="0"/>
                    <a:pt x="5210" y="54"/>
                    <a:pt x="4835" y="143"/>
                  </a:cubicBezTo>
                  <a:cubicBezTo>
                    <a:pt x="4818" y="143"/>
                    <a:pt x="4800" y="143"/>
                    <a:pt x="4782" y="161"/>
                  </a:cubicBezTo>
                  <a:cubicBezTo>
                    <a:pt x="4015" y="357"/>
                    <a:pt x="3283" y="732"/>
                    <a:pt x="2659" y="1285"/>
                  </a:cubicBezTo>
                  <a:cubicBezTo>
                    <a:pt x="2569" y="1356"/>
                    <a:pt x="2480" y="1446"/>
                    <a:pt x="2409" y="1535"/>
                  </a:cubicBezTo>
                  <a:lnTo>
                    <a:pt x="2391" y="1535"/>
                  </a:lnTo>
                  <a:cubicBezTo>
                    <a:pt x="1642" y="2284"/>
                    <a:pt x="1106" y="3283"/>
                    <a:pt x="857" y="4354"/>
                  </a:cubicBezTo>
                  <a:lnTo>
                    <a:pt x="161" y="4550"/>
                  </a:lnTo>
                  <a:cubicBezTo>
                    <a:pt x="54" y="4586"/>
                    <a:pt x="0" y="4675"/>
                    <a:pt x="0" y="4782"/>
                  </a:cubicBezTo>
                  <a:lnTo>
                    <a:pt x="18" y="6566"/>
                  </a:lnTo>
                  <a:cubicBezTo>
                    <a:pt x="18" y="6584"/>
                    <a:pt x="18" y="6584"/>
                    <a:pt x="18" y="6602"/>
                  </a:cubicBezTo>
                  <a:lnTo>
                    <a:pt x="36" y="6602"/>
                  </a:lnTo>
                  <a:cubicBezTo>
                    <a:pt x="36" y="6602"/>
                    <a:pt x="36" y="6620"/>
                    <a:pt x="36" y="6620"/>
                  </a:cubicBezTo>
                  <a:lnTo>
                    <a:pt x="411" y="8333"/>
                  </a:lnTo>
                  <a:cubicBezTo>
                    <a:pt x="428" y="8386"/>
                    <a:pt x="464" y="8422"/>
                    <a:pt x="500" y="8458"/>
                  </a:cubicBezTo>
                  <a:lnTo>
                    <a:pt x="1677" y="9278"/>
                  </a:lnTo>
                  <a:lnTo>
                    <a:pt x="2070" y="11437"/>
                  </a:lnTo>
                  <a:cubicBezTo>
                    <a:pt x="2070" y="11509"/>
                    <a:pt x="2106" y="11562"/>
                    <a:pt x="2159" y="11598"/>
                  </a:cubicBezTo>
                  <a:lnTo>
                    <a:pt x="3408" y="12419"/>
                  </a:lnTo>
                  <a:lnTo>
                    <a:pt x="4140" y="14185"/>
                  </a:lnTo>
                  <a:cubicBezTo>
                    <a:pt x="4157" y="14239"/>
                    <a:pt x="4211" y="14274"/>
                    <a:pt x="4265" y="14292"/>
                  </a:cubicBezTo>
                  <a:lnTo>
                    <a:pt x="5888" y="14881"/>
                  </a:lnTo>
                  <a:cubicBezTo>
                    <a:pt x="5888" y="14899"/>
                    <a:pt x="5888" y="14899"/>
                    <a:pt x="5888" y="14899"/>
                  </a:cubicBezTo>
                  <a:lnTo>
                    <a:pt x="6049" y="14899"/>
                  </a:lnTo>
                  <a:cubicBezTo>
                    <a:pt x="6049" y="14899"/>
                    <a:pt x="6049" y="14899"/>
                    <a:pt x="6049" y="14881"/>
                  </a:cubicBezTo>
                  <a:lnTo>
                    <a:pt x="7672" y="14292"/>
                  </a:lnTo>
                  <a:cubicBezTo>
                    <a:pt x="7726" y="14274"/>
                    <a:pt x="7780" y="14239"/>
                    <a:pt x="7797" y="14185"/>
                  </a:cubicBezTo>
                  <a:lnTo>
                    <a:pt x="8529" y="12419"/>
                  </a:lnTo>
                  <a:lnTo>
                    <a:pt x="9778" y="11598"/>
                  </a:lnTo>
                  <a:cubicBezTo>
                    <a:pt x="9831" y="11562"/>
                    <a:pt x="9867" y="11509"/>
                    <a:pt x="9867" y="11437"/>
                  </a:cubicBezTo>
                  <a:lnTo>
                    <a:pt x="10260" y="9278"/>
                  </a:lnTo>
                  <a:lnTo>
                    <a:pt x="11437" y="8458"/>
                  </a:lnTo>
                  <a:cubicBezTo>
                    <a:pt x="11473" y="8422"/>
                    <a:pt x="11509" y="8386"/>
                    <a:pt x="11526" y="8333"/>
                  </a:cubicBezTo>
                  <a:lnTo>
                    <a:pt x="11901" y="6620"/>
                  </a:lnTo>
                  <a:cubicBezTo>
                    <a:pt x="11901" y="6620"/>
                    <a:pt x="11901" y="6602"/>
                    <a:pt x="11919" y="6602"/>
                  </a:cubicBezTo>
                  <a:cubicBezTo>
                    <a:pt x="11919" y="6584"/>
                    <a:pt x="11919" y="6584"/>
                    <a:pt x="11919" y="6566"/>
                  </a:cubicBezTo>
                  <a:lnTo>
                    <a:pt x="11937" y="4764"/>
                  </a:lnTo>
                  <a:cubicBezTo>
                    <a:pt x="11937" y="4675"/>
                    <a:pt x="11883" y="4586"/>
                    <a:pt x="11776" y="4550"/>
                  </a:cubicBezTo>
                  <a:lnTo>
                    <a:pt x="11080" y="4354"/>
                  </a:lnTo>
                  <a:cubicBezTo>
                    <a:pt x="10831" y="3283"/>
                    <a:pt x="10295" y="2284"/>
                    <a:pt x="9546" y="1535"/>
                  </a:cubicBezTo>
                  <a:cubicBezTo>
                    <a:pt x="9546" y="1535"/>
                    <a:pt x="9528" y="1535"/>
                    <a:pt x="9528" y="1517"/>
                  </a:cubicBezTo>
                  <a:cubicBezTo>
                    <a:pt x="9457" y="1446"/>
                    <a:pt x="9368" y="1356"/>
                    <a:pt x="9278" y="1285"/>
                  </a:cubicBezTo>
                  <a:cubicBezTo>
                    <a:pt x="8350" y="464"/>
                    <a:pt x="7173" y="0"/>
                    <a:pt x="59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20304;p71">
            <a:extLst>
              <a:ext uri="{FF2B5EF4-FFF2-40B4-BE49-F238E27FC236}">
                <a16:creationId xmlns:a16="http://schemas.microsoft.com/office/drawing/2014/main" id="{59F47D42-CF90-67F8-1A47-4A133FADFFC3}"/>
              </a:ext>
            </a:extLst>
          </p:cNvPr>
          <p:cNvGrpSpPr/>
          <p:nvPr/>
        </p:nvGrpSpPr>
        <p:grpSpPr>
          <a:xfrm>
            <a:off x="1782233" y="1980739"/>
            <a:ext cx="420475" cy="383055"/>
            <a:chOff x="1277409" y="1961347"/>
            <a:chExt cx="420475" cy="383055"/>
          </a:xfrm>
        </p:grpSpPr>
        <p:sp>
          <p:nvSpPr>
            <p:cNvPr id="3" name="Google Shape;20305;p71">
              <a:extLst>
                <a:ext uri="{FF2B5EF4-FFF2-40B4-BE49-F238E27FC236}">
                  <a16:creationId xmlns:a16="http://schemas.microsoft.com/office/drawing/2014/main" id="{03F705E8-8909-F66F-2348-4ED90DCBB477}"/>
                </a:ext>
              </a:extLst>
            </p:cNvPr>
            <p:cNvSpPr/>
            <p:nvPr/>
          </p:nvSpPr>
          <p:spPr>
            <a:xfrm>
              <a:off x="1293244" y="2187288"/>
              <a:ext cx="108848" cy="47531"/>
            </a:xfrm>
            <a:custGeom>
              <a:avLst/>
              <a:gdLst/>
              <a:ahLst/>
              <a:cxnLst/>
              <a:rect l="l" t="t" r="r" b="b"/>
              <a:pathLst>
                <a:path w="4145" h="1810" extrusionOk="0">
                  <a:moveTo>
                    <a:pt x="1" y="1"/>
                  </a:moveTo>
                  <a:cubicBezTo>
                    <a:pt x="144" y="1034"/>
                    <a:pt x="1025" y="1809"/>
                    <a:pt x="2077" y="1809"/>
                  </a:cubicBezTo>
                  <a:cubicBezTo>
                    <a:pt x="3120" y="1809"/>
                    <a:pt x="4011" y="1034"/>
                    <a:pt x="4145" y="1"/>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0306;p71">
              <a:extLst>
                <a:ext uri="{FF2B5EF4-FFF2-40B4-BE49-F238E27FC236}">
                  <a16:creationId xmlns:a16="http://schemas.microsoft.com/office/drawing/2014/main" id="{398202B9-B4A8-0960-42EB-E1C2A70CF1F9}"/>
                </a:ext>
              </a:extLst>
            </p:cNvPr>
            <p:cNvSpPr/>
            <p:nvPr/>
          </p:nvSpPr>
          <p:spPr>
            <a:xfrm>
              <a:off x="1349650" y="2040049"/>
              <a:ext cx="63129" cy="140832"/>
            </a:xfrm>
            <a:custGeom>
              <a:avLst/>
              <a:gdLst/>
              <a:ahLst/>
              <a:cxnLst/>
              <a:rect l="l" t="t" r="r" b="b"/>
              <a:pathLst>
                <a:path w="2404" h="5363" extrusionOk="0">
                  <a:moveTo>
                    <a:pt x="307" y="1"/>
                  </a:moveTo>
                  <a:cubicBezTo>
                    <a:pt x="156" y="1"/>
                    <a:pt x="1" y="138"/>
                    <a:pt x="73" y="325"/>
                  </a:cubicBezTo>
                  <a:lnTo>
                    <a:pt x="1882" y="5206"/>
                  </a:lnTo>
                  <a:cubicBezTo>
                    <a:pt x="1921" y="5315"/>
                    <a:pt x="2008" y="5362"/>
                    <a:pt x="2097" y="5362"/>
                  </a:cubicBezTo>
                  <a:cubicBezTo>
                    <a:pt x="2248" y="5362"/>
                    <a:pt x="2404" y="5226"/>
                    <a:pt x="2331" y="5033"/>
                  </a:cubicBezTo>
                  <a:lnTo>
                    <a:pt x="523" y="162"/>
                  </a:lnTo>
                  <a:cubicBezTo>
                    <a:pt x="484" y="49"/>
                    <a:pt x="396" y="1"/>
                    <a:pt x="307" y="1"/>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0307;p71">
              <a:extLst>
                <a:ext uri="{FF2B5EF4-FFF2-40B4-BE49-F238E27FC236}">
                  <a16:creationId xmlns:a16="http://schemas.microsoft.com/office/drawing/2014/main" id="{681C19D8-B45C-7A3C-FAFC-F41B4070A278}"/>
                </a:ext>
              </a:extLst>
            </p:cNvPr>
            <p:cNvSpPr/>
            <p:nvPr/>
          </p:nvSpPr>
          <p:spPr>
            <a:xfrm>
              <a:off x="1562907" y="2041493"/>
              <a:ext cx="62499" cy="139441"/>
            </a:xfrm>
            <a:custGeom>
              <a:avLst/>
              <a:gdLst/>
              <a:ahLst/>
              <a:cxnLst/>
              <a:rect l="l" t="t" r="r" b="b"/>
              <a:pathLst>
                <a:path w="2380" h="5310" extrusionOk="0">
                  <a:moveTo>
                    <a:pt x="2073" y="1"/>
                  </a:moveTo>
                  <a:cubicBezTo>
                    <a:pt x="1986" y="1"/>
                    <a:pt x="1899" y="47"/>
                    <a:pt x="1857" y="155"/>
                  </a:cubicBezTo>
                  <a:lnTo>
                    <a:pt x="48" y="4978"/>
                  </a:lnTo>
                  <a:cubicBezTo>
                    <a:pt x="1" y="5103"/>
                    <a:pt x="68" y="5246"/>
                    <a:pt x="192" y="5294"/>
                  </a:cubicBezTo>
                  <a:cubicBezTo>
                    <a:pt x="219" y="5305"/>
                    <a:pt x="248" y="5310"/>
                    <a:pt x="276" y="5310"/>
                  </a:cubicBezTo>
                  <a:cubicBezTo>
                    <a:pt x="375" y="5310"/>
                    <a:pt x="468" y="5248"/>
                    <a:pt x="498" y="5151"/>
                  </a:cubicBezTo>
                  <a:lnTo>
                    <a:pt x="2307" y="327"/>
                  </a:lnTo>
                  <a:cubicBezTo>
                    <a:pt x="2380" y="139"/>
                    <a:pt x="2225" y="1"/>
                    <a:pt x="2073" y="1"/>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0308;p71">
              <a:extLst>
                <a:ext uri="{FF2B5EF4-FFF2-40B4-BE49-F238E27FC236}">
                  <a16:creationId xmlns:a16="http://schemas.microsoft.com/office/drawing/2014/main" id="{623DE19B-1A05-0354-FDBE-1EC6576F7A49}"/>
                </a:ext>
              </a:extLst>
            </p:cNvPr>
            <p:cNvSpPr/>
            <p:nvPr/>
          </p:nvSpPr>
          <p:spPr>
            <a:xfrm>
              <a:off x="1624330" y="2041493"/>
              <a:ext cx="62919" cy="139309"/>
            </a:xfrm>
            <a:custGeom>
              <a:avLst/>
              <a:gdLst/>
              <a:ahLst/>
              <a:cxnLst/>
              <a:rect l="l" t="t" r="r" b="b"/>
              <a:pathLst>
                <a:path w="2396" h="5305" extrusionOk="0">
                  <a:moveTo>
                    <a:pt x="307" y="1"/>
                  </a:moveTo>
                  <a:cubicBezTo>
                    <a:pt x="155" y="1"/>
                    <a:pt x="0" y="139"/>
                    <a:pt x="73" y="327"/>
                  </a:cubicBezTo>
                  <a:lnTo>
                    <a:pt x="1872" y="5151"/>
                  </a:lnTo>
                  <a:cubicBezTo>
                    <a:pt x="1914" y="5259"/>
                    <a:pt x="2001" y="5305"/>
                    <a:pt x="2089" y="5305"/>
                  </a:cubicBezTo>
                  <a:cubicBezTo>
                    <a:pt x="2241" y="5305"/>
                    <a:pt x="2395" y="5167"/>
                    <a:pt x="2322" y="4978"/>
                  </a:cubicBezTo>
                  <a:lnTo>
                    <a:pt x="523" y="155"/>
                  </a:lnTo>
                  <a:cubicBezTo>
                    <a:pt x="481" y="47"/>
                    <a:pt x="394" y="1"/>
                    <a:pt x="307" y="1"/>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0309;p71">
              <a:extLst>
                <a:ext uri="{FF2B5EF4-FFF2-40B4-BE49-F238E27FC236}">
                  <a16:creationId xmlns:a16="http://schemas.microsoft.com/office/drawing/2014/main" id="{CA643210-9E1F-F999-6991-F1593187F4E9}"/>
                </a:ext>
              </a:extLst>
            </p:cNvPr>
            <p:cNvSpPr/>
            <p:nvPr/>
          </p:nvSpPr>
          <p:spPr>
            <a:xfrm>
              <a:off x="1351725" y="2013106"/>
              <a:ext cx="129357" cy="40257"/>
            </a:xfrm>
            <a:custGeom>
              <a:avLst/>
              <a:gdLst/>
              <a:ahLst/>
              <a:cxnLst/>
              <a:rect l="l" t="t" r="r" b="b"/>
              <a:pathLst>
                <a:path w="4926" h="1533" extrusionOk="0">
                  <a:moveTo>
                    <a:pt x="4587" y="0"/>
                  </a:moveTo>
                  <a:cubicBezTo>
                    <a:pt x="4563" y="0"/>
                    <a:pt x="4538" y="4"/>
                    <a:pt x="4511" y="11"/>
                  </a:cubicBezTo>
                  <a:cubicBezTo>
                    <a:pt x="1334" y="882"/>
                    <a:pt x="1114" y="968"/>
                    <a:pt x="310" y="1045"/>
                  </a:cubicBezTo>
                  <a:cubicBezTo>
                    <a:pt x="0" y="1063"/>
                    <a:pt x="12" y="1524"/>
                    <a:pt x="320" y="1524"/>
                  </a:cubicBezTo>
                  <a:cubicBezTo>
                    <a:pt x="326" y="1524"/>
                    <a:pt x="332" y="1524"/>
                    <a:pt x="338" y="1523"/>
                  </a:cubicBezTo>
                  <a:lnTo>
                    <a:pt x="358" y="1533"/>
                  </a:lnTo>
                  <a:cubicBezTo>
                    <a:pt x="1200" y="1447"/>
                    <a:pt x="1439" y="1351"/>
                    <a:pt x="4645" y="470"/>
                  </a:cubicBezTo>
                  <a:cubicBezTo>
                    <a:pt x="4925" y="392"/>
                    <a:pt x="4845" y="0"/>
                    <a:pt x="4587" y="0"/>
                  </a:cubicBez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0310;p71">
              <a:extLst>
                <a:ext uri="{FF2B5EF4-FFF2-40B4-BE49-F238E27FC236}">
                  <a16:creationId xmlns:a16="http://schemas.microsoft.com/office/drawing/2014/main" id="{42D8464E-6A7E-98D9-30FF-8723C7F8E057}"/>
                </a:ext>
              </a:extLst>
            </p:cNvPr>
            <p:cNvSpPr/>
            <p:nvPr/>
          </p:nvSpPr>
          <p:spPr>
            <a:xfrm>
              <a:off x="1491191" y="2012344"/>
              <a:ext cx="133900" cy="41281"/>
            </a:xfrm>
            <a:custGeom>
              <a:avLst/>
              <a:gdLst/>
              <a:ahLst/>
              <a:cxnLst/>
              <a:rect l="l" t="t" r="r" b="b"/>
              <a:pathLst>
                <a:path w="5099" h="1572" extrusionOk="0">
                  <a:moveTo>
                    <a:pt x="341" y="1"/>
                  </a:moveTo>
                  <a:cubicBezTo>
                    <a:pt x="82" y="1"/>
                    <a:pt x="1" y="401"/>
                    <a:pt x="282" y="480"/>
                  </a:cubicBezTo>
                  <a:cubicBezTo>
                    <a:pt x="3631" y="1389"/>
                    <a:pt x="3861" y="1495"/>
                    <a:pt x="4741" y="1571"/>
                  </a:cubicBezTo>
                  <a:lnTo>
                    <a:pt x="4760" y="1571"/>
                  </a:lnTo>
                  <a:lnTo>
                    <a:pt x="4760" y="1562"/>
                  </a:lnTo>
                  <a:cubicBezTo>
                    <a:pt x="4767" y="1562"/>
                    <a:pt x="4773" y="1562"/>
                    <a:pt x="4779" y="1562"/>
                  </a:cubicBezTo>
                  <a:cubicBezTo>
                    <a:pt x="5077" y="1562"/>
                    <a:pt x="5099" y="1102"/>
                    <a:pt x="4780" y="1083"/>
                  </a:cubicBezTo>
                  <a:cubicBezTo>
                    <a:pt x="3957" y="1016"/>
                    <a:pt x="3765" y="930"/>
                    <a:pt x="415" y="11"/>
                  </a:cubicBezTo>
                  <a:cubicBezTo>
                    <a:pt x="389" y="4"/>
                    <a:pt x="364" y="1"/>
                    <a:pt x="341" y="1"/>
                  </a:cubicBez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0311;p71">
              <a:extLst>
                <a:ext uri="{FF2B5EF4-FFF2-40B4-BE49-F238E27FC236}">
                  <a16:creationId xmlns:a16="http://schemas.microsoft.com/office/drawing/2014/main" id="{6EB8F387-E8D8-103F-CD9F-8FF7C65492B2}"/>
                </a:ext>
              </a:extLst>
            </p:cNvPr>
            <p:cNvSpPr/>
            <p:nvPr/>
          </p:nvSpPr>
          <p:spPr>
            <a:xfrm>
              <a:off x="1474700" y="1961347"/>
              <a:ext cx="25157" cy="32195"/>
            </a:xfrm>
            <a:custGeom>
              <a:avLst/>
              <a:gdLst/>
              <a:ahLst/>
              <a:cxnLst/>
              <a:rect l="l" t="t" r="r" b="b"/>
              <a:pathLst>
                <a:path w="958" h="1226" extrusionOk="0">
                  <a:moveTo>
                    <a:pt x="335" y="1"/>
                  </a:moveTo>
                  <a:cubicBezTo>
                    <a:pt x="153" y="1"/>
                    <a:pt x="0" y="154"/>
                    <a:pt x="0" y="336"/>
                  </a:cubicBezTo>
                  <a:lnTo>
                    <a:pt x="0" y="1226"/>
                  </a:lnTo>
                  <a:cubicBezTo>
                    <a:pt x="144" y="1149"/>
                    <a:pt x="307" y="1102"/>
                    <a:pt x="479" y="1102"/>
                  </a:cubicBezTo>
                  <a:cubicBezTo>
                    <a:pt x="642" y="1102"/>
                    <a:pt x="804" y="1140"/>
                    <a:pt x="957" y="1226"/>
                  </a:cubicBezTo>
                  <a:lnTo>
                    <a:pt x="957" y="336"/>
                  </a:lnTo>
                  <a:cubicBezTo>
                    <a:pt x="957" y="154"/>
                    <a:pt x="804" y="1"/>
                    <a:pt x="622"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0312;p71">
              <a:extLst>
                <a:ext uri="{FF2B5EF4-FFF2-40B4-BE49-F238E27FC236}">
                  <a16:creationId xmlns:a16="http://schemas.microsoft.com/office/drawing/2014/main" id="{F7171208-4FF5-5A09-D214-FF0AE11391AB}"/>
                </a:ext>
              </a:extLst>
            </p:cNvPr>
            <p:cNvSpPr/>
            <p:nvPr/>
          </p:nvSpPr>
          <p:spPr>
            <a:xfrm>
              <a:off x="1474700" y="2036503"/>
              <a:ext cx="24894" cy="259633"/>
            </a:xfrm>
            <a:custGeom>
              <a:avLst/>
              <a:gdLst/>
              <a:ahLst/>
              <a:cxnLst/>
              <a:rect l="l" t="t" r="r" b="b"/>
              <a:pathLst>
                <a:path w="948" h="9887" extrusionOk="0">
                  <a:moveTo>
                    <a:pt x="0" y="0"/>
                  </a:moveTo>
                  <a:lnTo>
                    <a:pt x="0" y="9887"/>
                  </a:lnTo>
                  <a:lnTo>
                    <a:pt x="948" y="9887"/>
                  </a:lnTo>
                  <a:lnTo>
                    <a:pt x="948" y="0"/>
                  </a:lnTo>
                  <a:cubicBezTo>
                    <a:pt x="799" y="82"/>
                    <a:pt x="637" y="123"/>
                    <a:pt x="474" y="123"/>
                  </a:cubicBezTo>
                  <a:cubicBezTo>
                    <a:pt x="311" y="123"/>
                    <a:pt x="149" y="82"/>
                    <a:pt x="0"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0313;p71">
              <a:extLst>
                <a:ext uri="{FF2B5EF4-FFF2-40B4-BE49-F238E27FC236}">
                  <a16:creationId xmlns:a16="http://schemas.microsoft.com/office/drawing/2014/main" id="{2010D4D2-C6A3-4C40-26C2-99216E62CA10}"/>
                </a:ext>
              </a:extLst>
            </p:cNvPr>
            <p:cNvSpPr/>
            <p:nvPr/>
          </p:nvSpPr>
          <p:spPr>
            <a:xfrm>
              <a:off x="1474700" y="1961347"/>
              <a:ext cx="20877" cy="32195"/>
            </a:xfrm>
            <a:custGeom>
              <a:avLst/>
              <a:gdLst/>
              <a:ahLst/>
              <a:cxnLst/>
              <a:rect l="l" t="t" r="r" b="b"/>
              <a:pathLst>
                <a:path w="795" h="1226" extrusionOk="0">
                  <a:moveTo>
                    <a:pt x="326" y="1"/>
                  </a:moveTo>
                  <a:cubicBezTo>
                    <a:pt x="144" y="1"/>
                    <a:pt x="0" y="154"/>
                    <a:pt x="0" y="336"/>
                  </a:cubicBezTo>
                  <a:lnTo>
                    <a:pt x="0" y="1226"/>
                  </a:lnTo>
                  <a:cubicBezTo>
                    <a:pt x="144" y="1140"/>
                    <a:pt x="309" y="1097"/>
                    <a:pt x="475" y="1097"/>
                  </a:cubicBezTo>
                  <a:cubicBezTo>
                    <a:pt x="531" y="1097"/>
                    <a:pt x="587" y="1102"/>
                    <a:pt x="642" y="1111"/>
                  </a:cubicBezTo>
                  <a:lnTo>
                    <a:pt x="642" y="326"/>
                  </a:lnTo>
                  <a:cubicBezTo>
                    <a:pt x="642" y="221"/>
                    <a:pt x="699" y="116"/>
                    <a:pt x="795" y="58"/>
                  </a:cubicBezTo>
                  <a:cubicBezTo>
                    <a:pt x="737" y="20"/>
                    <a:pt x="680" y="1"/>
                    <a:pt x="622"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314;p71">
              <a:extLst>
                <a:ext uri="{FF2B5EF4-FFF2-40B4-BE49-F238E27FC236}">
                  <a16:creationId xmlns:a16="http://schemas.microsoft.com/office/drawing/2014/main" id="{E989B16A-57E6-AE26-3A86-8FCD89E0F67F}"/>
                </a:ext>
              </a:extLst>
            </p:cNvPr>
            <p:cNvSpPr/>
            <p:nvPr/>
          </p:nvSpPr>
          <p:spPr>
            <a:xfrm>
              <a:off x="1474700" y="2036503"/>
              <a:ext cx="16596" cy="259633"/>
            </a:xfrm>
            <a:custGeom>
              <a:avLst/>
              <a:gdLst/>
              <a:ahLst/>
              <a:cxnLst/>
              <a:rect l="l" t="t" r="r" b="b"/>
              <a:pathLst>
                <a:path w="632" h="9887" extrusionOk="0">
                  <a:moveTo>
                    <a:pt x="0" y="0"/>
                  </a:moveTo>
                  <a:lnTo>
                    <a:pt x="0" y="9887"/>
                  </a:lnTo>
                  <a:lnTo>
                    <a:pt x="632" y="9887"/>
                  </a:lnTo>
                  <a:lnTo>
                    <a:pt x="632" y="115"/>
                  </a:lnTo>
                  <a:cubicBezTo>
                    <a:pt x="584" y="115"/>
                    <a:pt x="527" y="125"/>
                    <a:pt x="479" y="125"/>
                  </a:cubicBezTo>
                  <a:cubicBezTo>
                    <a:pt x="307" y="125"/>
                    <a:pt x="144" y="77"/>
                    <a:pt x="0"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315;p71">
              <a:extLst>
                <a:ext uri="{FF2B5EF4-FFF2-40B4-BE49-F238E27FC236}">
                  <a16:creationId xmlns:a16="http://schemas.microsoft.com/office/drawing/2014/main" id="{2F323F84-6F18-DED6-1AD6-04B27234312C}"/>
                </a:ext>
              </a:extLst>
            </p:cNvPr>
            <p:cNvSpPr/>
            <p:nvPr/>
          </p:nvSpPr>
          <p:spPr>
            <a:xfrm>
              <a:off x="1551852" y="2161921"/>
              <a:ext cx="145796" cy="25393"/>
            </a:xfrm>
            <a:custGeom>
              <a:avLst/>
              <a:gdLst/>
              <a:ahLst/>
              <a:cxnLst/>
              <a:rect l="l" t="t" r="r" b="b"/>
              <a:pathLst>
                <a:path w="5552" h="967" extrusionOk="0">
                  <a:moveTo>
                    <a:pt x="412" y="0"/>
                  </a:moveTo>
                  <a:cubicBezTo>
                    <a:pt x="182" y="0"/>
                    <a:pt x="0" y="182"/>
                    <a:pt x="0" y="402"/>
                  </a:cubicBezTo>
                  <a:lnTo>
                    <a:pt x="0" y="565"/>
                  </a:lnTo>
                  <a:cubicBezTo>
                    <a:pt x="0" y="785"/>
                    <a:pt x="182" y="967"/>
                    <a:pt x="412" y="967"/>
                  </a:cubicBezTo>
                  <a:lnTo>
                    <a:pt x="5149" y="967"/>
                  </a:lnTo>
                  <a:cubicBezTo>
                    <a:pt x="5369" y="967"/>
                    <a:pt x="5551" y="785"/>
                    <a:pt x="5551" y="565"/>
                  </a:cubicBezTo>
                  <a:lnTo>
                    <a:pt x="5551" y="402"/>
                  </a:lnTo>
                  <a:cubicBezTo>
                    <a:pt x="5551" y="182"/>
                    <a:pt x="5369" y="0"/>
                    <a:pt x="5149" y="0"/>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316;p71">
              <a:extLst>
                <a:ext uri="{FF2B5EF4-FFF2-40B4-BE49-F238E27FC236}">
                  <a16:creationId xmlns:a16="http://schemas.microsoft.com/office/drawing/2014/main" id="{66D54188-4C8C-F18D-098F-F3C7F83C21A0}"/>
                </a:ext>
              </a:extLst>
            </p:cNvPr>
            <p:cNvSpPr/>
            <p:nvPr/>
          </p:nvSpPr>
          <p:spPr>
            <a:xfrm>
              <a:off x="1551852" y="2166175"/>
              <a:ext cx="146032" cy="21139"/>
            </a:xfrm>
            <a:custGeom>
              <a:avLst/>
              <a:gdLst/>
              <a:ahLst/>
              <a:cxnLst/>
              <a:rect l="l" t="t" r="r" b="b"/>
              <a:pathLst>
                <a:path w="5561" h="805" extrusionOk="0">
                  <a:moveTo>
                    <a:pt x="87" y="1"/>
                  </a:moveTo>
                  <a:cubicBezTo>
                    <a:pt x="29" y="68"/>
                    <a:pt x="0" y="154"/>
                    <a:pt x="0" y="240"/>
                  </a:cubicBezTo>
                  <a:lnTo>
                    <a:pt x="0" y="393"/>
                  </a:lnTo>
                  <a:cubicBezTo>
                    <a:pt x="0" y="623"/>
                    <a:pt x="182" y="805"/>
                    <a:pt x="412" y="805"/>
                  </a:cubicBezTo>
                  <a:lnTo>
                    <a:pt x="5149" y="805"/>
                  </a:lnTo>
                  <a:cubicBezTo>
                    <a:pt x="5379" y="805"/>
                    <a:pt x="5561" y="623"/>
                    <a:pt x="5561" y="393"/>
                  </a:cubicBezTo>
                  <a:lnTo>
                    <a:pt x="5561" y="240"/>
                  </a:lnTo>
                  <a:cubicBezTo>
                    <a:pt x="5561" y="154"/>
                    <a:pt x="5532" y="68"/>
                    <a:pt x="5475" y="1"/>
                  </a:cubicBezTo>
                  <a:cubicBezTo>
                    <a:pt x="5398" y="96"/>
                    <a:pt x="5283" y="163"/>
                    <a:pt x="5149" y="163"/>
                  </a:cubicBezTo>
                  <a:lnTo>
                    <a:pt x="412" y="163"/>
                  </a:lnTo>
                  <a:cubicBezTo>
                    <a:pt x="278" y="163"/>
                    <a:pt x="163" y="96"/>
                    <a:pt x="87" y="1"/>
                  </a:cubicBezTo>
                  <a:close/>
                </a:path>
              </a:pathLst>
            </a:custGeom>
            <a:solidFill>
              <a:srgbClr val="98A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0317;p71">
              <a:extLst>
                <a:ext uri="{FF2B5EF4-FFF2-40B4-BE49-F238E27FC236}">
                  <a16:creationId xmlns:a16="http://schemas.microsoft.com/office/drawing/2014/main" id="{024BAC94-5BB2-99BB-8741-EF9933723FFA}"/>
                </a:ext>
              </a:extLst>
            </p:cNvPr>
            <p:cNvSpPr/>
            <p:nvPr/>
          </p:nvSpPr>
          <p:spPr>
            <a:xfrm>
              <a:off x="1572965" y="2187288"/>
              <a:ext cx="108848" cy="47531"/>
            </a:xfrm>
            <a:custGeom>
              <a:avLst/>
              <a:gdLst/>
              <a:ahLst/>
              <a:cxnLst/>
              <a:rect l="l" t="t" r="r" b="b"/>
              <a:pathLst>
                <a:path w="4145" h="1810" extrusionOk="0">
                  <a:moveTo>
                    <a:pt x="0" y="1"/>
                  </a:moveTo>
                  <a:cubicBezTo>
                    <a:pt x="144" y="1034"/>
                    <a:pt x="1024" y="1809"/>
                    <a:pt x="2077" y="1809"/>
                  </a:cubicBezTo>
                  <a:cubicBezTo>
                    <a:pt x="3120" y="1809"/>
                    <a:pt x="4010" y="1034"/>
                    <a:pt x="4144" y="1"/>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318;p71">
              <a:extLst>
                <a:ext uri="{FF2B5EF4-FFF2-40B4-BE49-F238E27FC236}">
                  <a16:creationId xmlns:a16="http://schemas.microsoft.com/office/drawing/2014/main" id="{B2D10531-0490-A216-19EA-1E0B3D734156}"/>
                </a:ext>
              </a:extLst>
            </p:cNvPr>
            <p:cNvSpPr/>
            <p:nvPr/>
          </p:nvSpPr>
          <p:spPr>
            <a:xfrm>
              <a:off x="1293244" y="2187288"/>
              <a:ext cx="67121" cy="47531"/>
            </a:xfrm>
            <a:custGeom>
              <a:avLst/>
              <a:gdLst/>
              <a:ahLst/>
              <a:cxnLst/>
              <a:rect l="l" t="t" r="r" b="b"/>
              <a:pathLst>
                <a:path w="2556" h="1810" extrusionOk="0">
                  <a:moveTo>
                    <a:pt x="1" y="1"/>
                  </a:moveTo>
                  <a:cubicBezTo>
                    <a:pt x="149" y="1059"/>
                    <a:pt x="1048" y="1810"/>
                    <a:pt x="2067" y="1810"/>
                  </a:cubicBezTo>
                  <a:cubicBezTo>
                    <a:pt x="2228" y="1810"/>
                    <a:pt x="2392" y="1791"/>
                    <a:pt x="2556" y="1752"/>
                  </a:cubicBezTo>
                  <a:cubicBezTo>
                    <a:pt x="1714" y="1551"/>
                    <a:pt x="1082" y="862"/>
                    <a:pt x="967"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319;p71">
              <a:extLst>
                <a:ext uri="{FF2B5EF4-FFF2-40B4-BE49-F238E27FC236}">
                  <a16:creationId xmlns:a16="http://schemas.microsoft.com/office/drawing/2014/main" id="{7EEDA1A6-1BDD-C2C7-336B-997C9BA0DEA3}"/>
                </a:ext>
              </a:extLst>
            </p:cNvPr>
            <p:cNvSpPr/>
            <p:nvPr/>
          </p:nvSpPr>
          <p:spPr>
            <a:xfrm>
              <a:off x="1572965" y="2187288"/>
              <a:ext cx="67121" cy="47531"/>
            </a:xfrm>
            <a:custGeom>
              <a:avLst/>
              <a:gdLst/>
              <a:ahLst/>
              <a:cxnLst/>
              <a:rect l="l" t="t" r="r" b="b"/>
              <a:pathLst>
                <a:path w="2556" h="1810" extrusionOk="0">
                  <a:moveTo>
                    <a:pt x="0" y="1"/>
                  </a:moveTo>
                  <a:cubicBezTo>
                    <a:pt x="141" y="1059"/>
                    <a:pt x="1045" y="1810"/>
                    <a:pt x="2066" y="1810"/>
                  </a:cubicBezTo>
                  <a:cubicBezTo>
                    <a:pt x="2227" y="1810"/>
                    <a:pt x="2391" y="1791"/>
                    <a:pt x="2556" y="1752"/>
                  </a:cubicBezTo>
                  <a:cubicBezTo>
                    <a:pt x="1713" y="1551"/>
                    <a:pt x="1082" y="862"/>
                    <a:pt x="967"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320;p71">
              <a:extLst>
                <a:ext uri="{FF2B5EF4-FFF2-40B4-BE49-F238E27FC236}">
                  <a16:creationId xmlns:a16="http://schemas.microsoft.com/office/drawing/2014/main" id="{E1E7D448-4579-D2BB-24F3-B7456D3E4791}"/>
                </a:ext>
              </a:extLst>
            </p:cNvPr>
            <p:cNvSpPr/>
            <p:nvPr/>
          </p:nvSpPr>
          <p:spPr>
            <a:xfrm>
              <a:off x="1333211" y="2029466"/>
              <a:ext cx="34191" cy="33954"/>
            </a:xfrm>
            <a:custGeom>
              <a:avLst/>
              <a:gdLst/>
              <a:ahLst/>
              <a:cxnLst/>
              <a:rect l="l" t="t" r="r" b="b"/>
              <a:pathLst>
                <a:path w="1302" h="1293" extrusionOk="0">
                  <a:moveTo>
                    <a:pt x="651" y="1"/>
                  </a:moveTo>
                  <a:cubicBezTo>
                    <a:pt x="297" y="1"/>
                    <a:pt x="0" y="288"/>
                    <a:pt x="0" y="651"/>
                  </a:cubicBezTo>
                  <a:cubicBezTo>
                    <a:pt x="0" y="1005"/>
                    <a:pt x="297" y="1293"/>
                    <a:pt x="651" y="1293"/>
                  </a:cubicBezTo>
                  <a:cubicBezTo>
                    <a:pt x="1005" y="1293"/>
                    <a:pt x="1302" y="1005"/>
                    <a:pt x="1302" y="651"/>
                  </a:cubicBezTo>
                  <a:cubicBezTo>
                    <a:pt x="1302" y="288"/>
                    <a:pt x="1005" y="1"/>
                    <a:pt x="651" y="1"/>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321;p71">
              <a:extLst>
                <a:ext uri="{FF2B5EF4-FFF2-40B4-BE49-F238E27FC236}">
                  <a16:creationId xmlns:a16="http://schemas.microsoft.com/office/drawing/2014/main" id="{03A27639-C02C-5E6F-97A5-32AA9181E297}"/>
                </a:ext>
              </a:extLst>
            </p:cNvPr>
            <p:cNvSpPr/>
            <p:nvPr/>
          </p:nvSpPr>
          <p:spPr>
            <a:xfrm>
              <a:off x="1607891" y="2029466"/>
              <a:ext cx="33954" cy="33954"/>
            </a:xfrm>
            <a:custGeom>
              <a:avLst/>
              <a:gdLst/>
              <a:ahLst/>
              <a:cxnLst/>
              <a:rect l="l" t="t" r="r" b="b"/>
              <a:pathLst>
                <a:path w="1293" h="1293" extrusionOk="0">
                  <a:moveTo>
                    <a:pt x="642" y="1"/>
                  </a:moveTo>
                  <a:cubicBezTo>
                    <a:pt x="288" y="1"/>
                    <a:pt x="1" y="288"/>
                    <a:pt x="1" y="651"/>
                  </a:cubicBezTo>
                  <a:cubicBezTo>
                    <a:pt x="1" y="1005"/>
                    <a:pt x="288" y="1293"/>
                    <a:pt x="642" y="1293"/>
                  </a:cubicBezTo>
                  <a:cubicBezTo>
                    <a:pt x="1005" y="1293"/>
                    <a:pt x="1293" y="1005"/>
                    <a:pt x="1293" y="651"/>
                  </a:cubicBezTo>
                  <a:cubicBezTo>
                    <a:pt x="1293" y="288"/>
                    <a:pt x="1005" y="1"/>
                    <a:pt x="642" y="1"/>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322;p71">
              <a:extLst>
                <a:ext uri="{FF2B5EF4-FFF2-40B4-BE49-F238E27FC236}">
                  <a16:creationId xmlns:a16="http://schemas.microsoft.com/office/drawing/2014/main" id="{A17C0826-9DFB-5A6B-940D-269E13961FBB}"/>
                </a:ext>
              </a:extLst>
            </p:cNvPr>
            <p:cNvSpPr/>
            <p:nvPr/>
          </p:nvSpPr>
          <p:spPr>
            <a:xfrm>
              <a:off x="1428456" y="2293589"/>
              <a:ext cx="117382" cy="27941"/>
            </a:xfrm>
            <a:custGeom>
              <a:avLst/>
              <a:gdLst/>
              <a:ahLst/>
              <a:cxnLst/>
              <a:rect l="l" t="t" r="r" b="b"/>
              <a:pathLst>
                <a:path w="4470" h="1064" extrusionOk="0">
                  <a:moveTo>
                    <a:pt x="402" y="1"/>
                  </a:moveTo>
                  <a:cubicBezTo>
                    <a:pt x="182" y="1"/>
                    <a:pt x="0" y="183"/>
                    <a:pt x="0" y="403"/>
                  </a:cubicBezTo>
                  <a:lnTo>
                    <a:pt x="0" y="1063"/>
                  </a:lnTo>
                  <a:lnTo>
                    <a:pt x="4470" y="1063"/>
                  </a:lnTo>
                  <a:lnTo>
                    <a:pt x="4470" y="403"/>
                  </a:lnTo>
                  <a:cubicBezTo>
                    <a:pt x="4470" y="183"/>
                    <a:pt x="4288" y="1"/>
                    <a:pt x="4068" y="1"/>
                  </a:cubicBez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323;p71">
              <a:extLst>
                <a:ext uri="{FF2B5EF4-FFF2-40B4-BE49-F238E27FC236}">
                  <a16:creationId xmlns:a16="http://schemas.microsoft.com/office/drawing/2014/main" id="{82C1800C-4E5C-CD28-463C-412E460FE29F}"/>
                </a:ext>
              </a:extLst>
            </p:cNvPr>
            <p:cNvSpPr/>
            <p:nvPr/>
          </p:nvSpPr>
          <p:spPr>
            <a:xfrm>
              <a:off x="1428456" y="2302150"/>
              <a:ext cx="117382" cy="19380"/>
            </a:xfrm>
            <a:custGeom>
              <a:avLst/>
              <a:gdLst/>
              <a:ahLst/>
              <a:cxnLst/>
              <a:rect l="l" t="t" r="r" b="b"/>
              <a:pathLst>
                <a:path w="4470" h="738" extrusionOk="0">
                  <a:moveTo>
                    <a:pt x="10" y="0"/>
                  </a:moveTo>
                  <a:cubicBezTo>
                    <a:pt x="0" y="19"/>
                    <a:pt x="0" y="48"/>
                    <a:pt x="0" y="77"/>
                  </a:cubicBezTo>
                  <a:lnTo>
                    <a:pt x="0" y="737"/>
                  </a:lnTo>
                  <a:lnTo>
                    <a:pt x="4470" y="737"/>
                  </a:lnTo>
                  <a:lnTo>
                    <a:pt x="4470" y="77"/>
                  </a:lnTo>
                  <a:cubicBezTo>
                    <a:pt x="4470" y="48"/>
                    <a:pt x="4470" y="19"/>
                    <a:pt x="4460" y="0"/>
                  </a:cubicBez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324;p71">
              <a:extLst>
                <a:ext uri="{FF2B5EF4-FFF2-40B4-BE49-F238E27FC236}">
                  <a16:creationId xmlns:a16="http://schemas.microsoft.com/office/drawing/2014/main" id="{D4A5FFFA-7186-C97D-A74F-70494CF919F5}"/>
                </a:ext>
              </a:extLst>
            </p:cNvPr>
            <p:cNvSpPr/>
            <p:nvPr/>
          </p:nvSpPr>
          <p:spPr>
            <a:xfrm>
              <a:off x="1414381" y="2318982"/>
              <a:ext cx="146032" cy="25420"/>
            </a:xfrm>
            <a:custGeom>
              <a:avLst/>
              <a:gdLst/>
              <a:ahLst/>
              <a:cxnLst/>
              <a:rect l="l" t="t" r="r" b="b"/>
              <a:pathLst>
                <a:path w="5561" h="968" extrusionOk="0">
                  <a:moveTo>
                    <a:pt x="412" y="0"/>
                  </a:moveTo>
                  <a:cubicBezTo>
                    <a:pt x="182" y="0"/>
                    <a:pt x="0" y="182"/>
                    <a:pt x="0" y="402"/>
                  </a:cubicBezTo>
                  <a:lnTo>
                    <a:pt x="0" y="565"/>
                  </a:lnTo>
                  <a:cubicBezTo>
                    <a:pt x="0" y="785"/>
                    <a:pt x="182" y="967"/>
                    <a:pt x="412" y="967"/>
                  </a:cubicBezTo>
                  <a:lnTo>
                    <a:pt x="5149" y="967"/>
                  </a:lnTo>
                  <a:cubicBezTo>
                    <a:pt x="5369" y="967"/>
                    <a:pt x="5551" y="785"/>
                    <a:pt x="5561" y="565"/>
                  </a:cubicBezTo>
                  <a:lnTo>
                    <a:pt x="5561" y="402"/>
                  </a:lnTo>
                  <a:cubicBezTo>
                    <a:pt x="5551" y="182"/>
                    <a:pt x="5369" y="0"/>
                    <a:pt x="5149" y="0"/>
                  </a:cubicBezTo>
                  <a:close/>
                </a:path>
              </a:pathLst>
            </a:custGeom>
            <a:solidFill>
              <a:srgbClr val="4B63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325;p71">
              <a:extLst>
                <a:ext uri="{FF2B5EF4-FFF2-40B4-BE49-F238E27FC236}">
                  <a16:creationId xmlns:a16="http://schemas.microsoft.com/office/drawing/2014/main" id="{5EC9BE70-5715-759A-2F7E-296287AB4817}"/>
                </a:ext>
              </a:extLst>
            </p:cNvPr>
            <p:cNvSpPr/>
            <p:nvPr/>
          </p:nvSpPr>
          <p:spPr>
            <a:xfrm>
              <a:off x="1414381" y="2323263"/>
              <a:ext cx="146032" cy="21139"/>
            </a:xfrm>
            <a:custGeom>
              <a:avLst/>
              <a:gdLst/>
              <a:ahLst/>
              <a:cxnLst/>
              <a:rect l="l" t="t" r="r" b="b"/>
              <a:pathLst>
                <a:path w="5561" h="805" extrusionOk="0">
                  <a:moveTo>
                    <a:pt x="87" y="0"/>
                  </a:moveTo>
                  <a:cubicBezTo>
                    <a:pt x="29" y="67"/>
                    <a:pt x="0" y="153"/>
                    <a:pt x="0" y="239"/>
                  </a:cubicBezTo>
                  <a:lnTo>
                    <a:pt x="0" y="393"/>
                  </a:lnTo>
                  <a:cubicBezTo>
                    <a:pt x="0" y="622"/>
                    <a:pt x="182" y="804"/>
                    <a:pt x="412" y="804"/>
                  </a:cubicBezTo>
                  <a:lnTo>
                    <a:pt x="5149" y="804"/>
                  </a:lnTo>
                  <a:cubicBezTo>
                    <a:pt x="5379" y="804"/>
                    <a:pt x="5561" y="622"/>
                    <a:pt x="5561" y="393"/>
                  </a:cubicBezTo>
                  <a:lnTo>
                    <a:pt x="5561" y="239"/>
                  </a:lnTo>
                  <a:cubicBezTo>
                    <a:pt x="5561" y="153"/>
                    <a:pt x="5532" y="67"/>
                    <a:pt x="5475" y="0"/>
                  </a:cubicBezTo>
                  <a:cubicBezTo>
                    <a:pt x="5398" y="105"/>
                    <a:pt x="5274" y="163"/>
                    <a:pt x="5149" y="163"/>
                  </a:cubicBezTo>
                  <a:lnTo>
                    <a:pt x="412" y="163"/>
                  </a:lnTo>
                  <a:cubicBezTo>
                    <a:pt x="278" y="163"/>
                    <a:pt x="163" y="105"/>
                    <a:pt x="87" y="0"/>
                  </a:cubicBezTo>
                  <a:close/>
                </a:path>
              </a:pathLst>
            </a:custGeom>
            <a:solidFill>
              <a:srgbClr val="46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326;p71">
              <a:extLst>
                <a:ext uri="{FF2B5EF4-FFF2-40B4-BE49-F238E27FC236}">
                  <a16:creationId xmlns:a16="http://schemas.microsoft.com/office/drawing/2014/main" id="{8693C8A5-5297-D364-F82E-BB61B68388EE}"/>
                </a:ext>
              </a:extLst>
            </p:cNvPr>
            <p:cNvSpPr/>
            <p:nvPr/>
          </p:nvSpPr>
          <p:spPr>
            <a:xfrm>
              <a:off x="1462384" y="1990260"/>
              <a:ext cx="49526" cy="49526"/>
            </a:xfrm>
            <a:custGeom>
              <a:avLst/>
              <a:gdLst/>
              <a:ahLst/>
              <a:cxnLst/>
              <a:rect l="l" t="t" r="r" b="b"/>
              <a:pathLst>
                <a:path w="1886" h="1886" extrusionOk="0">
                  <a:moveTo>
                    <a:pt x="938" y="1"/>
                  </a:moveTo>
                  <a:cubicBezTo>
                    <a:pt x="421" y="1"/>
                    <a:pt x="0" y="422"/>
                    <a:pt x="0" y="938"/>
                  </a:cubicBezTo>
                  <a:cubicBezTo>
                    <a:pt x="0" y="1465"/>
                    <a:pt x="421" y="1886"/>
                    <a:pt x="938" y="1886"/>
                  </a:cubicBezTo>
                  <a:cubicBezTo>
                    <a:pt x="1465" y="1886"/>
                    <a:pt x="1886" y="1465"/>
                    <a:pt x="1886" y="938"/>
                  </a:cubicBezTo>
                  <a:cubicBezTo>
                    <a:pt x="1886" y="422"/>
                    <a:pt x="1465" y="1"/>
                    <a:pt x="938" y="1"/>
                  </a:cubicBez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327;p71">
              <a:extLst>
                <a:ext uri="{FF2B5EF4-FFF2-40B4-BE49-F238E27FC236}">
                  <a16:creationId xmlns:a16="http://schemas.microsoft.com/office/drawing/2014/main" id="{2688934F-09C0-3B47-A9D7-B617762AF0AD}"/>
                </a:ext>
              </a:extLst>
            </p:cNvPr>
            <p:cNvSpPr/>
            <p:nvPr/>
          </p:nvSpPr>
          <p:spPr>
            <a:xfrm>
              <a:off x="1333211" y="2029571"/>
              <a:ext cx="29674" cy="33980"/>
            </a:xfrm>
            <a:custGeom>
              <a:avLst/>
              <a:gdLst/>
              <a:ahLst/>
              <a:cxnLst/>
              <a:rect l="l" t="t" r="r" b="b"/>
              <a:pathLst>
                <a:path w="1130" h="1294" extrusionOk="0">
                  <a:moveTo>
                    <a:pt x="654" y="1"/>
                  </a:moveTo>
                  <a:cubicBezTo>
                    <a:pt x="322" y="1"/>
                    <a:pt x="0" y="255"/>
                    <a:pt x="0" y="647"/>
                  </a:cubicBezTo>
                  <a:cubicBezTo>
                    <a:pt x="0" y="1040"/>
                    <a:pt x="322" y="1294"/>
                    <a:pt x="654" y="1294"/>
                  </a:cubicBezTo>
                  <a:cubicBezTo>
                    <a:pt x="824" y="1294"/>
                    <a:pt x="997" y="1227"/>
                    <a:pt x="1130" y="1078"/>
                  </a:cubicBezTo>
                  <a:cubicBezTo>
                    <a:pt x="1024" y="963"/>
                    <a:pt x="967" y="810"/>
                    <a:pt x="967" y="647"/>
                  </a:cubicBezTo>
                  <a:cubicBezTo>
                    <a:pt x="967" y="485"/>
                    <a:pt x="1024" y="331"/>
                    <a:pt x="1130" y="217"/>
                  </a:cubicBezTo>
                  <a:cubicBezTo>
                    <a:pt x="997" y="67"/>
                    <a:pt x="824" y="1"/>
                    <a:pt x="654"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0328;p71">
              <a:extLst>
                <a:ext uri="{FF2B5EF4-FFF2-40B4-BE49-F238E27FC236}">
                  <a16:creationId xmlns:a16="http://schemas.microsoft.com/office/drawing/2014/main" id="{E177B70B-1C79-707C-BB99-091BF60BDECF}"/>
                </a:ext>
              </a:extLst>
            </p:cNvPr>
            <p:cNvSpPr/>
            <p:nvPr/>
          </p:nvSpPr>
          <p:spPr>
            <a:xfrm>
              <a:off x="1607891" y="2029571"/>
              <a:ext cx="29674" cy="33980"/>
            </a:xfrm>
            <a:custGeom>
              <a:avLst/>
              <a:gdLst/>
              <a:ahLst/>
              <a:cxnLst/>
              <a:rect l="l" t="t" r="r" b="b"/>
              <a:pathLst>
                <a:path w="1130" h="1294" extrusionOk="0">
                  <a:moveTo>
                    <a:pt x="650" y="1"/>
                  </a:moveTo>
                  <a:cubicBezTo>
                    <a:pt x="319" y="1"/>
                    <a:pt x="1" y="255"/>
                    <a:pt x="1" y="647"/>
                  </a:cubicBezTo>
                  <a:cubicBezTo>
                    <a:pt x="1" y="1040"/>
                    <a:pt x="319" y="1294"/>
                    <a:pt x="650" y="1294"/>
                  </a:cubicBezTo>
                  <a:cubicBezTo>
                    <a:pt x="820" y="1294"/>
                    <a:pt x="994" y="1227"/>
                    <a:pt x="1130" y="1078"/>
                  </a:cubicBezTo>
                  <a:cubicBezTo>
                    <a:pt x="1025" y="963"/>
                    <a:pt x="967" y="810"/>
                    <a:pt x="967" y="647"/>
                  </a:cubicBezTo>
                  <a:cubicBezTo>
                    <a:pt x="967" y="485"/>
                    <a:pt x="1025" y="331"/>
                    <a:pt x="1130" y="217"/>
                  </a:cubicBezTo>
                  <a:cubicBezTo>
                    <a:pt x="994" y="67"/>
                    <a:pt x="820" y="1"/>
                    <a:pt x="650"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329;p71">
              <a:extLst>
                <a:ext uri="{FF2B5EF4-FFF2-40B4-BE49-F238E27FC236}">
                  <a16:creationId xmlns:a16="http://schemas.microsoft.com/office/drawing/2014/main" id="{7574B7C7-AAB2-7EFC-8E79-058B5C99DB11}"/>
                </a:ext>
              </a:extLst>
            </p:cNvPr>
            <p:cNvSpPr/>
            <p:nvPr/>
          </p:nvSpPr>
          <p:spPr>
            <a:xfrm>
              <a:off x="1462384" y="1990286"/>
              <a:ext cx="37473" cy="49763"/>
            </a:xfrm>
            <a:custGeom>
              <a:avLst/>
              <a:gdLst/>
              <a:ahLst/>
              <a:cxnLst/>
              <a:rect l="l" t="t" r="r" b="b"/>
              <a:pathLst>
                <a:path w="1427" h="1895" extrusionOk="0">
                  <a:moveTo>
                    <a:pt x="948" y="1"/>
                  </a:moveTo>
                  <a:cubicBezTo>
                    <a:pt x="454" y="1"/>
                    <a:pt x="0" y="397"/>
                    <a:pt x="0" y="947"/>
                  </a:cubicBezTo>
                  <a:cubicBezTo>
                    <a:pt x="0" y="1502"/>
                    <a:pt x="451" y="1895"/>
                    <a:pt x="944" y="1895"/>
                  </a:cubicBezTo>
                  <a:cubicBezTo>
                    <a:pt x="1105" y="1895"/>
                    <a:pt x="1271" y="1853"/>
                    <a:pt x="1426" y="1760"/>
                  </a:cubicBezTo>
                  <a:cubicBezTo>
                    <a:pt x="1139" y="1588"/>
                    <a:pt x="967" y="1282"/>
                    <a:pt x="967" y="947"/>
                  </a:cubicBezTo>
                  <a:cubicBezTo>
                    <a:pt x="967" y="612"/>
                    <a:pt x="1139" y="306"/>
                    <a:pt x="1426" y="134"/>
                  </a:cubicBezTo>
                  <a:cubicBezTo>
                    <a:pt x="1272" y="42"/>
                    <a:pt x="1108" y="1"/>
                    <a:pt x="948"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330;p71">
              <a:extLst>
                <a:ext uri="{FF2B5EF4-FFF2-40B4-BE49-F238E27FC236}">
                  <a16:creationId xmlns:a16="http://schemas.microsoft.com/office/drawing/2014/main" id="{38D5D69C-E46D-5296-04F5-5AF1B3734B47}"/>
                </a:ext>
              </a:extLst>
            </p:cNvPr>
            <p:cNvSpPr/>
            <p:nvPr/>
          </p:nvSpPr>
          <p:spPr>
            <a:xfrm>
              <a:off x="1277409" y="2161921"/>
              <a:ext cx="145796" cy="25393"/>
            </a:xfrm>
            <a:custGeom>
              <a:avLst/>
              <a:gdLst/>
              <a:ahLst/>
              <a:cxnLst/>
              <a:rect l="l" t="t" r="r" b="b"/>
              <a:pathLst>
                <a:path w="5552" h="967" extrusionOk="0">
                  <a:moveTo>
                    <a:pt x="403" y="0"/>
                  </a:moveTo>
                  <a:cubicBezTo>
                    <a:pt x="182" y="0"/>
                    <a:pt x="1" y="182"/>
                    <a:pt x="1" y="402"/>
                  </a:cubicBezTo>
                  <a:lnTo>
                    <a:pt x="1" y="565"/>
                  </a:lnTo>
                  <a:cubicBezTo>
                    <a:pt x="1" y="785"/>
                    <a:pt x="182" y="967"/>
                    <a:pt x="403" y="967"/>
                  </a:cubicBezTo>
                  <a:lnTo>
                    <a:pt x="5149" y="967"/>
                  </a:lnTo>
                  <a:cubicBezTo>
                    <a:pt x="5370" y="967"/>
                    <a:pt x="5551" y="785"/>
                    <a:pt x="5551" y="565"/>
                  </a:cubicBezTo>
                  <a:lnTo>
                    <a:pt x="5551" y="402"/>
                  </a:lnTo>
                  <a:cubicBezTo>
                    <a:pt x="5551" y="182"/>
                    <a:pt x="5370" y="0"/>
                    <a:pt x="5149" y="0"/>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0331;p71">
              <a:extLst>
                <a:ext uri="{FF2B5EF4-FFF2-40B4-BE49-F238E27FC236}">
                  <a16:creationId xmlns:a16="http://schemas.microsoft.com/office/drawing/2014/main" id="{78390B71-464B-10E9-3580-D95041ABB00F}"/>
                </a:ext>
              </a:extLst>
            </p:cNvPr>
            <p:cNvSpPr/>
            <p:nvPr/>
          </p:nvSpPr>
          <p:spPr>
            <a:xfrm>
              <a:off x="1277409" y="2166175"/>
              <a:ext cx="145796" cy="21139"/>
            </a:xfrm>
            <a:custGeom>
              <a:avLst/>
              <a:gdLst/>
              <a:ahLst/>
              <a:cxnLst/>
              <a:rect l="l" t="t" r="r" b="b"/>
              <a:pathLst>
                <a:path w="5552" h="805" extrusionOk="0">
                  <a:moveTo>
                    <a:pt x="77" y="1"/>
                  </a:moveTo>
                  <a:cubicBezTo>
                    <a:pt x="29" y="68"/>
                    <a:pt x="1" y="154"/>
                    <a:pt x="1" y="240"/>
                  </a:cubicBezTo>
                  <a:lnTo>
                    <a:pt x="1" y="393"/>
                  </a:lnTo>
                  <a:cubicBezTo>
                    <a:pt x="1" y="623"/>
                    <a:pt x="182" y="805"/>
                    <a:pt x="403" y="805"/>
                  </a:cubicBezTo>
                  <a:lnTo>
                    <a:pt x="5149" y="805"/>
                  </a:lnTo>
                  <a:cubicBezTo>
                    <a:pt x="5370" y="805"/>
                    <a:pt x="5551" y="623"/>
                    <a:pt x="5551" y="393"/>
                  </a:cubicBezTo>
                  <a:lnTo>
                    <a:pt x="5551" y="240"/>
                  </a:lnTo>
                  <a:cubicBezTo>
                    <a:pt x="5551" y="154"/>
                    <a:pt x="5523" y="68"/>
                    <a:pt x="5475" y="1"/>
                  </a:cubicBezTo>
                  <a:cubicBezTo>
                    <a:pt x="5398" y="96"/>
                    <a:pt x="5274" y="163"/>
                    <a:pt x="5149" y="163"/>
                  </a:cubicBezTo>
                  <a:lnTo>
                    <a:pt x="403" y="163"/>
                  </a:lnTo>
                  <a:cubicBezTo>
                    <a:pt x="278" y="163"/>
                    <a:pt x="154" y="96"/>
                    <a:pt x="77" y="1"/>
                  </a:cubicBezTo>
                  <a:close/>
                </a:path>
              </a:pathLst>
            </a:custGeom>
            <a:solidFill>
              <a:srgbClr val="98A6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20378;p71">
            <a:extLst>
              <a:ext uri="{FF2B5EF4-FFF2-40B4-BE49-F238E27FC236}">
                <a16:creationId xmlns:a16="http://schemas.microsoft.com/office/drawing/2014/main" id="{D483CAD1-3183-D825-DFDE-B18E1CDAD04F}"/>
              </a:ext>
            </a:extLst>
          </p:cNvPr>
          <p:cNvGrpSpPr/>
          <p:nvPr/>
        </p:nvGrpSpPr>
        <p:grpSpPr>
          <a:xfrm>
            <a:off x="4377621" y="1980739"/>
            <a:ext cx="351338" cy="499913"/>
            <a:chOff x="4066510" y="2422342"/>
            <a:chExt cx="206876" cy="348470"/>
          </a:xfrm>
        </p:grpSpPr>
        <p:sp>
          <p:nvSpPr>
            <p:cNvPr id="31" name="Google Shape;20379;p71">
              <a:extLst>
                <a:ext uri="{FF2B5EF4-FFF2-40B4-BE49-F238E27FC236}">
                  <a16:creationId xmlns:a16="http://schemas.microsoft.com/office/drawing/2014/main" id="{C9671932-C805-D486-EE43-DC9B57445071}"/>
                </a:ext>
              </a:extLst>
            </p:cNvPr>
            <p:cNvSpPr/>
            <p:nvPr/>
          </p:nvSpPr>
          <p:spPr>
            <a:xfrm>
              <a:off x="4093662" y="2737934"/>
              <a:ext cx="152334" cy="11082"/>
            </a:xfrm>
            <a:custGeom>
              <a:avLst/>
              <a:gdLst/>
              <a:ahLst/>
              <a:cxnLst/>
              <a:rect l="l" t="t" r="r" b="b"/>
              <a:pathLst>
                <a:path w="5801" h="422" extrusionOk="0">
                  <a:moveTo>
                    <a:pt x="0" y="0"/>
                  </a:moveTo>
                  <a:lnTo>
                    <a:pt x="0" y="421"/>
                  </a:lnTo>
                  <a:lnTo>
                    <a:pt x="5800" y="421"/>
                  </a:lnTo>
                  <a:lnTo>
                    <a:pt x="5800" y="0"/>
                  </a:lnTo>
                  <a:close/>
                </a:path>
              </a:pathLst>
            </a:custGeom>
            <a:solidFill>
              <a:srgbClr val="99A8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0380;p71">
              <a:extLst>
                <a:ext uri="{FF2B5EF4-FFF2-40B4-BE49-F238E27FC236}">
                  <a16:creationId xmlns:a16="http://schemas.microsoft.com/office/drawing/2014/main" id="{6C5E7805-AF32-B4B1-004C-4BEDDC16A43A}"/>
                </a:ext>
              </a:extLst>
            </p:cNvPr>
            <p:cNvSpPr/>
            <p:nvPr/>
          </p:nvSpPr>
          <p:spPr>
            <a:xfrm>
              <a:off x="4164538" y="2422342"/>
              <a:ext cx="10819" cy="348286"/>
            </a:xfrm>
            <a:custGeom>
              <a:avLst/>
              <a:gdLst/>
              <a:ahLst/>
              <a:cxnLst/>
              <a:rect l="l" t="t" r="r" b="b"/>
              <a:pathLst>
                <a:path w="412" h="13263" extrusionOk="0">
                  <a:moveTo>
                    <a:pt x="206" y="0"/>
                  </a:moveTo>
                  <a:cubicBezTo>
                    <a:pt x="103" y="0"/>
                    <a:pt x="0" y="70"/>
                    <a:pt x="0" y="208"/>
                  </a:cubicBezTo>
                  <a:lnTo>
                    <a:pt x="0" y="13061"/>
                  </a:lnTo>
                  <a:cubicBezTo>
                    <a:pt x="0" y="13176"/>
                    <a:pt x="86" y="13262"/>
                    <a:pt x="201" y="13262"/>
                  </a:cubicBezTo>
                  <a:cubicBezTo>
                    <a:pt x="316" y="13262"/>
                    <a:pt x="412" y="13176"/>
                    <a:pt x="412" y="13061"/>
                  </a:cubicBezTo>
                  <a:lnTo>
                    <a:pt x="412" y="208"/>
                  </a:lnTo>
                  <a:cubicBezTo>
                    <a:pt x="412" y="70"/>
                    <a:pt x="309" y="0"/>
                    <a:pt x="206" y="0"/>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381;p71">
              <a:extLst>
                <a:ext uri="{FF2B5EF4-FFF2-40B4-BE49-F238E27FC236}">
                  <a16:creationId xmlns:a16="http://schemas.microsoft.com/office/drawing/2014/main" id="{67FD1E97-29DB-F513-701D-3BF0D93E78D4}"/>
                </a:ext>
              </a:extLst>
            </p:cNvPr>
            <p:cNvSpPr/>
            <p:nvPr/>
          </p:nvSpPr>
          <p:spPr>
            <a:xfrm>
              <a:off x="4082344" y="2645657"/>
              <a:ext cx="33823" cy="125155"/>
            </a:xfrm>
            <a:custGeom>
              <a:avLst/>
              <a:gdLst/>
              <a:ahLst/>
              <a:cxnLst/>
              <a:rect l="l" t="t" r="r" b="b"/>
              <a:pathLst>
                <a:path w="1288" h="4766" extrusionOk="0">
                  <a:moveTo>
                    <a:pt x="1051" y="0"/>
                  </a:moveTo>
                  <a:cubicBezTo>
                    <a:pt x="962" y="0"/>
                    <a:pt x="873" y="54"/>
                    <a:pt x="853" y="174"/>
                  </a:cubicBezTo>
                  <a:lnTo>
                    <a:pt x="20" y="4519"/>
                  </a:lnTo>
                  <a:cubicBezTo>
                    <a:pt x="1" y="4634"/>
                    <a:pt x="77" y="4739"/>
                    <a:pt x="183" y="4758"/>
                  </a:cubicBezTo>
                  <a:cubicBezTo>
                    <a:pt x="192" y="4763"/>
                    <a:pt x="199" y="4765"/>
                    <a:pt x="207" y="4765"/>
                  </a:cubicBezTo>
                  <a:cubicBezTo>
                    <a:pt x="214" y="4765"/>
                    <a:pt x="221" y="4763"/>
                    <a:pt x="230" y="4758"/>
                  </a:cubicBezTo>
                  <a:cubicBezTo>
                    <a:pt x="326" y="4758"/>
                    <a:pt x="403" y="4691"/>
                    <a:pt x="431" y="4605"/>
                  </a:cubicBezTo>
                  <a:lnTo>
                    <a:pt x="1254" y="251"/>
                  </a:lnTo>
                  <a:cubicBezTo>
                    <a:pt x="1287" y="93"/>
                    <a:pt x="1169" y="0"/>
                    <a:pt x="1051" y="0"/>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0382;p71">
              <a:extLst>
                <a:ext uri="{FF2B5EF4-FFF2-40B4-BE49-F238E27FC236}">
                  <a16:creationId xmlns:a16="http://schemas.microsoft.com/office/drawing/2014/main" id="{4B2C8DA0-1999-FB11-4C15-CE9A4A31DB67}"/>
                </a:ext>
              </a:extLst>
            </p:cNvPr>
            <p:cNvSpPr/>
            <p:nvPr/>
          </p:nvSpPr>
          <p:spPr>
            <a:xfrm>
              <a:off x="4223623" y="2645578"/>
              <a:ext cx="33665" cy="125050"/>
            </a:xfrm>
            <a:custGeom>
              <a:avLst/>
              <a:gdLst/>
              <a:ahLst/>
              <a:cxnLst/>
              <a:rect l="l" t="t" r="r" b="b"/>
              <a:pathLst>
                <a:path w="1282" h="4762" extrusionOk="0">
                  <a:moveTo>
                    <a:pt x="237" y="1"/>
                  </a:moveTo>
                  <a:cubicBezTo>
                    <a:pt x="120" y="1"/>
                    <a:pt x="1" y="91"/>
                    <a:pt x="28" y="244"/>
                  </a:cubicBezTo>
                  <a:lnTo>
                    <a:pt x="861" y="4599"/>
                  </a:lnTo>
                  <a:cubicBezTo>
                    <a:pt x="880" y="4694"/>
                    <a:pt x="966" y="4761"/>
                    <a:pt x="1062" y="4761"/>
                  </a:cubicBezTo>
                  <a:lnTo>
                    <a:pt x="1100" y="4761"/>
                  </a:lnTo>
                  <a:cubicBezTo>
                    <a:pt x="1215" y="4732"/>
                    <a:pt x="1282" y="4627"/>
                    <a:pt x="1263" y="4522"/>
                  </a:cubicBezTo>
                  <a:lnTo>
                    <a:pt x="440" y="167"/>
                  </a:lnTo>
                  <a:cubicBezTo>
                    <a:pt x="415" y="52"/>
                    <a:pt x="326" y="1"/>
                    <a:pt x="237"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383;p71">
              <a:extLst>
                <a:ext uri="{FF2B5EF4-FFF2-40B4-BE49-F238E27FC236}">
                  <a16:creationId xmlns:a16="http://schemas.microsoft.com/office/drawing/2014/main" id="{54910318-0071-CACD-8104-274A52E6E6BF}"/>
                </a:ext>
              </a:extLst>
            </p:cNvPr>
            <p:cNvSpPr/>
            <p:nvPr/>
          </p:nvSpPr>
          <p:spPr>
            <a:xfrm>
              <a:off x="4164538" y="2645447"/>
              <a:ext cx="10819" cy="21875"/>
            </a:xfrm>
            <a:custGeom>
              <a:avLst/>
              <a:gdLst/>
              <a:ahLst/>
              <a:cxnLst/>
              <a:rect l="l" t="t" r="r" b="b"/>
              <a:pathLst>
                <a:path w="412" h="833" extrusionOk="0">
                  <a:moveTo>
                    <a:pt x="0" y="0"/>
                  </a:moveTo>
                  <a:lnTo>
                    <a:pt x="0" y="833"/>
                  </a:lnTo>
                  <a:lnTo>
                    <a:pt x="412" y="833"/>
                  </a:lnTo>
                  <a:lnTo>
                    <a:pt x="412" y="0"/>
                  </a:lnTo>
                  <a:close/>
                </a:path>
              </a:pathLst>
            </a:custGeom>
            <a:solidFill>
              <a:srgbClr val="99A8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384;p71">
              <a:extLst>
                <a:ext uri="{FF2B5EF4-FFF2-40B4-BE49-F238E27FC236}">
                  <a16:creationId xmlns:a16="http://schemas.microsoft.com/office/drawing/2014/main" id="{BBAC6E22-EB28-149F-E46E-11F9997489FF}"/>
                </a:ext>
              </a:extLst>
            </p:cNvPr>
            <p:cNvSpPr/>
            <p:nvPr/>
          </p:nvSpPr>
          <p:spPr>
            <a:xfrm>
              <a:off x="4101462" y="2645604"/>
              <a:ext cx="14601" cy="21717"/>
            </a:xfrm>
            <a:custGeom>
              <a:avLst/>
              <a:gdLst/>
              <a:ahLst/>
              <a:cxnLst/>
              <a:rect l="l" t="t" r="r" b="b"/>
              <a:pathLst>
                <a:path w="556" h="827" extrusionOk="0">
                  <a:moveTo>
                    <a:pt x="325" y="1"/>
                  </a:moveTo>
                  <a:cubicBezTo>
                    <a:pt x="226" y="1"/>
                    <a:pt x="141" y="65"/>
                    <a:pt x="125" y="166"/>
                  </a:cubicBezTo>
                  <a:lnTo>
                    <a:pt x="0" y="827"/>
                  </a:lnTo>
                  <a:lnTo>
                    <a:pt x="421" y="827"/>
                  </a:lnTo>
                  <a:lnTo>
                    <a:pt x="536" y="243"/>
                  </a:lnTo>
                  <a:cubicBezTo>
                    <a:pt x="555" y="128"/>
                    <a:pt x="479" y="23"/>
                    <a:pt x="364" y="4"/>
                  </a:cubicBezTo>
                  <a:cubicBezTo>
                    <a:pt x="351" y="2"/>
                    <a:pt x="338" y="1"/>
                    <a:pt x="325" y="1"/>
                  </a:cubicBezTo>
                  <a:close/>
                </a:path>
              </a:pathLst>
            </a:custGeom>
            <a:solidFill>
              <a:srgbClr val="99A8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385;p71">
              <a:extLst>
                <a:ext uri="{FF2B5EF4-FFF2-40B4-BE49-F238E27FC236}">
                  <a16:creationId xmlns:a16="http://schemas.microsoft.com/office/drawing/2014/main" id="{769ACE52-94EE-B701-DE06-BCC9CEFAEDEC}"/>
                </a:ext>
              </a:extLst>
            </p:cNvPr>
            <p:cNvSpPr/>
            <p:nvPr/>
          </p:nvSpPr>
          <p:spPr>
            <a:xfrm>
              <a:off x="4223623" y="2645578"/>
              <a:ext cx="14811" cy="21743"/>
            </a:xfrm>
            <a:custGeom>
              <a:avLst/>
              <a:gdLst/>
              <a:ahLst/>
              <a:cxnLst/>
              <a:rect l="l" t="t" r="r" b="b"/>
              <a:pathLst>
                <a:path w="564" h="828" extrusionOk="0">
                  <a:moveTo>
                    <a:pt x="237" y="1"/>
                  </a:moveTo>
                  <a:cubicBezTo>
                    <a:pt x="120" y="1"/>
                    <a:pt x="1" y="91"/>
                    <a:pt x="28" y="244"/>
                  </a:cubicBezTo>
                  <a:lnTo>
                    <a:pt x="143" y="828"/>
                  </a:lnTo>
                  <a:lnTo>
                    <a:pt x="564" y="828"/>
                  </a:lnTo>
                  <a:lnTo>
                    <a:pt x="440" y="167"/>
                  </a:lnTo>
                  <a:cubicBezTo>
                    <a:pt x="415" y="52"/>
                    <a:pt x="326" y="1"/>
                    <a:pt x="237" y="1"/>
                  </a:cubicBezTo>
                  <a:close/>
                </a:path>
              </a:pathLst>
            </a:custGeom>
            <a:solidFill>
              <a:srgbClr val="99A8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386;p71">
              <a:extLst>
                <a:ext uri="{FF2B5EF4-FFF2-40B4-BE49-F238E27FC236}">
                  <a16:creationId xmlns:a16="http://schemas.microsoft.com/office/drawing/2014/main" id="{A21E62C1-FF8A-2627-0F98-63030C6B8865}"/>
                </a:ext>
              </a:extLst>
            </p:cNvPr>
            <p:cNvSpPr/>
            <p:nvPr/>
          </p:nvSpPr>
          <p:spPr>
            <a:xfrm>
              <a:off x="4077329" y="2460471"/>
              <a:ext cx="185002" cy="196057"/>
            </a:xfrm>
            <a:custGeom>
              <a:avLst/>
              <a:gdLst/>
              <a:ahLst/>
              <a:cxnLst/>
              <a:rect l="l" t="t" r="r" b="b"/>
              <a:pathLst>
                <a:path w="7045" h="7466" extrusionOk="0">
                  <a:moveTo>
                    <a:pt x="0" y="1"/>
                  </a:moveTo>
                  <a:lnTo>
                    <a:pt x="0" y="7255"/>
                  </a:lnTo>
                  <a:cubicBezTo>
                    <a:pt x="0" y="7370"/>
                    <a:pt x="96" y="7465"/>
                    <a:pt x="211" y="7465"/>
                  </a:cubicBezTo>
                  <a:lnTo>
                    <a:pt x="6843" y="7465"/>
                  </a:lnTo>
                  <a:cubicBezTo>
                    <a:pt x="6958" y="7465"/>
                    <a:pt x="7044" y="7370"/>
                    <a:pt x="7044" y="7255"/>
                  </a:cubicBezTo>
                  <a:lnTo>
                    <a:pt x="7044" y="1"/>
                  </a:ln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387;p71">
              <a:extLst>
                <a:ext uri="{FF2B5EF4-FFF2-40B4-BE49-F238E27FC236}">
                  <a16:creationId xmlns:a16="http://schemas.microsoft.com/office/drawing/2014/main" id="{01E85350-839F-CB51-41EB-5C71E10E6C08}"/>
                </a:ext>
              </a:extLst>
            </p:cNvPr>
            <p:cNvSpPr/>
            <p:nvPr/>
          </p:nvSpPr>
          <p:spPr>
            <a:xfrm>
              <a:off x="4077329" y="2460471"/>
              <a:ext cx="185002" cy="16360"/>
            </a:xfrm>
            <a:custGeom>
              <a:avLst/>
              <a:gdLst/>
              <a:ahLst/>
              <a:cxnLst/>
              <a:rect l="l" t="t" r="r" b="b"/>
              <a:pathLst>
                <a:path w="7045" h="623" extrusionOk="0">
                  <a:moveTo>
                    <a:pt x="0" y="1"/>
                  </a:moveTo>
                  <a:lnTo>
                    <a:pt x="0" y="623"/>
                  </a:lnTo>
                  <a:lnTo>
                    <a:pt x="7044" y="623"/>
                  </a:lnTo>
                  <a:lnTo>
                    <a:pt x="7044" y="1"/>
                  </a:lnTo>
                  <a:close/>
                </a:path>
              </a:pathLst>
            </a:custGeom>
            <a:solidFill>
              <a:srgbClr val="C3CD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388;p71">
              <a:extLst>
                <a:ext uri="{FF2B5EF4-FFF2-40B4-BE49-F238E27FC236}">
                  <a16:creationId xmlns:a16="http://schemas.microsoft.com/office/drawing/2014/main" id="{069EB039-07E7-F315-1407-F3567D48F183}"/>
                </a:ext>
              </a:extLst>
            </p:cNvPr>
            <p:cNvSpPr/>
            <p:nvPr/>
          </p:nvSpPr>
          <p:spPr>
            <a:xfrm>
              <a:off x="4066510" y="2444137"/>
              <a:ext cx="206876" cy="21901"/>
            </a:xfrm>
            <a:custGeom>
              <a:avLst/>
              <a:gdLst/>
              <a:ahLst/>
              <a:cxnLst/>
              <a:rect l="l" t="t" r="r" b="b"/>
              <a:pathLst>
                <a:path w="7878" h="834" extrusionOk="0">
                  <a:moveTo>
                    <a:pt x="211" y="0"/>
                  </a:moveTo>
                  <a:cubicBezTo>
                    <a:pt x="97" y="0"/>
                    <a:pt x="1" y="96"/>
                    <a:pt x="1" y="211"/>
                  </a:cubicBezTo>
                  <a:lnTo>
                    <a:pt x="1" y="623"/>
                  </a:lnTo>
                  <a:cubicBezTo>
                    <a:pt x="1" y="737"/>
                    <a:pt x="97" y="833"/>
                    <a:pt x="211" y="833"/>
                  </a:cubicBezTo>
                  <a:lnTo>
                    <a:pt x="7667" y="833"/>
                  </a:lnTo>
                  <a:cubicBezTo>
                    <a:pt x="7781" y="833"/>
                    <a:pt x="7877" y="737"/>
                    <a:pt x="7877" y="623"/>
                  </a:cubicBezTo>
                  <a:lnTo>
                    <a:pt x="7877" y="211"/>
                  </a:lnTo>
                  <a:cubicBezTo>
                    <a:pt x="7877" y="96"/>
                    <a:pt x="7781" y="0"/>
                    <a:pt x="7667" y="0"/>
                  </a:cubicBezTo>
                  <a:close/>
                </a:path>
              </a:pathLst>
            </a:custGeom>
            <a:solidFill>
              <a:srgbClr val="BBC6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389;p71">
              <a:extLst>
                <a:ext uri="{FF2B5EF4-FFF2-40B4-BE49-F238E27FC236}">
                  <a16:creationId xmlns:a16="http://schemas.microsoft.com/office/drawing/2014/main" id="{D4D95FC8-6B5F-ABFF-D12A-58EB83636149}"/>
                </a:ext>
              </a:extLst>
            </p:cNvPr>
            <p:cNvSpPr/>
            <p:nvPr/>
          </p:nvSpPr>
          <p:spPr>
            <a:xfrm>
              <a:off x="4094161" y="2508186"/>
              <a:ext cx="148185" cy="106563"/>
            </a:xfrm>
            <a:custGeom>
              <a:avLst/>
              <a:gdLst/>
              <a:ahLst/>
              <a:cxnLst/>
              <a:rect l="l" t="t" r="r" b="b"/>
              <a:pathLst>
                <a:path w="5643" h="4058" extrusionOk="0">
                  <a:moveTo>
                    <a:pt x="4309" y="1"/>
                  </a:moveTo>
                  <a:cubicBezTo>
                    <a:pt x="3969" y="1"/>
                    <a:pt x="3972" y="519"/>
                    <a:pt x="4318" y="519"/>
                  </a:cubicBezTo>
                  <a:cubicBezTo>
                    <a:pt x="4324" y="519"/>
                    <a:pt x="4330" y="519"/>
                    <a:pt x="4336" y="519"/>
                  </a:cubicBezTo>
                  <a:lnTo>
                    <a:pt x="4738" y="519"/>
                  </a:lnTo>
                  <a:lnTo>
                    <a:pt x="2987" y="2280"/>
                  </a:lnTo>
                  <a:lnTo>
                    <a:pt x="2594" y="1887"/>
                  </a:lnTo>
                  <a:cubicBezTo>
                    <a:pt x="2503" y="1796"/>
                    <a:pt x="2384" y="1751"/>
                    <a:pt x="2264" y="1751"/>
                  </a:cubicBezTo>
                  <a:cubicBezTo>
                    <a:pt x="2144" y="1751"/>
                    <a:pt x="2025" y="1796"/>
                    <a:pt x="1934" y="1887"/>
                  </a:cubicBezTo>
                  <a:lnTo>
                    <a:pt x="211" y="3600"/>
                  </a:lnTo>
                  <a:cubicBezTo>
                    <a:pt x="0" y="3782"/>
                    <a:pt x="182" y="4058"/>
                    <a:pt x="390" y="4058"/>
                  </a:cubicBezTo>
                  <a:cubicBezTo>
                    <a:pt x="456" y="4058"/>
                    <a:pt x="525" y="4031"/>
                    <a:pt x="584" y="3964"/>
                  </a:cubicBezTo>
                  <a:lnTo>
                    <a:pt x="2259" y="2280"/>
                  </a:lnTo>
                  <a:lnTo>
                    <a:pt x="2661" y="2672"/>
                  </a:lnTo>
                  <a:cubicBezTo>
                    <a:pt x="2752" y="2763"/>
                    <a:pt x="2872" y="2808"/>
                    <a:pt x="2991" y="2808"/>
                  </a:cubicBezTo>
                  <a:cubicBezTo>
                    <a:pt x="3111" y="2808"/>
                    <a:pt x="3231" y="2763"/>
                    <a:pt x="3321" y="2672"/>
                  </a:cubicBezTo>
                  <a:lnTo>
                    <a:pt x="5111" y="882"/>
                  </a:lnTo>
                  <a:lnTo>
                    <a:pt x="5111" y="1294"/>
                  </a:lnTo>
                  <a:cubicBezTo>
                    <a:pt x="5097" y="1476"/>
                    <a:pt x="5233" y="1567"/>
                    <a:pt x="5370" y="1567"/>
                  </a:cubicBezTo>
                  <a:cubicBezTo>
                    <a:pt x="5506" y="1567"/>
                    <a:pt x="5642" y="1476"/>
                    <a:pt x="5628" y="1294"/>
                  </a:cubicBezTo>
                  <a:lnTo>
                    <a:pt x="5628" y="260"/>
                  </a:lnTo>
                  <a:cubicBezTo>
                    <a:pt x="5628" y="117"/>
                    <a:pt x="5513" y="2"/>
                    <a:pt x="5370" y="2"/>
                  </a:cubicBezTo>
                  <a:lnTo>
                    <a:pt x="4336" y="2"/>
                  </a:lnTo>
                  <a:cubicBezTo>
                    <a:pt x="4327" y="1"/>
                    <a:pt x="4318" y="1"/>
                    <a:pt x="4309" y="1"/>
                  </a:cubicBezTo>
                  <a:close/>
                </a:path>
              </a:pathLst>
            </a:custGeom>
            <a:solidFill>
              <a:srgbClr val="3049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0390;p71">
              <a:extLst>
                <a:ext uri="{FF2B5EF4-FFF2-40B4-BE49-F238E27FC236}">
                  <a16:creationId xmlns:a16="http://schemas.microsoft.com/office/drawing/2014/main" id="{BBFB134F-71E1-11BE-6530-12DC68DBD043}"/>
                </a:ext>
              </a:extLst>
            </p:cNvPr>
            <p:cNvSpPr/>
            <p:nvPr/>
          </p:nvSpPr>
          <p:spPr>
            <a:xfrm>
              <a:off x="4066510" y="2454930"/>
              <a:ext cx="206876" cy="11108"/>
            </a:xfrm>
            <a:custGeom>
              <a:avLst/>
              <a:gdLst/>
              <a:ahLst/>
              <a:cxnLst/>
              <a:rect l="l" t="t" r="r" b="b"/>
              <a:pathLst>
                <a:path w="7878" h="423" extrusionOk="0">
                  <a:moveTo>
                    <a:pt x="211" y="1"/>
                  </a:moveTo>
                  <a:cubicBezTo>
                    <a:pt x="97" y="1"/>
                    <a:pt x="1" y="97"/>
                    <a:pt x="1" y="212"/>
                  </a:cubicBezTo>
                  <a:cubicBezTo>
                    <a:pt x="1" y="326"/>
                    <a:pt x="97" y="422"/>
                    <a:pt x="211" y="422"/>
                  </a:cubicBezTo>
                  <a:lnTo>
                    <a:pt x="7667" y="422"/>
                  </a:lnTo>
                  <a:cubicBezTo>
                    <a:pt x="7781" y="422"/>
                    <a:pt x="7877" y="326"/>
                    <a:pt x="7877" y="212"/>
                  </a:cubicBezTo>
                  <a:cubicBezTo>
                    <a:pt x="7877" y="97"/>
                    <a:pt x="7781" y="1"/>
                    <a:pt x="7667" y="1"/>
                  </a:cubicBezTo>
                  <a:close/>
                </a:path>
              </a:pathLst>
            </a:custGeom>
            <a:solidFill>
              <a:srgbClr val="AA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advTm="51980">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10">
          <a:extLst>
            <a:ext uri="{FF2B5EF4-FFF2-40B4-BE49-F238E27FC236}">
              <a16:creationId xmlns:a16="http://schemas.microsoft.com/office/drawing/2014/main" id="{298E29F5-4CF9-2346-9CC6-671F34634066}"/>
            </a:ext>
          </a:extLst>
        </p:cNvPr>
        <p:cNvGrpSpPr/>
        <p:nvPr/>
      </p:nvGrpSpPr>
      <p:grpSpPr>
        <a:xfrm>
          <a:off x="0" y="0"/>
          <a:ext cx="0" cy="0"/>
          <a:chOff x="0" y="0"/>
          <a:chExt cx="0" cy="0"/>
        </a:xfrm>
      </p:grpSpPr>
      <p:grpSp>
        <p:nvGrpSpPr>
          <p:cNvPr id="8611" name="Google Shape;8611;p34">
            <a:extLst>
              <a:ext uri="{FF2B5EF4-FFF2-40B4-BE49-F238E27FC236}">
                <a16:creationId xmlns:a16="http://schemas.microsoft.com/office/drawing/2014/main" id="{ED53137F-C5D9-DBD0-D7FF-EA9078780086}"/>
              </a:ext>
            </a:extLst>
          </p:cNvPr>
          <p:cNvGrpSpPr/>
          <p:nvPr/>
        </p:nvGrpSpPr>
        <p:grpSpPr>
          <a:xfrm>
            <a:off x="3730448" y="1013409"/>
            <a:ext cx="1683121" cy="1641308"/>
            <a:chOff x="225997" y="123301"/>
            <a:chExt cx="631802" cy="616130"/>
          </a:xfrm>
        </p:grpSpPr>
        <p:grpSp>
          <p:nvGrpSpPr>
            <p:cNvPr id="8612" name="Google Shape;8612;p34">
              <a:extLst>
                <a:ext uri="{FF2B5EF4-FFF2-40B4-BE49-F238E27FC236}">
                  <a16:creationId xmlns:a16="http://schemas.microsoft.com/office/drawing/2014/main" id="{C04CBE22-83C2-09F7-72C8-6927A0000083}"/>
                </a:ext>
              </a:extLst>
            </p:cNvPr>
            <p:cNvGrpSpPr/>
            <p:nvPr/>
          </p:nvGrpSpPr>
          <p:grpSpPr>
            <a:xfrm rot="9089783">
              <a:off x="302065" y="211047"/>
              <a:ext cx="479665" cy="440638"/>
              <a:chOff x="-960976" y="1975682"/>
              <a:chExt cx="1155492" cy="1061477"/>
            </a:xfrm>
          </p:grpSpPr>
          <p:sp>
            <p:nvSpPr>
              <p:cNvPr id="8613" name="Google Shape;8613;p34">
                <a:extLst>
                  <a:ext uri="{FF2B5EF4-FFF2-40B4-BE49-F238E27FC236}">
                    <a16:creationId xmlns:a16="http://schemas.microsoft.com/office/drawing/2014/main" id="{BC845DF1-7E71-FCDD-A55E-3F908C716281}"/>
                  </a:ext>
                </a:extLst>
              </p:cNvPr>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34">
                <a:extLst>
                  <a:ext uri="{FF2B5EF4-FFF2-40B4-BE49-F238E27FC236}">
                    <a16:creationId xmlns:a16="http://schemas.microsoft.com/office/drawing/2014/main" id="{929E8150-E579-E963-3F96-4C92B8C5F345}"/>
                  </a:ext>
                </a:extLst>
              </p:cNvPr>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34">
                <a:extLst>
                  <a:ext uri="{FF2B5EF4-FFF2-40B4-BE49-F238E27FC236}">
                    <a16:creationId xmlns:a16="http://schemas.microsoft.com/office/drawing/2014/main" id="{95831CA1-E6FF-2E3F-5B60-0DDE23345243}"/>
                  </a:ext>
                </a:extLst>
              </p:cNvPr>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34">
                <a:extLst>
                  <a:ext uri="{FF2B5EF4-FFF2-40B4-BE49-F238E27FC236}">
                    <a16:creationId xmlns:a16="http://schemas.microsoft.com/office/drawing/2014/main" id="{70B82582-1CDD-B253-68FE-8BF876D86909}"/>
                  </a:ext>
                </a:extLst>
              </p:cNvPr>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34">
                <a:extLst>
                  <a:ext uri="{FF2B5EF4-FFF2-40B4-BE49-F238E27FC236}">
                    <a16:creationId xmlns:a16="http://schemas.microsoft.com/office/drawing/2014/main" id="{230DC990-935B-DA1F-02D6-32544FE68C18}"/>
                  </a:ext>
                </a:extLst>
              </p:cNvPr>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34">
                <a:extLst>
                  <a:ext uri="{FF2B5EF4-FFF2-40B4-BE49-F238E27FC236}">
                    <a16:creationId xmlns:a16="http://schemas.microsoft.com/office/drawing/2014/main" id="{CC024017-F6E6-B941-792B-664BB9F280B9}"/>
                  </a:ext>
                </a:extLst>
              </p:cNvPr>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34">
                <a:extLst>
                  <a:ext uri="{FF2B5EF4-FFF2-40B4-BE49-F238E27FC236}">
                    <a16:creationId xmlns:a16="http://schemas.microsoft.com/office/drawing/2014/main" id="{32789C21-AA15-EDB6-629E-3EA3AE62D93D}"/>
                  </a:ext>
                </a:extLst>
              </p:cNvPr>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34">
                <a:extLst>
                  <a:ext uri="{FF2B5EF4-FFF2-40B4-BE49-F238E27FC236}">
                    <a16:creationId xmlns:a16="http://schemas.microsoft.com/office/drawing/2014/main" id="{F4D60210-9147-BC6C-C5EE-567BE58E620C}"/>
                  </a:ext>
                </a:extLst>
              </p:cNvPr>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34">
                <a:extLst>
                  <a:ext uri="{FF2B5EF4-FFF2-40B4-BE49-F238E27FC236}">
                    <a16:creationId xmlns:a16="http://schemas.microsoft.com/office/drawing/2014/main" id="{64ADC1A0-AA59-B50D-EAF1-0481C3D34024}"/>
                  </a:ext>
                </a:extLst>
              </p:cNvPr>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34">
                <a:extLst>
                  <a:ext uri="{FF2B5EF4-FFF2-40B4-BE49-F238E27FC236}">
                    <a16:creationId xmlns:a16="http://schemas.microsoft.com/office/drawing/2014/main" id="{DACF58CE-39BD-A73A-FD64-149BF5AD881B}"/>
                  </a:ext>
                </a:extLst>
              </p:cNvPr>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34">
                <a:extLst>
                  <a:ext uri="{FF2B5EF4-FFF2-40B4-BE49-F238E27FC236}">
                    <a16:creationId xmlns:a16="http://schemas.microsoft.com/office/drawing/2014/main" id="{E22A6081-B0AE-108F-C867-E0AD54E04F02}"/>
                  </a:ext>
                </a:extLst>
              </p:cNvPr>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34">
                <a:extLst>
                  <a:ext uri="{FF2B5EF4-FFF2-40B4-BE49-F238E27FC236}">
                    <a16:creationId xmlns:a16="http://schemas.microsoft.com/office/drawing/2014/main" id="{E59DEBD5-CF6E-BB4C-A200-13ACF39ACA5C}"/>
                  </a:ext>
                </a:extLst>
              </p:cNvPr>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34">
                <a:extLst>
                  <a:ext uri="{FF2B5EF4-FFF2-40B4-BE49-F238E27FC236}">
                    <a16:creationId xmlns:a16="http://schemas.microsoft.com/office/drawing/2014/main" id="{F1D759FA-E101-8734-914C-C9F3A45A4767}"/>
                  </a:ext>
                </a:extLst>
              </p:cNvPr>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34">
                <a:extLst>
                  <a:ext uri="{FF2B5EF4-FFF2-40B4-BE49-F238E27FC236}">
                    <a16:creationId xmlns:a16="http://schemas.microsoft.com/office/drawing/2014/main" id="{C827AF41-1702-CC08-913C-5E99CCABC719}"/>
                  </a:ext>
                </a:extLst>
              </p:cNvPr>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34">
                <a:extLst>
                  <a:ext uri="{FF2B5EF4-FFF2-40B4-BE49-F238E27FC236}">
                    <a16:creationId xmlns:a16="http://schemas.microsoft.com/office/drawing/2014/main" id="{881001E9-8498-02EC-FE5B-A2BD44C2C8EC}"/>
                  </a:ext>
                </a:extLst>
              </p:cNvPr>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34">
                <a:extLst>
                  <a:ext uri="{FF2B5EF4-FFF2-40B4-BE49-F238E27FC236}">
                    <a16:creationId xmlns:a16="http://schemas.microsoft.com/office/drawing/2014/main" id="{DDE286CE-D7DD-19A4-5E2D-87BEB8E40596}"/>
                  </a:ext>
                </a:extLst>
              </p:cNvPr>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34">
                <a:extLst>
                  <a:ext uri="{FF2B5EF4-FFF2-40B4-BE49-F238E27FC236}">
                    <a16:creationId xmlns:a16="http://schemas.microsoft.com/office/drawing/2014/main" id="{C18A5F66-A20B-5F86-2FF3-8840C6F21321}"/>
                  </a:ext>
                </a:extLst>
              </p:cNvPr>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0" name="Google Shape;8630;p34">
                <a:extLst>
                  <a:ext uri="{FF2B5EF4-FFF2-40B4-BE49-F238E27FC236}">
                    <a16:creationId xmlns:a16="http://schemas.microsoft.com/office/drawing/2014/main" id="{4922E17A-D5FE-4CD4-2FC9-D4FE17D22FB1}"/>
                  </a:ext>
                </a:extLst>
              </p:cNvPr>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34">
                <a:extLst>
                  <a:ext uri="{FF2B5EF4-FFF2-40B4-BE49-F238E27FC236}">
                    <a16:creationId xmlns:a16="http://schemas.microsoft.com/office/drawing/2014/main" id="{C0030D95-0AED-DC51-3722-C6F8130D04C6}"/>
                  </a:ext>
                </a:extLst>
              </p:cNvPr>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34">
                <a:extLst>
                  <a:ext uri="{FF2B5EF4-FFF2-40B4-BE49-F238E27FC236}">
                    <a16:creationId xmlns:a16="http://schemas.microsoft.com/office/drawing/2014/main" id="{3E815864-DBFB-60A2-A3DB-4044643B8E86}"/>
                  </a:ext>
                </a:extLst>
              </p:cNvPr>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34">
                <a:extLst>
                  <a:ext uri="{FF2B5EF4-FFF2-40B4-BE49-F238E27FC236}">
                    <a16:creationId xmlns:a16="http://schemas.microsoft.com/office/drawing/2014/main" id="{C70ABF22-D0E1-2E98-D30A-1385164E6C26}"/>
                  </a:ext>
                </a:extLst>
              </p:cNvPr>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34">
                <a:extLst>
                  <a:ext uri="{FF2B5EF4-FFF2-40B4-BE49-F238E27FC236}">
                    <a16:creationId xmlns:a16="http://schemas.microsoft.com/office/drawing/2014/main" id="{70D51A07-F670-3310-F612-C635220246EE}"/>
                  </a:ext>
                </a:extLst>
              </p:cNvPr>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34">
                <a:extLst>
                  <a:ext uri="{FF2B5EF4-FFF2-40B4-BE49-F238E27FC236}">
                    <a16:creationId xmlns:a16="http://schemas.microsoft.com/office/drawing/2014/main" id="{03EA7B85-F284-DE82-A810-E282CA3A3651}"/>
                  </a:ext>
                </a:extLst>
              </p:cNvPr>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34">
                <a:extLst>
                  <a:ext uri="{FF2B5EF4-FFF2-40B4-BE49-F238E27FC236}">
                    <a16:creationId xmlns:a16="http://schemas.microsoft.com/office/drawing/2014/main" id="{A874E9A1-3C9D-6535-E85F-D44191DEF8C7}"/>
                  </a:ext>
                </a:extLst>
              </p:cNvPr>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34">
                <a:extLst>
                  <a:ext uri="{FF2B5EF4-FFF2-40B4-BE49-F238E27FC236}">
                    <a16:creationId xmlns:a16="http://schemas.microsoft.com/office/drawing/2014/main" id="{B3B8EC70-63F9-223A-7713-1941DE6590A8}"/>
                  </a:ext>
                </a:extLst>
              </p:cNvPr>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34">
                <a:extLst>
                  <a:ext uri="{FF2B5EF4-FFF2-40B4-BE49-F238E27FC236}">
                    <a16:creationId xmlns:a16="http://schemas.microsoft.com/office/drawing/2014/main" id="{4D0C6049-DA7B-4CA6-656C-BB810714762A}"/>
                  </a:ext>
                </a:extLst>
              </p:cNvPr>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34">
                <a:extLst>
                  <a:ext uri="{FF2B5EF4-FFF2-40B4-BE49-F238E27FC236}">
                    <a16:creationId xmlns:a16="http://schemas.microsoft.com/office/drawing/2014/main" id="{52A6DE86-6BAC-7D5A-32E4-C138E3940245}"/>
                  </a:ext>
                </a:extLst>
              </p:cNvPr>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34">
                <a:extLst>
                  <a:ext uri="{FF2B5EF4-FFF2-40B4-BE49-F238E27FC236}">
                    <a16:creationId xmlns:a16="http://schemas.microsoft.com/office/drawing/2014/main" id="{0336322E-0776-86B3-429E-2A7026A24C52}"/>
                  </a:ext>
                </a:extLst>
              </p:cNvPr>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34">
                <a:extLst>
                  <a:ext uri="{FF2B5EF4-FFF2-40B4-BE49-F238E27FC236}">
                    <a16:creationId xmlns:a16="http://schemas.microsoft.com/office/drawing/2014/main" id="{FF4601D6-CC11-213C-A8B1-3B8836B2CFDC}"/>
                  </a:ext>
                </a:extLst>
              </p:cNvPr>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34">
                <a:extLst>
                  <a:ext uri="{FF2B5EF4-FFF2-40B4-BE49-F238E27FC236}">
                    <a16:creationId xmlns:a16="http://schemas.microsoft.com/office/drawing/2014/main" id="{9EE1A6D9-295C-C8AF-6145-92EC4C9B42EA}"/>
                  </a:ext>
                </a:extLst>
              </p:cNvPr>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34">
                <a:extLst>
                  <a:ext uri="{FF2B5EF4-FFF2-40B4-BE49-F238E27FC236}">
                    <a16:creationId xmlns:a16="http://schemas.microsoft.com/office/drawing/2014/main" id="{6BADFB68-C3D3-3DB0-5776-2711400E31A3}"/>
                  </a:ext>
                </a:extLst>
              </p:cNvPr>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34">
                <a:extLst>
                  <a:ext uri="{FF2B5EF4-FFF2-40B4-BE49-F238E27FC236}">
                    <a16:creationId xmlns:a16="http://schemas.microsoft.com/office/drawing/2014/main" id="{9944C222-1116-F8CF-9049-949C79EF6844}"/>
                  </a:ext>
                </a:extLst>
              </p:cNvPr>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34">
                <a:extLst>
                  <a:ext uri="{FF2B5EF4-FFF2-40B4-BE49-F238E27FC236}">
                    <a16:creationId xmlns:a16="http://schemas.microsoft.com/office/drawing/2014/main" id="{95670907-B9EA-DC5A-BDFE-7F97641E895C}"/>
                  </a:ext>
                </a:extLst>
              </p:cNvPr>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34">
                <a:extLst>
                  <a:ext uri="{FF2B5EF4-FFF2-40B4-BE49-F238E27FC236}">
                    <a16:creationId xmlns:a16="http://schemas.microsoft.com/office/drawing/2014/main" id="{C1BAECF9-B6E5-212F-91C4-303C733CF52B}"/>
                  </a:ext>
                </a:extLst>
              </p:cNvPr>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34">
                <a:extLst>
                  <a:ext uri="{FF2B5EF4-FFF2-40B4-BE49-F238E27FC236}">
                    <a16:creationId xmlns:a16="http://schemas.microsoft.com/office/drawing/2014/main" id="{8EBB9C99-248A-1EA0-7A1C-06E1FCB35726}"/>
                  </a:ext>
                </a:extLst>
              </p:cNvPr>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34">
                <a:extLst>
                  <a:ext uri="{FF2B5EF4-FFF2-40B4-BE49-F238E27FC236}">
                    <a16:creationId xmlns:a16="http://schemas.microsoft.com/office/drawing/2014/main" id="{81519955-CAE5-B7AF-07A2-1317E40DC2C4}"/>
                  </a:ext>
                </a:extLst>
              </p:cNvPr>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34">
                <a:extLst>
                  <a:ext uri="{FF2B5EF4-FFF2-40B4-BE49-F238E27FC236}">
                    <a16:creationId xmlns:a16="http://schemas.microsoft.com/office/drawing/2014/main" id="{8261517F-6E0B-957C-8CCF-B63416AD27F6}"/>
                  </a:ext>
                </a:extLst>
              </p:cNvPr>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0" name="Google Shape;8650;p34">
                <a:extLst>
                  <a:ext uri="{FF2B5EF4-FFF2-40B4-BE49-F238E27FC236}">
                    <a16:creationId xmlns:a16="http://schemas.microsoft.com/office/drawing/2014/main" id="{CA935B95-79C2-EEE7-E7C7-0DB9C040C14C}"/>
                  </a:ext>
                </a:extLst>
              </p:cNvPr>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34">
                <a:extLst>
                  <a:ext uri="{FF2B5EF4-FFF2-40B4-BE49-F238E27FC236}">
                    <a16:creationId xmlns:a16="http://schemas.microsoft.com/office/drawing/2014/main" id="{16521212-59C9-8EBC-535D-B6FF55774374}"/>
                  </a:ext>
                </a:extLst>
              </p:cNvPr>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34">
                <a:extLst>
                  <a:ext uri="{FF2B5EF4-FFF2-40B4-BE49-F238E27FC236}">
                    <a16:creationId xmlns:a16="http://schemas.microsoft.com/office/drawing/2014/main" id="{721702A2-28BE-D2D2-0310-A8284C116C08}"/>
                  </a:ext>
                </a:extLst>
              </p:cNvPr>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34">
                <a:extLst>
                  <a:ext uri="{FF2B5EF4-FFF2-40B4-BE49-F238E27FC236}">
                    <a16:creationId xmlns:a16="http://schemas.microsoft.com/office/drawing/2014/main" id="{28B6E009-E9D7-D140-656F-DE5E8DEC5A93}"/>
                  </a:ext>
                </a:extLst>
              </p:cNvPr>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34">
                <a:extLst>
                  <a:ext uri="{FF2B5EF4-FFF2-40B4-BE49-F238E27FC236}">
                    <a16:creationId xmlns:a16="http://schemas.microsoft.com/office/drawing/2014/main" id="{4B719421-AEE2-6DF7-A221-3A5CD11BCEF3}"/>
                  </a:ext>
                </a:extLst>
              </p:cNvPr>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34">
                <a:extLst>
                  <a:ext uri="{FF2B5EF4-FFF2-40B4-BE49-F238E27FC236}">
                    <a16:creationId xmlns:a16="http://schemas.microsoft.com/office/drawing/2014/main" id="{A255E188-CB42-CF15-FCC5-D3D49C84B077}"/>
                  </a:ext>
                </a:extLst>
              </p:cNvPr>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6" name="Google Shape;8656;p34">
              <a:extLst>
                <a:ext uri="{FF2B5EF4-FFF2-40B4-BE49-F238E27FC236}">
                  <a16:creationId xmlns:a16="http://schemas.microsoft.com/office/drawing/2014/main" id="{2E80EF2B-4BD3-A134-1583-3F3266D29916}"/>
                </a:ext>
              </a:extLst>
            </p:cNvPr>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57" name="Google Shape;8657;p34">
              <a:extLst>
                <a:ext uri="{FF2B5EF4-FFF2-40B4-BE49-F238E27FC236}">
                  <a16:creationId xmlns:a16="http://schemas.microsoft.com/office/drawing/2014/main" id="{0C896395-48B4-433A-6B8D-B697C5AA3AD9}"/>
                </a:ext>
              </a:extLst>
            </p:cNvPr>
            <p:cNvGrpSpPr/>
            <p:nvPr/>
          </p:nvGrpSpPr>
          <p:grpSpPr>
            <a:xfrm>
              <a:off x="357526" y="269347"/>
              <a:ext cx="326648" cy="309474"/>
              <a:chOff x="3550326" y="4310672"/>
              <a:chExt cx="393741" cy="373040"/>
            </a:xfrm>
          </p:grpSpPr>
          <p:sp>
            <p:nvSpPr>
              <p:cNvPr id="8658" name="Google Shape;8658;p34">
                <a:extLst>
                  <a:ext uri="{FF2B5EF4-FFF2-40B4-BE49-F238E27FC236}">
                    <a16:creationId xmlns:a16="http://schemas.microsoft.com/office/drawing/2014/main" id="{7D57BB00-9FFA-1C85-CC5E-45D744CD52DB}"/>
                  </a:ext>
                </a:extLst>
              </p:cNvPr>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34">
                <a:extLst>
                  <a:ext uri="{FF2B5EF4-FFF2-40B4-BE49-F238E27FC236}">
                    <a16:creationId xmlns:a16="http://schemas.microsoft.com/office/drawing/2014/main" id="{F9DCD0F9-D5CD-FBA7-CDFD-F0D44F6BA7FA}"/>
                  </a:ext>
                </a:extLst>
              </p:cNvPr>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34">
                <a:extLst>
                  <a:ext uri="{FF2B5EF4-FFF2-40B4-BE49-F238E27FC236}">
                    <a16:creationId xmlns:a16="http://schemas.microsoft.com/office/drawing/2014/main" id="{6C6BE2B6-BF01-E0A4-C58D-27AE590874EF}"/>
                  </a:ext>
                </a:extLst>
              </p:cNvPr>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34">
                <a:extLst>
                  <a:ext uri="{FF2B5EF4-FFF2-40B4-BE49-F238E27FC236}">
                    <a16:creationId xmlns:a16="http://schemas.microsoft.com/office/drawing/2014/main" id="{9CCE269D-5412-45EF-9C6F-86C8C27667F6}"/>
                  </a:ext>
                </a:extLst>
              </p:cNvPr>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34">
                <a:extLst>
                  <a:ext uri="{FF2B5EF4-FFF2-40B4-BE49-F238E27FC236}">
                    <a16:creationId xmlns:a16="http://schemas.microsoft.com/office/drawing/2014/main" id="{A1250BE2-7B6A-1B7C-FF62-FE347FE3367E}"/>
                  </a:ext>
                </a:extLst>
              </p:cNvPr>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34">
                <a:extLst>
                  <a:ext uri="{FF2B5EF4-FFF2-40B4-BE49-F238E27FC236}">
                    <a16:creationId xmlns:a16="http://schemas.microsoft.com/office/drawing/2014/main" id="{881C6C35-809E-B8D8-25B8-4AB34CDC5788}"/>
                  </a:ext>
                </a:extLst>
              </p:cNvPr>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34">
                <a:extLst>
                  <a:ext uri="{FF2B5EF4-FFF2-40B4-BE49-F238E27FC236}">
                    <a16:creationId xmlns:a16="http://schemas.microsoft.com/office/drawing/2014/main" id="{3E8EB74B-9679-28D8-F99B-FF433853D876}"/>
                  </a:ext>
                </a:extLst>
              </p:cNvPr>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34">
                <a:extLst>
                  <a:ext uri="{FF2B5EF4-FFF2-40B4-BE49-F238E27FC236}">
                    <a16:creationId xmlns:a16="http://schemas.microsoft.com/office/drawing/2014/main" id="{716EFC43-E72E-8CCF-F010-3D94A63FE4E9}"/>
                  </a:ext>
                </a:extLst>
              </p:cNvPr>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34">
                <a:extLst>
                  <a:ext uri="{FF2B5EF4-FFF2-40B4-BE49-F238E27FC236}">
                    <a16:creationId xmlns:a16="http://schemas.microsoft.com/office/drawing/2014/main" id="{85D28BF3-C58F-2375-BDC5-B9980AC31DE3}"/>
                  </a:ext>
                </a:extLst>
              </p:cNvPr>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34">
                <a:extLst>
                  <a:ext uri="{FF2B5EF4-FFF2-40B4-BE49-F238E27FC236}">
                    <a16:creationId xmlns:a16="http://schemas.microsoft.com/office/drawing/2014/main" id="{C4645AFF-596E-E8C2-117A-276C52A2EF1A}"/>
                  </a:ext>
                </a:extLst>
              </p:cNvPr>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34">
                <a:extLst>
                  <a:ext uri="{FF2B5EF4-FFF2-40B4-BE49-F238E27FC236}">
                    <a16:creationId xmlns:a16="http://schemas.microsoft.com/office/drawing/2014/main" id="{A31D241E-A079-A888-7DB9-E8B9B6E426DB}"/>
                  </a:ext>
                </a:extLst>
              </p:cNvPr>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34">
                <a:extLst>
                  <a:ext uri="{FF2B5EF4-FFF2-40B4-BE49-F238E27FC236}">
                    <a16:creationId xmlns:a16="http://schemas.microsoft.com/office/drawing/2014/main" id="{5315770E-140A-A404-2205-AFF86CE64080}"/>
                  </a:ext>
                </a:extLst>
              </p:cNvPr>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34">
                <a:extLst>
                  <a:ext uri="{FF2B5EF4-FFF2-40B4-BE49-F238E27FC236}">
                    <a16:creationId xmlns:a16="http://schemas.microsoft.com/office/drawing/2014/main" id="{A9BE0E27-D818-E7C2-6ACC-B90B40807BC4}"/>
                  </a:ext>
                </a:extLst>
              </p:cNvPr>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34">
                <a:extLst>
                  <a:ext uri="{FF2B5EF4-FFF2-40B4-BE49-F238E27FC236}">
                    <a16:creationId xmlns:a16="http://schemas.microsoft.com/office/drawing/2014/main" id="{56C8D0DE-7C3F-CECD-6371-5D14C0B5322E}"/>
                  </a:ext>
                </a:extLst>
              </p:cNvPr>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34">
                <a:extLst>
                  <a:ext uri="{FF2B5EF4-FFF2-40B4-BE49-F238E27FC236}">
                    <a16:creationId xmlns:a16="http://schemas.microsoft.com/office/drawing/2014/main" id="{6F9C219C-9C12-AF7E-B199-E2B99517527E}"/>
                  </a:ext>
                </a:extLst>
              </p:cNvPr>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34">
                <a:extLst>
                  <a:ext uri="{FF2B5EF4-FFF2-40B4-BE49-F238E27FC236}">
                    <a16:creationId xmlns:a16="http://schemas.microsoft.com/office/drawing/2014/main" id="{0489FBB5-D1A5-9BCC-BD87-6C47E9DC9A9B}"/>
                  </a:ext>
                </a:extLst>
              </p:cNvPr>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34">
                <a:extLst>
                  <a:ext uri="{FF2B5EF4-FFF2-40B4-BE49-F238E27FC236}">
                    <a16:creationId xmlns:a16="http://schemas.microsoft.com/office/drawing/2014/main" id="{5C0F0C73-A92C-CA04-FBE0-6A541D206635}"/>
                  </a:ext>
                </a:extLst>
              </p:cNvPr>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34">
                <a:extLst>
                  <a:ext uri="{FF2B5EF4-FFF2-40B4-BE49-F238E27FC236}">
                    <a16:creationId xmlns:a16="http://schemas.microsoft.com/office/drawing/2014/main" id="{E699A8E7-A1EB-A340-1B53-C9DF07EDC8C6}"/>
                  </a:ext>
                </a:extLst>
              </p:cNvPr>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34">
                <a:extLst>
                  <a:ext uri="{FF2B5EF4-FFF2-40B4-BE49-F238E27FC236}">
                    <a16:creationId xmlns:a16="http://schemas.microsoft.com/office/drawing/2014/main" id="{11280044-4DCC-F1D0-885D-EB3843843219}"/>
                  </a:ext>
                </a:extLst>
              </p:cNvPr>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34">
                <a:extLst>
                  <a:ext uri="{FF2B5EF4-FFF2-40B4-BE49-F238E27FC236}">
                    <a16:creationId xmlns:a16="http://schemas.microsoft.com/office/drawing/2014/main" id="{027E8AC0-085B-05C5-D28A-7CAF84AA17EB}"/>
                  </a:ext>
                </a:extLst>
              </p:cNvPr>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34">
                <a:extLst>
                  <a:ext uri="{FF2B5EF4-FFF2-40B4-BE49-F238E27FC236}">
                    <a16:creationId xmlns:a16="http://schemas.microsoft.com/office/drawing/2014/main" id="{80528997-F7FB-FFA6-2A18-7206D7376638}"/>
                  </a:ext>
                </a:extLst>
              </p:cNvPr>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34">
                <a:extLst>
                  <a:ext uri="{FF2B5EF4-FFF2-40B4-BE49-F238E27FC236}">
                    <a16:creationId xmlns:a16="http://schemas.microsoft.com/office/drawing/2014/main" id="{1EA4AC18-B5AF-1B8C-BDA1-626345F55878}"/>
                  </a:ext>
                </a:extLst>
              </p:cNvPr>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34">
                <a:extLst>
                  <a:ext uri="{FF2B5EF4-FFF2-40B4-BE49-F238E27FC236}">
                    <a16:creationId xmlns:a16="http://schemas.microsoft.com/office/drawing/2014/main" id="{5E9FE5B8-3323-09AA-1446-088E379AC0EC}"/>
                  </a:ext>
                </a:extLst>
              </p:cNvPr>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34">
                <a:extLst>
                  <a:ext uri="{FF2B5EF4-FFF2-40B4-BE49-F238E27FC236}">
                    <a16:creationId xmlns:a16="http://schemas.microsoft.com/office/drawing/2014/main" id="{24004C6C-3CD0-0851-1929-97F3CC1D7A57}"/>
                  </a:ext>
                </a:extLst>
              </p:cNvPr>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34">
                <a:extLst>
                  <a:ext uri="{FF2B5EF4-FFF2-40B4-BE49-F238E27FC236}">
                    <a16:creationId xmlns:a16="http://schemas.microsoft.com/office/drawing/2014/main" id="{13D2F65D-DB50-E691-1EE0-B1FA7A4933C0}"/>
                  </a:ext>
                </a:extLst>
              </p:cNvPr>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34">
                <a:extLst>
                  <a:ext uri="{FF2B5EF4-FFF2-40B4-BE49-F238E27FC236}">
                    <a16:creationId xmlns:a16="http://schemas.microsoft.com/office/drawing/2014/main" id="{90263906-6507-8AF2-9168-6D06BADC289B}"/>
                  </a:ext>
                </a:extLst>
              </p:cNvPr>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34">
                <a:extLst>
                  <a:ext uri="{FF2B5EF4-FFF2-40B4-BE49-F238E27FC236}">
                    <a16:creationId xmlns:a16="http://schemas.microsoft.com/office/drawing/2014/main" id="{C8BBEED2-E9E5-4D62-C669-B940BD770157}"/>
                  </a:ext>
                </a:extLst>
              </p:cNvPr>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34">
                <a:extLst>
                  <a:ext uri="{FF2B5EF4-FFF2-40B4-BE49-F238E27FC236}">
                    <a16:creationId xmlns:a16="http://schemas.microsoft.com/office/drawing/2014/main" id="{9E69CCFD-3B9F-A334-02EE-59394FAD22E6}"/>
                  </a:ext>
                </a:extLst>
              </p:cNvPr>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34">
                <a:extLst>
                  <a:ext uri="{FF2B5EF4-FFF2-40B4-BE49-F238E27FC236}">
                    <a16:creationId xmlns:a16="http://schemas.microsoft.com/office/drawing/2014/main" id="{517B1238-1CA6-613E-9CD6-F6D89E9276D3}"/>
                  </a:ext>
                </a:extLst>
              </p:cNvPr>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34">
                <a:extLst>
                  <a:ext uri="{FF2B5EF4-FFF2-40B4-BE49-F238E27FC236}">
                    <a16:creationId xmlns:a16="http://schemas.microsoft.com/office/drawing/2014/main" id="{D3DE02F9-F334-513E-2E41-D4C5DA7D83F6}"/>
                  </a:ext>
                </a:extLst>
              </p:cNvPr>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34">
                <a:extLst>
                  <a:ext uri="{FF2B5EF4-FFF2-40B4-BE49-F238E27FC236}">
                    <a16:creationId xmlns:a16="http://schemas.microsoft.com/office/drawing/2014/main" id="{3E1992F3-7DF2-1225-5F2E-496E59DB6008}"/>
                  </a:ext>
                </a:extLst>
              </p:cNvPr>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34">
                <a:extLst>
                  <a:ext uri="{FF2B5EF4-FFF2-40B4-BE49-F238E27FC236}">
                    <a16:creationId xmlns:a16="http://schemas.microsoft.com/office/drawing/2014/main" id="{FF9134E3-F038-ABFA-DDA0-7486BD8BC1B4}"/>
                  </a:ext>
                </a:extLst>
              </p:cNvPr>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34">
                <a:extLst>
                  <a:ext uri="{FF2B5EF4-FFF2-40B4-BE49-F238E27FC236}">
                    <a16:creationId xmlns:a16="http://schemas.microsoft.com/office/drawing/2014/main" id="{3C856F70-4228-E13C-A34C-CDDB7726CEFC}"/>
                  </a:ext>
                </a:extLst>
              </p:cNvPr>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34">
                <a:extLst>
                  <a:ext uri="{FF2B5EF4-FFF2-40B4-BE49-F238E27FC236}">
                    <a16:creationId xmlns:a16="http://schemas.microsoft.com/office/drawing/2014/main" id="{FA9DDB6E-8893-EFC3-5E77-54F774C26A10}"/>
                  </a:ext>
                </a:extLst>
              </p:cNvPr>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34">
                <a:extLst>
                  <a:ext uri="{FF2B5EF4-FFF2-40B4-BE49-F238E27FC236}">
                    <a16:creationId xmlns:a16="http://schemas.microsoft.com/office/drawing/2014/main" id="{57FD2D69-475D-865D-C6B3-F5C7CD59DBDA}"/>
                  </a:ext>
                </a:extLst>
              </p:cNvPr>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34">
                <a:extLst>
                  <a:ext uri="{FF2B5EF4-FFF2-40B4-BE49-F238E27FC236}">
                    <a16:creationId xmlns:a16="http://schemas.microsoft.com/office/drawing/2014/main" id="{930ADF30-2EE3-59E7-3229-4B84BC4D3F6C}"/>
                  </a:ext>
                </a:extLst>
              </p:cNvPr>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34">
                <a:extLst>
                  <a:ext uri="{FF2B5EF4-FFF2-40B4-BE49-F238E27FC236}">
                    <a16:creationId xmlns:a16="http://schemas.microsoft.com/office/drawing/2014/main" id="{64ACAB29-15FB-BC10-58DE-3F1FC4596D43}"/>
                  </a:ext>
                </a:extLst>
              </p:cNvPr>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34">
                <a:extLst>
                  <a:ext uri="{FF2B5EF4-FFF2-40B4-BE49-F238E27FC236}">
                    <a16:creationId xmlns:a16="http://schemas.microsoft.com/office/drawing/2014/main" id="{8F449E9D-CAA7-7F6A-7AA2-D311CCD78911}"/>
                  </a:ext>
                </a:extLst>
              </p:cNvPr>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34">
                <a:extLst>
                  <a:ext uri="{FF2B5EF4-FFF2-40B4-BE49-F238E27FC236}">
                    <a16:creationId xmlns:a16="http://schemas.microsoft.com/office/drawing/2014/main" id="{A1D2CAB8-B0F3-0C10-D7B0-5445A3AE7994}"/>
                  </a:ext>
                </a:extLst>
              </p:cNvPr>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34">
                <a:extLst>
                  <a:ext uri="{FF2B5EF4-FFF2-40B4-BE49-F238E27FC236}">
                    <a16:creationId xmlns:a16="http://schemas.microsoft.com/office/drawing/2014/main" id="{8367C1C6-93C3-7D23-63AB-F3E0E4F53FAC}"/>
                  </a:ext>
                </a:extLst>
              </p:cNvPr>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34">
                <a:extLst>
                  <a:ext uri="{FF2B5EF4-FFF2-40B4-BE49-F238E27FC236}">
                    <a16:creationId xmlns:a16="http://schemas.microsoft.com/office/drawing/2014/main" id="{817B0280-6138-ACC2-E103-8DF8FDF744DA}"/>
                  </a:ext>
                </a:extLst>
              </p:cNvPr>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34">
                <a:extLst>
                  <a:ext uri="{FF2B5EF4-FFF2-40B4-BE49-F238E27FC236}">
                    <a16:creationId xmlns:a16="http://schemas.microsoft.com/office/drawing/2014/main" id="{CA29B311-D51C-DFF0-9B48-03B79325369D}"/>
                  </a:ext>
                </a:extLst>
              </p:cNvPr>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34">
                <a:extLst>
                  <a:ext uri="{FF2B5EF4-FFF2-40B4-BE49-F238E27FC236}">
                    <a16:creationId xmlns:a16="http://schemas.microsoft.com/office/drawing/2014/main" id="{6E5AD9FE-6F16-9105-13A4-2C730C106C65}"/>
                  </a:ext>
                </a:extLst>
              </p:cNvPr>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34">
                <a:extLst>
                  <a:ext uri="{FF2B5EF4-FFF2-40B4-BE49-F238E27FC236}">
                    <a16:creationId xmlns:a16="http://schemas.microsoft.com/office/drawing/2014/main" id="{9EE3150E-9CE3-2068-6958-01518719D7A9}"/>
                  </a:ext>
                </a:extLst>
              </p:cNvPr>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34">
                <a:extLst>
                  <a:ext uri="{FF2B5EF4-FFF2-40B4-BE49-F238E27FC236}">
                    <a16:creationId xmlns:a16="http://schemas.microsoft.com/office/drawing/2014/main" id="{411EEA52-16A0-BEE7-CACF-01602357C116}"/>
                  </a:ext>
                </a:extLst>
              </p:cNvPr>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34">
                <a:extLst>
                  <a:ext uri="{FF2B5EF4-FFF2-40B4-BE49-F238E27FC236}">
                    <a16:creationId xmlns:a16="http://schemas.microsoft.com/office/drawing/2014/main" id="{9EA8D472-21E8-311C-91FD-16A39216B45E}"/>
                  </a:ext>
                </a:extLst>
              </p:cNvPr>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4" name="Google Shape;8704;p34">
                <a:extLst>
                  <a:ext uri="{FF2B5EF4-FFF2-40B4-BE49-F238E27FC236}">
                    <a16:creationId xmlns:a16="http://schemas.microsoft.com/office/drawing/2014/main" id="{40AD3F1C-5DDB-4D14-AFC7-E0774DF70789}"/>
                  </a:ext>
                </a:extLst>
              </p:cNvPr>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34">
                <a:extLst>
                  <a:ext uri="{FF2B5EF4-FFF2-40B4-BE49-F238E27FC236}">
                    <a16:creationId xmlns:a16="http://schemas.microsoft.com/office/drawing/2014/main" id="{74C7544D-2969-48C6-2D4F-D0D198833067}"/>
                  </a:ext>
                </a:extLst>
              </p:cNvPr>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34">
                <a:extLst>
                  <a:ext uri="{FF2B5EF4-FFF2-40B4-BE49-F238E27FC236}">
                    <a16:creationId xmlns:a16="http://schemas.microsoft.com/office/drawing/2014/main" id="{DCB4FAEE-AB9F-F017-C212-5E5E7ED55EA1}"/>
                  </a:ext>
                </a:extLst>
              </p:cNvPr>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34">
                <a:extLst>
                  <a:ext uri="{FF2B5EF4-FFF2-40B4-BE49-F238E27FC236}">
                    <a16:creationId xmlns:a16="http://schemas.microsoft.com/office/drawing/2014/main" id="{313CBA58-06D9-659C-343F-985E146FA874}"/>
                  </a:ext>
                </a:extLst>
              </p:cNvPr>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34">
                <a:extLst>
                  <a:ext uri="{FF2B5EF4-FFF2-40B4-BE49-F238E27FC236}">
                    <a16:creationId xmlns:a16="http://schemas.microsoft.com/office/drawing/2014/main" id="{3ADBA99C-D5B0-096F-5844-FE9EC976A4BC}"/>
                  </a:ext>
                </a:extLst>
              </p:cNvPr>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34">
                <a:extLst>
                  <a:ext uri="{FF2B5EF4-FFF2-40B4-BE49-F238E27FC236}">
                    <a16:creationId xmlns:a16="http://schemas.microsoft.com/office/drawing/2014/main" id="{5C2BECAC-7AD6-91D4-BA4E-160D2D61F64B}"/>
                  </a:ext>
                </a:extLst>
              </p:cNvPr>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34">
                <a:extLst>
                  <a:ext uri="{FF2B5EF4-FFF2-40B4-BE49-F238E27FC236}">
                    <a16:creationId xmlns:a16="http://schemas.microsoft.com/office/drawing/2014/main" id="{0D3B9AFE-6F22-BCDD-EAED-A1DBA079C85D}"/>
                  </a:ext>
                </a:extLst>
              </p:cNvPr>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34">
                <a:extLst>
                  <a:ext uri="{FF2B5EF4-FFF2-40B4-BE49-F238E27FC236}">
                    <a16:creationId xmlns:a16="http://schemas.microsoft.com/office/drawing/2014/main" id="{8DCF00A9-EA87-294E-D6F4-577B199839B6}"/>
                  </a:ext>
                </a:extLst>
              </p:cNvPr>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34">
                <a:extLst>
                  <a:ext uri="{FF2B5EF4-FFF2-40B4-BE49-F238E27FC236}">
                    <a16:creationId xmlns:a16="http://schemas.microsoft.com/office/drawing/2014/main" id="{12EA14BB-DA2A-4EFC-D76A-197F10AF976E}"/>
                  </a:ext>
                </a:extLst>
              </p:cNvPr>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34">
                <a:extLst>
                  <a:ext uri="{FF2B5EF4-FFF2-40B4-BE49-F238E27FC236}">
                    <a16:creationId xmlns:a16="http://schemas.microsoft.com/office/drawing/2014/main" id="{F223C4E6-C06B-35B1-128A-B2C21A5DD16A}"/>
                  </a:ext>
                </a:extLst>
              </p:cNvPr>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34">
                <a:extLst>
                  <a:ext uri="{FF2B5EF4-FFF2-40B4-BE49-F238E27FC236}">
                    <a16:creationId xmlns:a16="http://schemas.microsoft.com/office/drawing/2014/main" id="{622D7C85-D311-15F8-CF25-75CF51781157}"/>
                  </a:ext>
                </a:extLst>
              </p:cNvPr>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34">
                <a:extLst>
                  <a:ext uri="{FF2B5EF4-FFF2-40B4-BE49-F238E27FC236}">
                    <a16:creationId xmlns:a16="http://schemas.microsoft.com/office/drawing/2014/main" id="{81B057CD-75C5-BCC4-98BB-302CFA5E8C5F}"/>
                  </a:ext>
                </a:extLst>
              </p:cNvPr>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34">
                <a:extLst>
                  <a:ext uri="{FF2B5EF4-FFF2-40B4-BE49-F238E27FC236}">
                    <a16:creationId xmlns:a16="http://schemas.microsoft.com/office/drawing/2014/main" id="{E2984193-DD57-A248-61E4-7CD6311FF54C}"/>
                  </a:ext>
                </a:extLst>
              </p:cNvPr>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7" name="Google Shape;8717;p34">
                <a:extLst>
                  <a:ext uri="{FF2B5EF4-FFF2-40B4-BE49-F238E27FC236}">
                    <a16:creationId xmlns:a16="http://schemas.microsoft.com/office/drawing/2014/main" id="{69C93004-4A99-1153-DFD6-D9C7C1A18951}"/>
                  </a:ext>
                </a:extLst>
              </p:cNvPr>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34">
                <a:extLst>
                  <a:ext uri="{FF2B5EF4-FFF2-40B4-BE49-F238E27FC236}">
                    <a16:creationId xmlns:a16="http://schemas.microsoft.com/office/drawing/2014/main" id="{37679523-18A1-4D00-97F5-D834D8BFF977}"/>
                  </a:ext>
                </a:extLst>
              </p:cNvPr>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34">
                <a:extLst>
                  <a:ext uri="{FF2B5EF4-FFF2-40B4-BE49-F238E27FC236}">
                    <a16:creationId xmlns:a16="http://schemas.microsoft.com/office/drawing/2014/main" id="{3247674F-B09D-A5A2-7EA8-8C4B3B4F4E0D}"/>
                  </a:ext>
                </a:extLst>
              </p:cNvPr>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34">
                <a:extLst>
                  <a:ext uri="{FF2B5EF4-FFF2-40B4-BE49-F238E27FC236}">
                    <a16:creationId xmlns:a16="http://schemas.microsoft.com/office/drawing/2014/main" id="{7F01D95F-6267-D03A-5331-9CAC1EC3E0AD}"/>
                  </a:ext>
                </a:extLst>
              </p:cNvPr>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1" name="Google Shape;8721;p34">
              <a:extLst>
                <a:ext uri="{FF2B5EF4-FFF2-40B4-BE49-F238E27FC236}">
                  <a16:creationId xmlns:a16="http://schemas.microsoft.com/office/drawing/2014/main" id="{2B9F26C1-C330-83E4-DA8F-8878B3C0FD15}"/>
                </a:ext>
              </a:extLst>
            </p:cNvPr>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34">
              <a:extLst>
                <a:ext uri="{FF2B5EF4-FFF2-40B4-BE49-F238E27FC236}">
                  <a16:creationId xmlns:a16="http://schemas.microsoft.com/office/drawing/2014/main" id="{CB0FB614-F91C-D211-3E39-FF07159EE635}"/>
                </a:ext>
              </a:extLst>
            </p:cNvPr>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3" name="Google Shape;8723;p34">
            <a:extLst>
              <a:ext uri="{FF2B5EF4-FFF2-40B4-BE49-F238E27FC236}">
                <a16:creationId xmlns:a16="http://schemas.microsoft.com/office/drawing/2014/main" id="{4F9D75D4-E951-A00F-BCAE-7B2FD6E1C0D7}"/>
              </a:ext>
            </a:extLst>
          </p:cNvPr>
          <p:cNvSpPr txBox="1">
            <a:spLocks noGrp="1"/>
          </p:cNvSpPr>
          <p:nvPr>
            <p:ph type="title"/>
          </p:nvPr>
        </p:nvSpPr>
        <p:spPr>
          <a:xfrm>
            <a:off x="2434050" y="2302238"/>
            <a:ext cx="4275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Methodology</a:t>
            </a:r>
            <a:endParaRPr dirty="0"/>
          </a:p>
        </p:txBody>
      </p:sp>
      <p:sp>
        <p:nvSpPr>
          <p:cNvPr id="8724" name="Google Shape;8724;p34">
            <a:extLst>
              <a:ext uri="{FF2B5EF4-FFF2-40B4-BE49-F238E27FC236}">
                <a16:creationId xmlns:a16="http://schemas.microsoft.com/office/drawing/2014/main" id="{78423543-E01F-7F7C-39EB-2DF91F21BAE7}"/>
              </a:ext>
            </a:extLst>
          </p:cNvPr>
          <p:cNvSpPr txBox="1">
            <a:spLocks noGrp="1"/>
          </p:cNvSpPr>
          <p:nvPr>
            <p:ph type="title" idx="2"/>
          </p:nvPr>
        </p:nvSpPr>
        <p:spPr>
          <a:xfrm>
            <a:off x="3946050" y="1413175"/>
            <a:ext cx="1251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628602066"/>
      </p:ext>
    </p:extLst>
  </p:cSld>
  <p:clrMapOvr>
    <a:masterClrMapping/>
  </p:clrMapOvr>
  <p:transition spd="slow" advTm="4210">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29"/>
        <p:cNvGrpSpPr/>
        <p:nvPr/>
      </p:nvGrpSpPr>
      <p:grpSpPr>
        <a:xfrm>
          <a:off x="0" y="0"/>
          <a:ext cx="0" cy="0"/>
          <a:chOff x="0" y="0"/>
          <a:chExt cx="0" cy="0"/>
        </a:xfrm>
      </p:grpSpPr>
      <p:grpSp>
        <p:nvGrpSpPr>
          <p:cNvPr id="8730" name="Google Shape;8730;p35"/>
          <p:cNvGrpSpPr/>
          <p:nvPr/>
        </p:nvGrpSpPr>
        <p:grpSpPr>
          <a:xfrm>
            <a:off x="1195025" y="3328675"/>
            <a:ext cx="650100" cy="650100"/>
            <a:chOff x="1203200" y="3328675"/>
            <a:chExt cx="650100" cy="650100"/>
          </a:xfrm>
        </p:grpSpPr>
        <p:sp>
          <p:nvSpPr>
            <p:cNvPr id="8731" name="Google Shape;8731;p35"/>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2" name="Google Shape;8732;p35"/>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3" name="Google Shape;8733;p35"/>
            <p:cNvSpPr/>
            <p:nvPr/>
          </p:nvSpPr>
          <p:spPr>
            <a:xfrm>
              <a:off x="1330430" y="3349507"/>
              <a:ext cx="518270" cy="296436"/>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4" name="Google Shape;8734;p35"/>
          <p:cNvGrpSpPr/>
          <p:nvPr/>
        </p:nvGrpSpPr>
        <p:grpSpPr>
          <a:xfrm>
            <a:off x="2725075" y="3328675"/>
            <a:ext cx="650100" cy="650100"/>
            <a:chOff x="1203200" y="3328675"/>
            <a:chExt cx="650100" cy="650100"/>
          </a:xfrm>
        </p:grpSpPr>
        <p:sp>
          <p:nvSpPr>
            <p:cNvPr id="8735" name="Google Shape;8735;p35"/>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6" name="Google Shape;8736;p35"/>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7" name="Google Shape;8737;p35"/>
            <p:cNvSpPr/>
            <p:nvPr/>
          </p:nvSpPr>
          <p:spPr>
            <a:xfrm>
              <a:off x="1330430" y="3349507"/>
              <a:ext cx="518270" cy="296436"/>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8" name="Google Shape;8738;p35"/>
          <p:cNvGrpSpPr/>
          <p:nvPr/>
        </p:nvGrpSpPr>
        <p:grpSpPr>
          <a:xfrm>
            <a:off x="4246975" y="3328675"/>
            <a:ext cx="650100" cy="650100"/>
            <a:chOff x="1203200" y="3328675"/>
            <a:chExt cx="650100" cy="650100"/>
          </a:xfrm>
        </p:grpSpPr>
        <p:sp>
          <p:nvSpPr>
            <p:cNvPr id="8739" name="Google Shape;8739;p35"/>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0" name="Google Shape;8740;p35"/>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1" name="Google Shape;8741;p35"/>
            <p:cNvSpPr/>
            <p:nvPr/>
          </p:nvSpPr>
          <p:spPr>
            <a:xfrm>
              <a:off x="1330430" y="3349507"/>
              <a:ext cx="518270" cy="296436"/>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2" name="Google Shape;8742;p35"/>
          <p:cNvGrpSpPr/>
          <p:nvPr/>
        </p:nvGrpSpPr>
        <p:grpSpPr>
          <a:xfrm>
            <a:off x="5764800" y="3328675"/>
            <a:ext cx="650100" cy="650100"/>
            <a:chOff x="1203200" y="3328675"/>
            <a:chExt cx="650100" cy="650100"/>
          </a:xfrm>
        </p:grpSpPr>
        <p:sp>
          <p:nvSpPr>
            <p:cNvPr id="8743" name="Google Shape;8743;p35"/>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35"/>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5" name="Google Shape;8745;p35"/>
            <p:cNvSpPr/>
            <p:nvPr/>
          </p:nvSpPr>
          <p:spPr>
            <a:xfrm>
              <a:off x="1330430" y="3349507"/>
              <a:ext cx="518270" cy="296436"/>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6" name="Google Shape;8746;p35"/>
          <p:cNvGrpSpPr/>
          <p:nvPr/>
        </p:nvGrpSpPr>
        <p:grpSpPr>
          <a:xfrm>
            <a:off x="7282625" y="3328675"/>
            <a:ext cx="650100" cy="650100"/>
            <a:chOff x="1203200" y="3328675"/>
            <a:chExt cx="650100" cy="650100"/>
          </a:xfrm>
        </p:grpSpPr>
        <p:sp>
          <p:nvSpPr>
            <p:cNvPr id="8747" name="Google Shape;8747;p35"/>
            <p:cNvSpPr/>
            <p:nvPr/>
          </p:nvSpPr>
          <p:spPr>
            <a:xfrm>
              <a:off x="1203200" y="3328675"/>
              <a:ext cx="650100" cy="650100"/>
            </a:xfrm>
            <a:prstGeom prst="ellipse">
              <a:avLst/>
            </a:prstGeom>
            <a:solidFill>
              <a:srgbClr val="E1E1E1">
                <a:alpha val="54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8" name="Google Shape;8748;p35"/>
            <p:cNvSpPr/>
            <p:nvPr/>
          </p:nvSpPr>
          <p:spPr>
            <a:xfrm>
              <a:off x="1261380" y="3807474"/>
              <a:ext cx="468381" cy="163674"/>
            </a:xfrm>
            <a:custGeom>
              <a:avLst/>
              <a:gdLst/>
              <a:ahLst/>
              <a:cxnLst/>
              <a:rect l="l" t="t" r="r" b="b"/>
              <a:pathLst>
                <a:path w="18289" h="6391" extrusionOk="0">
                  <a:moveTo>
                    <a:pt x="987" y="1"/>
                  </a:moveTo>
                  <a:cubicBezTo>
                    <a:pt x="859" y="1"/>
                    <a:pt x="755" y="39"/>
                    <a:pt x="675" y="124"/>
                  </a:cubicBezTo>
                  <a:cubicBezTo>
                    <a:pt x="1" y="845"/>
                    <a:pt x="2415" y="5030"/>
                    <a:pt x="7822" y="6143"/>
                  </a:cubicBezTo>
                  <a:cubicBezTo>
                    <a:pt x="8658" y="6316"/>
                    <a:pt x="9476" y="6391"/>
                    <a:pt x="10261" y="6391"/>
                  </a:cubicBezTo>
                  <a:cubicBezTo>
                    <a:pt x="14821" y="6391"/>
                    <a:pt x="18289" y="3863"/>
                    <a:pt x="17901" y="3275"/>
                  </a:cubicBezTo>
                  <a:cubicBezTo>
                    <a:pt x="17828" y="3163"/>
                    <a:pt x="17631" y="3124"/>
                    <a:pt x="17304" y="3124"/>
                  </a:cubicBezTo>
                  <a:cubicBezTo>
                    <a:pt x="16510" y="3124"/>
                    <a:pt x="14950" y="3357"/>
                    <a:pt x="12538" y="3357"/>
                  </a:cubicBezTo>
                  <a:cubicBezTo>
                    <a:pt x="11474" y="3357"/>
                    <a:pt x="10244" y="3311"/>
                    <a:pt x="8841" y="3181"/>
                  </a:cubicBezTo>
                  <a:cubicBezTo>
                    <a:pt x="4855" y="2816"/>
                    <a:pt x="2076" y="1"/>
                    <a:pt x="9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9" name="Google Shape;8749;p35"/>
            <p:cNvSpPr/>
            <p:nvPr/>
          </p:nvSpPr>
          <p:spPr>
            <a:xfrm>
              <a:off x="1330430" y="3349507"/>
              <a:ext cx="518270" cy="296436"/>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50" name="Google Shape;8750;p35"/>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Data Overview</a:t>
            </a:r>
            <a:endParaRPr dirty="0"/>
          </a:p>
        </p:txBody>
      </p:sp>
      <p:sp>
        <p:nvSpPr>
          <p:cNvPr id="8751" name="Google Shape;8751;p35"/>
          <p:cNvSpPr txBox="1"/>
          <p:nvPr/>
        </p:nvSpPr>
        <p:spPr>
          <a:xfrm>
            <a:off x="813350" y="1766175"/>
            <a:ext cx="1429800" cy="42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2"/>
                </a:solidFill>
                <a:latin typeface="Racing Sans One"/>
                <a:ea typeface="Racing Sans One"/>
                <a:cs typeface="Racing Sans One"/>
                <a:sym typeface="Racing Sans One"/>
              </a:rPr>
              <a:t>Game Attendance</a:t>
            </a:r>
            <a:endParaRPr sz="1800" dirty="0">
              <a:solidFill>
                <a:schemeClr val="dk2"/>
              </a:solidFill>
              <a:latin typeface="Racing Sans One"/>
              <a:ea typeface="Racing Sans One"/>
              <a:cs typeface="Racing Sans One"/>
              <a:sym typeface="Racing Sans One"/>
            </a:endParaRPr>
          </a:p>
        </p:txBody>
      </p:sp>
      <p:sp>
        <p:nvSpPr>
          <p:cNvPr id="8752" name="Google Shape;8752;p35"/>
          <p:cNvSpPr txBox="1"/>
          <p:nvPr/>
        </p:nvSpPr>
        <p:spPr>
          <a:xfrm>
            <a:off x="813350" y="2194275"/>
            <a:ext cx="1429800" cy="54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50" dirty="0">
                <a:solidFill>
                  <a:schemeClr val="lt2"/>
                </a:solidFill>
                <a:latin typeface="Rubik"/>
                <a:ea typeface="Rubik"/>
                <a:cs typeface="Rubik"/>
                <a:sym typeface="Rubik"/>
              </a:rPr>
              <a:t>Dependent variable</a:t>
            </a:r>
            <a:endParaRPr sz="1050" dirty="0">
              <a:solidFill>
                <a:schemeClr val="lt2"/>
              </a:solidFill>
              <a:latin typeface="Rubik"/>
              <a:ea typeface="Rubik"/>
              <a:cs typeface="Rubik"/>
              <a:sym typeface="Rubik"/>
            </a:endParaRPr>
          </a:p>
        </p:txBody>
      </p:sp>
      <p:sp>
        <p:nvSpPr>
          <p:cNvPr id="8753" name="Google Shape;8753;p35"/>
          <p:cNvSpPr txBox="1"/>
          <p:nvPr/>
        </p:nvSpPr>
        <p:spPr>
          <a:xfrm>
            <a:off x="2335225" y="1766175"/>
            <a:ext cx="1429800" cy="42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2"/>
                </a:solidFill>
                <a:latin typeface="Racing Sans One"/>
                <a:ea typeface="Racing Sans One"/>
                <a:cs typeface="Racing Sans One"/>
                <a:sym typeface="Racing Sans One"/>
              </a:rPr>
              <a:t>Payroll</a:t>
            </a:r>
            <a:endParaRPr sz="1800" dirty="0">
              <a:solidFill>
                <a:schemeClr val="dk2"/>
              </a:solidFill>
              <a:latin typeface="Racing Sans One"/>
              <a:ea typeface="Racing Sans One"/>
              <a:cs typeface="Racing Sans One"/>
              <a:sym typeface="Racing Sans One"/>
            </a:endParaRPr>
          </a:p>
        </p:txBody>
      </p:sp>
      <p:sp>
        <p:nvSpPr>
          <p:cNvPr id="8755" name="Google Shape;8755;p35"/>
          <p:cNvSpPr txBox="1"/>
          <p:nvPr/>
        </p:nvSpPr>
        <p:spPr>
          <a:xfrm>
            <a:off x="3857100" y="1766175"/>
            <a:ext cx="1429800" cy="42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2"/>
                </a:solidFill>
                <a:latin typeface="Racing Sans One"/>
                <a:ea typeface="Racing Sans One"/>
                <a:cs typeface="Racing Sans One"/>
                <a:sym typeface="Racing Sans One"/>
              </a:rPr>
              <a:t>Population</a:t>
            </a:r>
            <a:endParaRPr sz="1800" dirty="0">
              <a:solidFill>
                <a:schemeClr val="dk2"/>
              </a:solidFill>
              <a:latin typeface="Racing Sans One"/>
              <a:ea typeface="Racing Sans One"/>
              <a:cs typeface="Racing Sans One"/>
              <a:sym typeface="Racing Sans One"/>
            </a:endParaRPr>
          </a:p>
        </p:txBody>
      </p:sp>
      <p:sp>
        <p:nvSpPr>
          <p:cNvPr id="8757" name="Google Shape;8757;p35"/>
          <p:cNvSpPr txBox="1"/>
          <p:nvPr/>
        </p:nvSpPr>
        <p:spPr>
          <a:xfrm>
            <a:off x="5378975" y="1766175"/>
            <a:ext cx="1429800" cy="42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2"/>
                </a:solidFill>
                <a:latin typeface="Racing Sans One"/>
                <a:ea typeface="Racing Sans One"/>
                <a:cs typeface="Racing Sans One"/>
                <a:sym typeface="Racing Sans One"/>
              </a:rPr>
              <a:t>Win Percentage</a:t>
            </a:r>
            <a:endParaRPr sz="1800" dirty="0">
              <a:solidFill>
                <a:schemeClr val="dk2"/>
              </a:solidFill>
              <a:latin typeface="Racing Sans One"/>
              <a:ea typeface="Racing Sans One"/>
              <a:cs typeface="Racing Sans One"/>
              <a:sym typeface="Racing Sans One"/>
            </a:endParaRPr>
          </a:p>
        </p:txBody>
      </p:sp>
      <p:sp>
        <p:nvSpPr>
          <p:cNvPr id="8759" name="Google Shape;8759;p35"/>
          <p:cNvSpPr txBox="1"/>
          <p:nvPr/>
        </p:nvSpPr>
        <p:spPr>
          <a:xfrm>
            <a:off x="6900850" y="1766175"/>
            <a:ext cx="1429800" cy="428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dirty="0">
                <a:solidFill>
                  <a:schemeClr val="dk2"/>
                </a:solidFill>
                <a:latin typeface="Racing Sans One"/>
                <a:ea typeface="Racing Sans One"/>
                <a:cs typeface="Racing Sans One"/>
                <a:sym typeface="Racing Sans One"/>
              </a:rPr>
              <a:t>Stars per Team</a:t>
            </a:r>
            <a:endParaRPr sz="1800" dirty="0">
              <a:solidFill>
                <a:schemeClr val="dk2"/>
              </a:solidFill>
              <a:latin typeface="Racing Sans One"/>
              <a:ea typeface="Racing Sans One"/>
              <a:cs typeface="Racing Sans One"/>
              <a:sym typeface="Racing Sans One"/>
            </a:endParaRPr>
          </a:p>
        </p:txBody>
      </p:sp>
      <p:grpSp>
        <p:nvGrpSpPr>
          <p:cNvPr id="8761" name="Google Shape;8761;p35"/>
          <p:cNvGrpSpPr/>
          <p:nvPr/>
        </p:nvGrpSpPr>
        <p:grpSpPr>
          <a:xfrm>
            <a:off x="4378525" y="3513213"/>
            <a:ext cx="387000" cy="281100"/>
            <a:chOff x="2757500" y="1660425"/>
            <a:chExt cx="387000" cy="281100"/>
          </a:xfrm>
        </p:grpSpPr>
        <p:sp>
          <p:nvSpPr>
            <p:cNvPr id="8762" name="Google Shape;8762;p35"/>
            <p:cNvSpPr/>
            <p:nvPr/>
          </p:nvSpPr>
          <p:spPr>
            <a:xfrm>
              <a:off x="2966700" y="1686275"/>
              <a:ext cx="177800" cy="124100"/>
            </a:xfrm>
            <a:custGeom>
              <a:avLst/>
              <a:gdLst/>
              <a:ahLst/>
              <a:cxnLst/>
              <a:rect l="l" t="t" r="r" b="b"/>
              <a:pathLst>
                <a:path w="7112" h="4964" extrusionOk="0">
                  <a:moveTo>
                    <a:pt x="6711" y="1"/>
                  </a:moveTo>
                  <a:cubicBezTo>
                    <a:pt x="6676" y="1"/>
                    <a:pt x="6639" y="7"/>
                    <a:pt x="6602" y="21"/>
                  </a:cubicBezTo>
                  <a:lnTo>
                    <a:pt x="2695" y="1448"/>
                  </a:lnTo>
                  <a:lnTo>
                    <a:pt x="0" y="4963"/>
                  </a:lnTo>
                  <a:lnTo>
                    <a:pt x="1571" y="4392"/>
                  </a:lnTo>
                  <a:cubicBezTo>
                    <a:pt x="2641" y="3982"/>
                    <a:pt x="3623" y="3429"/>
                    <a:pt x="4533" y="2751"/>
                  </a:cubicBezTo>
                  <a:cubicBezTo>
                    <a:pt x="5425" y="2109"/>
                    <a:pt x="6228" y="1341"/>
                    <a:pt x="6941" y="503"/>
                  </a:cubicBezTo>
                  <a:cubicBezTo>
                    <a:pt x="7112" y="286"/>
                    <a:pt x="6945" y="1"/>
                    <a:pt x="67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3" name="Google Shape;8763;p35"/>
            <p:cNvSpPr/>
            <p:nvPr/>
          </p:nvSpPr>
          <p:spPr>
            <a:xfrm>
              <a:off x="2966700" y="1722475"/>
              <a:ext cx="113325" cy="87900"/>
            </a:xfrm>
            <a:custGeom>
              <a:avLst/>
              <a:gdLst/>
              <a:ahLst/>
              <a:cxnLst/>
              <a:rect l="l" t="t" r="r" b="b"/>
              <a:pathLst>
                <a:path w="4533" h="3516" extrusionOk="0">
                  <a:moveTo>
                    <a:pt x="2695" y="0"/>
                  </a:moveTo>
                  <a:lnTo>
                    <a:pt x="0" y="3515"/>
                  </a:lnTo>
                  <a:lnTo>
                    <a:pt x="1571" y="2944"/>
                  </a:lnTo>
                  <a:cubicBezTo>
                    <a:pt x="2641" y="2534"/>
                    <a:pt x="3623" y="1981"/>
                    <a:pt x="4533" y="1303"/>
                  </a:cubicBezTo>
                  <a:lnTo>
                    <a:pt x="4533" y="1303"/>
                  </a:lnTo>
                  <a:cubicBezTo>
                    <a:pt x="4371" y="1324"/>
                    <a:pt x="4224" y="1334"/>
                    <a:pt x="4090" y="1334"/>
                  </a:cubicBezTo>
                  <a:cubicBezTo>
                    <a:pt x="2513" y="1334"/>
                    <a:pt x="2695" y="1"/>
                    <a:pt x="2695"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4" name="Google Shape;8764;p35"/>
            <p:cNvSpPr/>
            <p:nvPr/>
          </p:nvSpPr>
          <p:spPr>
            <a:xfrm>
              <a:off x="2759275" y="1660425"/>
              <a:ext cx="274800" cy="281100"/>
            </a:xfrm>
            <a:custGeom>
              <a:avLst/>
              <a:gdLst/>
              <a:ahLst/>
              <a:cxnLst/>
              <a:rect l="l" t="t" r="r" b="b"/>
              <a:pathLst>
                <a:path w="10992" h="11244" extrusionOk="0">
                  <a:moveTo>
                    <a:pt x="6609" y="0"/>
                  </a:moveTo>
                  <a:cubicBezTo>
                    <a:pt x="5637" y="0"/>
                    <a:pt x="4730" y="420"/>
                    <a:pt x="3873" y="1037"/>
                  </a:cubicBezTo>
                  <a:cubicBezTo>
                    <a:pt x="3480" y="1323"/>
                    <a:pt x="3087" y="1644"/>
                    <a:pt x="2731" y="2001"/>
                  </a:cubicBezTo>
                  <a:cubicBezTo>
                    <a:pt x="2552" y="2161"/>
                    <a:pt x="2392" y="2322"/>
                    <a:pt x="2231" y="2482"/>
                  </a:cubicBezTo>
                  <a:cubicBezTo>
                    <a:pt x="2088" y="2607"/>
                    <a:pt x="1963" y="2750"/>
                    <a:pt x="1856" y="2893"/>
                  </a:cubicBezTo>
                  <a:cubicBezTo>
                    <a:pt x="322" y="4731"/>
                    <a:pt x="1" y="7229"/>
                    <a:pt x="928" y="9334"/>
                  </a:cubicBezTo>
                  <a:cubicBezTo>
                    <a:pt x="1059" y="9294"/>
                    <a:pt x="1194" y="9274"/>
                    <a:pt x="1328" y="9274"/>
                  </a:cubicBezTo>
                  <a:cubicBezTo>
                    <a:pt x="1728" y="9274"/>
                    <a:pt x="2125" y="9451"/>
                    <a:pt x="2392" y="9798"/>
                  </a:cubicBezTo>
                  <a:lnTo>
                    <a:pt x="1553" y="10458"/>
                  </a:lnTo>
                  <a:cubicBezTo>
                    <a:pt x="1749" y="10726"/>
                    <a:pt x="1981" y="10993"/>
                    <a:pt x="2231" y="11243"/>
                  </a:cubicBezTo>
                  <a:lnTo>
                    <a:pt x="2427" y="11118"/>
                  </a:lnTo>
                  <a:cubicBezTo>
                    <a:pt x="3194" y="10601"/>
                    <a:pt x="3944" y="10048"/>
                    <a:pt x="4658" y="9477"/>
                  </a:cubicBezTo>
                  <a:cubicBezTo>
                    <a:pt x="4765" y="9370"/>
                    <a:pt x="4890" y="9280"/>
                    <a:pt x="5014" y="9173"/>
                  </a:cubicBezTo>
                  <a:cubicBezTo>
                    <a:pt x="5175" y="9031"/>
                    <a:pt x="5336" y="8888"/>
                    <a:pt x="5496" y="8763"/>
                  </a:cubicBezTo>
                  <a:cubicBezTo>
                    <a:pt x="6067" y="8263"/>
                    <a:pt x="6620" y="7746"/>
                    <a:pt x="7138" y="7211"/>
                  </a:cubicBezTo>
                  <a:cubicBezTo>
                    <a:pt x="7798" y="6551"/>
                    <a:pt x="8440" y="5855"/>
                    <a:pt x="9029" y="5141"/>
                  </a:cubicBezTo>
                  <a:cubicBezTo>
                    <a:pt x="9136" y="5016"/>
                    <a:pt x="9225" y="4891"/>
                    <a:pt x="9315" y="4784"/>
                  </a:cubicBezTo>
                  <a:cubicBezTo>
                    <a:pt x="9921" y="4035"/>
                    <a:pt x="10474" y="3268"/>
                    <a:pt x="10992" y="2482"/>
                  </a:cubicBezTo>
                  <a:cubicBezTo>
                    <a:pt x="9868" y="1341"/>
                    <a:pt x="8226" y="74"/>
                    <a:pt x="6727" y="2"/>
                  </a:cubicBezTo>
                  <a:cubicBezTo>
                    <a:pt x="6688" y="1"/>
                    <a:pt x="6648" y="0"/>
                    <a:pt x="66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5" name="Google Shape;8765;p35"/>
            <p:cNvSpPr/>
            <p:nvPr/>
          </p:nvSpPr>
          <p:spPr>
            <a:xfrm>
              <a:off x="2757500" y="1686350"/>
              <a:ext cx="139200" cy="255175"/>
            </a:xfrm>
            <a:custGeom>
              <a:avLst/>
              <a:gdLst/>
              <a:ahLst/>
              <a:cxnLst/>
              <a:rect l="l" t="t" r="r" b="b"/>
              <a:pathLst>
                <a:path w="5568" h="10207" extrusionOk="0">
                  <a:moveTo>
                    <a:pt x="3944" y="0"/>
                  </a:moveTo>
                  <a:lnTo>
                    <a:pt x="3944" y="0"/>
                  </a:lnTo>
                  <a:cubicBezTo>
                    <a:pt x="3373" y="411"/>
                    <a:pt x="2819" y="928"/>
                    <a:pt x="2302" y="1445"/>
                  </a:cubicBezTo>
                  <a:cubicBezTo>
                    <a:pt x="446" y="3301"/>
                    <a:pt x="0" y="6031"/>
                    <a:pt x="999" y="8297"/>
                  </a:cubicBezTo>
                  <a:cubicBezTo>
                    <a:pt x="1130" y="8257"/>
                    <a:pt x="1265" y="8237"/>
                    <a:pt x="1399" y="8237"/>
                  </a:cubicBezTo>
                  <a:cubicBezTo>
                    <a:pt x="1799" y="8237"/>
                    <a:pt x="2196" y="8414"/>
                    <a:pt x="2463" y="8761"/>
                  </a:cubicBezTo>
                  <a:lnTo>
                    <a:pt x="1624" y="9421"/>
                  </a:lnTo>
                  <a:cubicBezTo>
                    <a:pt x="1820" y="9689"/>
                    <a:pt x="2052" y="9956"/>
                    <a:pt x="2302" y="10206"/>
                  </a:cubicBezTo>
                  <a:lnTo>
                    <a:pt x="2498" y="10081"/>
                  </a:lnTo>
                  <a:cubicBezTo>
                    <a:pt x="3569" y="9350"/>
                    <a:pt x="4604" y="8565"/>
                    <a:pt x="5567" y="7708"/>
                  </a:cubicBezTo>
                  <a:cubicBezTo>
                    <a:pt x="750" y="4604"/>
                    <a:pt x="3890" y="72"/>
                    <a:pt x="394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35"/>
            <p:cNvSpPr/>
            <p:nvPr/>
          </p:nvSpPr>
          <p:spPr>
            <a:xfrm>
              <a:off x="2801650" y="1707025"/>
              <a:ext cx="190500" cy="189875"/>
            </a:xfrm>
            <a:custGeom>
              <a:avLst/>
              <a:gdLst/>
              <a:ahLst/>
              <a:cxnLst/>
              <a:rect l="l" t="t" r="r" b="b"/>
              <a:pathLst>
                <a:path w="7620" h="7595" extrusionOk="0">
                  <a:moveTo>
                    <a:pt x="2033" y="1"/>
                  </a:moveTo>
                  <a:cubicBezTo>
                    <a:pt x="1617" y="1"/>
                    <a:pt x="1280" y="60"/>
                    <a:pt x="1036" y="137"/>
                  </a:cubicBezTo>
                  <a:cubicBezTo>
                    <a:pt x="857" y="297"/>
                    <a:pt x="697" y="458"/>
                    <a:pt x="536" y="618"/>
                  </a:cubicBezTo>
                  <a:cubicBezTo>
                    <a:pt x="393" y="743"/>
                    <a:pt x="268" y="886"/>
                    <a:pt x="161" y="1029"/>
                  </a:cubicBezTo>
                  <a:cubicBezTo>
                    <a:pt x="72" y="1368"/>
                    <a:pt x="1" y="1867"/>
                    <a:pt x="54" y="2510"/>
                  </a:cubicBezTo>
                  <a:cubicBezTo>
                    <a:pt x="126" y="3223"/>
                    <a:pt x="358" y="3973"/>
                    <a:pt x="750" y="4722"/>
                  </a:cubicBezTo>
                  <a:cubicBezTo>
                    <a:pt x="1232" y="5650"/>
                    <a:pt x="1946" y="6578"/>
                    <a:pt x="2873" y="7524"/>
                  </a:cubicBezTo>
                  <a:lnTo>
                    <a:pt x="2963" y="7595"/>
                  </a:lnTo>
                  <a:cubicBezTo>
                    <a:pt x="3070" y="7506"/>
                    <a:pt x="3195" y="7416"/>
                    <a:pt x="3319" y="7309"/>
                  </a:cubicBezTo>
                  <a:lnTo>
                    <a:pt x="3195" y="7185"/>
                  </a:lnTo>
                  <a:cubicBezTo>
                    <a:pt x="2088" y="6078"/>
                    <a:pt x="714" y="4365"/>
                    <a:pt x="518" y="2510"/>
                  </a:cubicBezTo>
                  <a:cubicBezTo>
                    <a:pt x="411" y="1511"/>
                    <a:pt x="679" y="886"/>
                    <a:pt x="732" y="761"/>
                  </a:cubicBezTo>
                  <a:lnTo>
                    <a:pt x="804" y="690"/>
                  </a:lnTo>
                  <a:cubicBezTo>
                    <a:pt x="908" y="645"/>
                    <a:pt x="1362" y="451"/>
                    <a:pt x="2081" y="451"/>
                  </a:cubicBezTo>
                  <a:cubicBezTo>
                    <a:pt x="2222" y="451"/>
                    <a:pt x="2373" y="458"/>
                    <a:pt x="2534" y="476"/>
                  </a:cubicBezTo>
                  <a:cubicBezTo>
                    <a:pt x="4408" y="690"/>
                    <a:pt x="6121" y="2046"/>
                    <a:pt x="7227" y="3152"/>
                  </a:cubicBezTo>
                  <a:lnTo>
                    <a:pt x="7334" y="3277"/>
                  </a:lnTo>
                  <a:cubicBezTo>
                    <a:pt x="7441" y="3152"/>
                    <a:pt x="7530" y="3027"/>
                    <a:pt x="7620" y="2920"/>
                  </a:cubicBezTo>
                  <a:lnTo>
                    <a:pt x="7548" y="2831"/>
                  </a:lnTo>
                  <a:cubicBezTo>
                    <a:pt x="6620" y="1903"/>
                    <a:pt x="5675" y="1189"/>
                    <a:pt x="4747" y="708"/>
                  </a:cubicBezTo>
                  <a:cubicBezTo>
                    <a:pt x="3997" y="333"/>
                    <a:pt x="3266" y="101"/>
                    <a:pt x="2552" y="30"/>
                  </a:cubicBezTo>
                  <a:cubicBezTo>
                    <a:pt x="2368" y="10"/>
                    <a:pt x="2195" y="1"/>
                    <a:pt x="20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7" name="Google Shape;8767;p35"/>
          <p:cNvGrpSpPr/>
          <p:nvPr/>
        </p:nvGrpSpPr>
        <p:grpSpPr>
          <a:xfrm>
            <a:off x="5937350" y="3467525"/>
            <a:ext cx="313150" cy="372500"/>
            <a:chOff x="2769550" y="3365775"/>
            <a:chExt cx="313150" cy="372500"/>
          </a:xfrm>
        </p:grpSpPr>
        <p:sp>
          <p:nvSpPr>
            <p:cNvPr id="8768" name="Google Shape;8768;p35"/>
            <p:cNvSpPr/>
            <p:nvPr/>
          </p:nvSpPr>
          <p:spPr>
            <a:xfrm>
              <a:off x="2769550" y="3365775"/>
              <a:ext cx="313150" cy="365800"/>
            </a:xfrm>
            <a:custGeom>
              <a:avLst/>
              <a:gdLst/>
              <a:ahLst/>
              <a:cxnLst/>
              <a:rect l="l" t="t" r="r" b="b"/>
              <a:pathLst>
                <a:path w="12526" h="14632" extrusionOk="0">
                  <a:moveTo>
                    <a:pt x="6869" y="1"/>
                  </a:moveTo>
                  <a:cubicBezTo>
                    <a:pt x="6566" y="1"/>
                    <a:pt x="6281" y="126"/>
                    <a:pt x="6067" y="322"/>
                  </a:cubicBezTo>
                  <a:cubicBezTo>
                    <a:pt x="5870" y="536"/>
                    <a:pt x="5745" y="821"/>
                    <a:pt x="5745" y="1125"/>
                  </a:cubicBezTo>
                  <a:lnTo>
                    <a:pt x="5745" y="1696"/>
                  </a:lnTo>
                  <a:cubicBezTo>
                    <a:pt x="5745" y="1071"/>
                    <a:pt x="5246" y="554"/>
                    <a:pt x="4621" y="554"/>
                  </a:cubicBezTo>
                  <a:cubicBezTo>
                    <a:pt x="4300" y="554"/>
                    <a:pt x="4015" y="679"/>
                    <a:pt x="3818" y="893"/>
                  </a:cubicBezTo>
                  <a:cubicBezTo>
                    <a:pt x="3604" y="1089"/>
                    <a:pt x="3479" y="1375"/>
                    <a:pt x="3479" y="1696"/>
                  </a:cubicBezTo>
                  <a:lnTo>
                    <a:pt x="3479" y="4675"/>
                  </a:lnTo>
                  <a:cubicBezTo>
                    <a:pt x="3479" y="5014"/>
                    <a:pt x="3212" y="5282"/>
                    <a:pt x="2873" y="5282"/>
                  </a:cubicBezTo>
                  <a:cubicBezTo>
                    <a:pt x="2712" y="5282"/>
                    <a:pt x="2552" y="5211"/>
                    <a:pt x="2444" y="5104"/>
                  </a:cubicBezTo>
                  <a:cubicBezTo>
                    <a:pt x="2337" y="4997"/>
                    <a:pt x="2266" y="4836"/>
                    <a:pt x="2266" y="4675"/>
                  </a:cubicBezTo>
                  <a:lnTo>
                    <a:pt x="2266" y="3694"/>
                  </a:lnTo>
                  <a:cubicBezTo>
                    <a:pt x="2266" y="3498"/>
                    <a:pt x="2088" y="3319"/>
                    <a:pt x="1891" y="3319"/>
                  </a:cubicBezTo>
                  <a:cubicBezTo>
                    <a:pt x="1356" y="3319"/>
                    <a:pt x="892" y="3534"/>
                    <a:pt x="553" y="3873"/>
                  </a:cubicBezTo>
                  <a:cubicBezTo>
                    <a:pt x="214" y="4212"/>
                    <a:pt x="0" y="4693"/>
                    <a:pt x="0" y="5211"/>
                  </a:cubicBezTo>
                  <a:lnTo>
                    <a:pt x="0" y="8369"/>
                  </a:lnTo>
                  <a:cubicBezTo>
                    <a:pt x="0" y="11759"/>
                    <a:pt x="2694" y="14525"/>
                    <a:pt x="6067" y="14632"/>
                  </a:cubicBezTo>
                  <a:lnTo>
                    <a:pt x="6263" y="14632"/>
                  </a:lnTo>
                  <a:cubicBezTo>
                    <a:pt x="7191" y="14632"/>
                    <a:pt x="8065" y="14435"/>
                    <a:pt x="8868" y="14079"/>
                  </a:cubicBezTo>
                  <a:cubicBezTo>
                    <a:pt x="9546" y="13757"/>
                    <a:pt x="10170" y="13329"/>
                    <a:pt x="10688" y="12794"/>
                  </a:cubicBezTo>
                  <a:cubicBezTo>
                    <a:pt x="11580" y="11902"/>
                    <a:pt x="12204" y="10760"/>
                    <a:pt x="12436" y="9457"/>
                  </a:cubicBezTo>
                  <a:cubicBezTo>
                    <a:pt x="12490" y="9100"/>
                    <a:pt x="12526" y="8744"/>
                    <a:pt x="12526" y="8369"/>
                  </a:cubicBezTo>
                  <a:lnTo>
                    <a:pt x="12526" y="1125"/>
                  </a:lnTo>
                  <a:cubicBezTo>
                    <a:pt x="12526" y="500"/>
                    <a:pt x="12026" y="1"/>
                    <a:pt x="11401" y="1"/>
                  </a:cubicBezTo>
                  <a:cubicBezTo>
                    <a:pt x="10777" y="1"/>
                    <a:pt x="10260" y="500"/>
                    <a:pt x="10260" y="1125"/>
                  </a:cubicBezTo>
                  <a:cubicBezTo>
                    <a:pt x="10260" y="500"/>
                    <a:pt x="9760" y="1"/>
                    <a:pt x="9135" y="1"/>
                  </a:cubicBezTo>
                  <a:cubicBezTo>
                    <a:pt x="8832" y="1"/>
                    <a:pt x="8547" y="126"/>
                    <a:pt x="8333" y="322"/>
                  </a:cubicBezTo>
                  <a:cubicBezTo>
                    <a:pt x="8136" y="536"/>
                    <a:pt x="8011" y="821"/>
                    <a:pt x="8011" y="1125"/>
                  </a:cubicBezTo>
                  <a:cubicBezTo>
                    <a:pt x="8011" y="500"/>
                    <a:pt x="7494" y="1"/>
                    <a:pt x="68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35"/>
            <p:cNvSpPr/>
            <p:nvPr/>
          </p:nvSpPr>
          <p:spPr>
            <a:xfrm>
              <a:off x="2769550" y="3448750"/>
              <a:ext cx="165050" cy="282825"/>
            </a:xfrm>
            <a:custGeom>
              <a:avLst/>
              <a:gdLst/>
              <a:ahLst/>
              <a:cxnLst/>
              <a:rect l="l" t="t" r="r" b="b"/>
              <a:pathLst>
                <a:path w="6602" h="11313" extrusionOk="0">
                  <a:moveTo>
                    <a:pt x="1891" y="0"/>
                  </a:moveTo>
                  <a:cubicBezTo>
                    <a:pt x="1356" y="0"/>
                    <a:pt x="892" y="215"/>
                    <a:pt x="553" y="554"/>
                  </a:cubicBezTo>
                  <a:cubicBezTo>
                    <a:pt x="214" y="893"/>
                    <a:pt x="0" y="1374"/>
                    <a:pt x="0" y="1892"/>
                  </a:cubicBezTo>
                  <a:lnTo>
                    <a:pt x="0" y="5050"/>
                  </a:lnTo>
                  <a:cubicBezTo>
                    <a:pt x="0" y="8440"/>
                    <a:pt x="2694" y="11206"/>
                    <a:pt x="6067" y="11313"/>
                  </a:cubicBezTo>
                  <a:lnTo>
                    <a:pt x="6602" y="11313"/>
                  </a:lnTo>
                  <a:cubicBezTo>
                    <a:pt x="3301" y="11134"/>
                    <a:pt x="678" y="8404"/>
                    <a:pt x="678" y="5050"/>
                  </a:cubicBezTo>
                  <a:lnTo>
                    <a:pt x="678" y="1892"/>
                  </a:lnTo>
                  <a:cubicBezTo>
                    <a:pt x="678" y="1374"/>
                    <a:pt x="874" y="893"/>
                    <a:pt x="1231" y="554"/>
                  </a:cubicBezTo>
                  <a:cubicBezTo>
                    <a:pt x="1463" y="322"/>
                    <a:pt x="1749" y="143"/>
                    <a:pt x="2088" y="54"/>
                  </a:cubicBezTo>
                  <a:cubicBezTo>
                    <a:pt x="2034" y="18"/>
                    <a:pt x="1963" y="0"/>
                    <a:pt x="1891"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35"/>
            <p:cNvSpPr/>
            <p:nvPr/>
          </p:nvSpPr>
          <p:spPr>
            <a:xfrm>
              <a:off x="2826200" y="3482650"/>
              <a:ext cx="254275" cy="248925"/>
            </a:xfrm>
            <a:custGeom>
              <a:avLst/>
              <a:gdLst/>
              <a:ahLst/>
              <a:cxnLst/>
              <a:rect l="l" t="t" r="r" b="b"/>
              <a:pathLst>
                <a:path w="10171" h="9957" extrusionOk="0">
                  <a:moveTo>
                    <a:pt x="0" y="0"/>
                  </a:moveTo>
                  <a:lnTo>
                    <a:pt x="0" y="3105"/>
                  </a:lnTo>
                  <a:cubicBezTo>
                    <a:pt x="0" y="3408"/>
                    <a:pt x="232" y="3676"/>
                    <a:pt x="535" y="3712"/>
                  </a:cubicBezTo>
                  <a:cubicBezTo>
                    <a:pt x="2105" y="3908"/>
                    <a:pt x="3426" y="4907"/>
                    <a:pt x="4050" y="6299"/>
                  </a:cubicBezTo>
                  <a:cubicBezTo>
                    <a:pt x="4050" y="6299"/>
                    <a:pt x="5050" y="7173"/>
                    <a:pt x="3801" y="9957"/>
                  </a:cubicBezTo>
                  <a:lnTo>
                    <a:pt x="3997" y="9957"/>
                  </a:lnTo>
                  <a:cubicBezTo>
                    <a:pt x="4925" y="9957"/>
                    <a:pt x="5799" y="9760"/>
                    <a:pt x="6602" y="9404"/>
                  </a:cubicBezTo>
                  <a:cubicBezTo>
                    <a:pt x="7280" y="9082"/>
                    <a:pt x="7904" y="8654"/>
                    <a:pt x="8422" y="8119"/>
                  </a:cubicBezTo>
                  <a:cubicBezTo>
                    <a:pt x="9314" y="7227"/>
                    <a:pt x="9938" y="6085"/>
                    <a:pt x="10170" y="4782"/>
                  </a:cubicBezTo>
                  <a:cubicBezTo>
                    <a:pt x="9734" y="4502"/>
                    <a:pt x="9189" y="4344"/>
                    <a:pt x="8500" y="4344"/>
                  </a:cubicBezTo>
                  <a:cubicBezTo>
                    <a:pt x="8400" y="4344"/>
                    <a:pt x="8296" y="4347"/>
                    <a:pt x="8190" y="4354"/>
                  </a:cubicBezTo>
                  <a:cubicBezTo>
                    <a:pt x="7946" y="4371"/>
                    <a:pt x="7710" y="4379"/>
                    <a:pt x="7481" y="4379"/>
                  </a:cubicBezTo>
                  <a:cubicBezTo>
                    <a:pt x="2834" y="4379"/>
                    <a:pt x="1213" y="1089"/>
                    <a:pt x="1213" y="1089"/>
                  </a:cubicBezTo>
                  <a:lnTo>
                    <a:pt x="1213" y="0"/>
                  </a:lnTo>
                  <a:cubicBezTo>
                    <a:pt x="1213" y="339"/>
                    <a:pt x="946" y="607"/>
                    <a:pt x="607" y="607"/>
                  </a:cubicBezTo>
                  <a:cubicBezTo>
                    <a:pt x="446" y="607"/>
                    <a:pt x="286" y="536"/>
                    <a:pt x="178" y="429"/>
                  </a:cubicBezTo>
                  <a:cubicBezTo>
                    <a:pt x="71" y="322"/>
                    <a:pt x="0" y="161"/>
                    <a:pt x="0"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35"/>
            <p:cNvSpPr/>
            <p:nvPr/>
          </p:nvSpPr>
          <p:spPr>
            <a:xfrm>
              <a:off x="2913175" y="3365775"/>
              <a:ext cx="35700" cy="139650"/>
            </a:xfrm>
            <a:custGeom>
              <a:avLst/>
              <a:gdLst/>
              <a:ahLst/>
              <a:cxnLst/>
              <a:rect l="l" t="t" r="r" b="b"/>
              <a:pathLst>
                <a:path w="1428" h="5586" extrusionOk="0">
                  <a:moveTo>
                    <a:pt x="1124" y="1"/>
                  </a:moveTo>
                  <a:cubicBezTo>
                    <a:pt x="500" y="1"/>
                    <a:pt x="0" y="500"/>
                    <a:pt x="0" y="1125"/>
                  </a:cubicBezTo>
                  <a:lnTo>
                    <a:pt x="0" y="5585"/>
                  </a:lnTo>
                  <a:cubicBezTo>
                    <a:pt x="322" y="5585"/>
                    <a:pt x="589" y="5336"/>
                    <a:pt x="589" y="5014"/>
                  </a:cubicBezTo>
                  <a:lnTo>
                    <a:pt x="589" y="1125"/>
                  </a:lnTo>
                  <a:cubicBezTo>
                    <a:pt x="589" y="607"/>
                    <a:pt x="946" y="161"/>
                    <a:pt x="1428" y="36"/>
                  </a:cubicBezTo>
                  <a:cubicBezTo>
                    <a:pt x="1321" y="19"/>
                    <a:pt x="1232" y="1"/>
                    <a:pt x="11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2" name="Google Shape;8772;p35"/>
            <p:cNvSpPr/>
            <p:nvPr/>
          </p:nvSpPr>
          <p:spPr>
            <a:xfrm>
              <a:off x="2969825" y="3365775"/>
              <a:ext cx="35250" cy="139650"/>
            </a:xfrm>
            <a:custGeom>
              <a:avLst/>
              <a:gdLst/>
              <a:ahLst/>
              <a:cxnLst/>
              <a:rect l="l" t="t" r="r" b="b"/>
              <a:pathLst>
                <a:path w="1410" h="5586" extrusionOk="0">
                  <a:moveTo>
                    <a:pt x="1124" y="1"/>
                  </a:moveTo>
                  <a:cubicBezTo>
                    <a:pt x="500" y="1"/>
                    <a:pt x="0" y="500"/>
                    <a:pt x="0" y="1125"/>
                  </a:cubicBezTo>
                  <a:lnTo>
                    <a:pt x="0" y="5585"/>
                  </a:lnTo>
                  <a:cubicBezTo>
                    <a:pt x="322" y="5585"/>
                    <a:pt x="571" y="5336"/>
                    <a:pt x="571" y="5014"/>
                  </a:cubicBezTo>
                  <a:lnTo>
                    <a:pt x="571" y="1125"/>
                  </a:lnTo>
                  <a:cubicBezTo>
                    <a:pt x="571" y="607"/>
                    <a:pt x="928" y="161"/>
                    <a:pt x="1410" y="36"/>
                  </a:cubicBezTo>
                  <a:cubicBezTo>
                    <a:pt x="1321" y="19"/>
                    <a:pt x="1232" y="1"/>
                    <a:pt x="112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3" name="Google Shape;8773;p35"/>
            <p:cNvSpPr/>
            <p:nvPr/>
          </p:nvSpPr>
          <p:spPr>
            <a:xfrm>
              <a:off x="3026025" y="3365775"/>
              <a:ext cx="35700" cy="169100"/>
            </a:xfrm>
            <a:custGeom>
              <a:avLst/>
              <a:gdLst/>
              <a:ahLst/>
              <a:cxnLst/>
              <a:rect l="l" t="t" r="r" b="b"/>
              <a:pathLst>
                <a:path w="1428" h="6764" extrusionOk="0">
                  <a:moveTo>
                    <a:pt x="1142" y="1"/>
                  </a:moveTo>
                  <a:cubicBezTo>
                    <a:pt x="518" y="1"/>
                    <a:pt x="1" y="500"/>
                    <a:pt x="1" y="1125"/>
                  </a:cubicBezTo>
                  <a:lnTo>
                    <a:pt x="1" y="6763"/>
                  </a:lnTo>
                  <a:cubicBezTo>
                    <a:pt x="322" y="6763"/>
                    <a:pt x="589" y="6513"/>
                    <a:pt x="589" y="6192"/>
                  </a:cubicBezTo>
                  <a:lnTo>
                    <a:pt x="589" y="1125"/>
                  </a:lnTo>
                  <a:cubicBezTo>
                    <a:pt x="589" y="607"/>
                    <a:pt x="946" y="161"/>
                    <a:pt x="1428" y="36"/>
                  </a:cubicBezTo>
                  <a:cubicBezTo>
                    <a:pt x="1339" y="19"/>
                    <a:pt x="1232" y="1"/>
                    <a:pt x="114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35"/>
            <p:cNvSpPr/>
            <p:nvPr/>
          </p:nvSpPr>
          <p:spPr>
            <a:xfrm>
              <a:off x="2856525" y="3379600"/>
              <a:ext cx="35700" cy="170425"/>
            </a:xfrm>
            <a:custGeom>
              <a:avLst/>
              <a:gdLst/>
              <a:ahLst/>
              <a:cxnLst/>
              <a:rect l="l" t="t" r="r" b="b"/>
              <a:pathLst>
                <a:path w="1428" h="6817" extrusionOk="0">
                  <a:moveTo>
                    <a:pt x="1142" y="1"/>
                  </a:moveTo>
                  <a:cubicBezTo>
                    <a:pt x="518" y="1"/>
                    <a:pt x="0" y="518"/>
                    <a:pt x="0" y="1143"/>
                  </a:cubicBezTo>
                  <a:lnTo>
                    <a:pt x="0" y="5603"/>
                  </a:lnTo>
                  <a:lnTo>
                    <a:pt x="589" y="6817"/>
                  </a:lnTo>
                  <a:lnTo>
                    <a:pt x="589" y="1143"/>
                  </a:lnTo>
                  <a:cubicBezTo>
                    <a:pt x="589" y="607"/>
                    <a:pt x="946" y="161"/>
                    <a:pt x="1428" y="36"/>
                  </a:cubicBezTo>
                  <a:cubicBezTo>
                    <a:pt x="1339" y="19"/>
                    <a:pt x="1231" y="1"/>
                    <a:pt x="114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5" name="Google Shape;8775;p35"/>
            <p:cNvSpPr/>
            <p:nvPr/>
          </p:nvSpPr>
          <p:spPr>
            <a:xfrm>
              <a:off x="2891325" y="3425225"/>
              <a:ext cx="43725" cy="43175"/>
            </a:xfrm>
            <a:custGeom>
              <a:avLst/>
              <a:gdLst/>
              <a:ahLst/>
              <a:cxnLst/>
              <a:rect l="l" t="t" r="r" b="b"/>
              <a:pathLst>
                <a:path w="1749" h="1727" extrusionOk="0">
                  <a:moveTo>
                    <a:pt x="1508" y="0"/>
                  </a:moveTo>
                  <a:cubicBezTo>
                    <a:pt x="1454" y="0"/>
                    <a:pt x="1401" y="23"/>
                    <a:pt x="1356" y="67"/>
                  </a:cubicBezTo>
                  <a:lnTo>
                    <a:pt x="71" y="1334"/>
                  </a:lnTo>
                  <a:cubicBezTo>
                    <a:pt x="0" y="1423"/>
                    <a:pt x="0" y="1566"/>
                    <a:pt x="71" y="1655"/>
                  </a:cubicBezTo>
                  <a:cubicBezTo>
                    <a:pt x="125" y="1691"/>
                    <a:pt x="178" y="1726"/>
                    <a:pt x="232" y="1726"/>
                  </a:cubicBezTo>
                  <a:cubicBezTo>
                    <a:pt x="303" y="1726"/>
                    <a:pt x="357" y="1691"/>
                    <a:pt x="393" y="1655"/>
                  </a:cubicBezTo>
                  <a:lnTo>
                    <a:pt x="1659" y="388"/>
                  </a:lnTo>
                  <a:cubicBezTo>
                    <a:pt x="1749" y="299"/>
                    <a:pt x="1749" y="156"/>
                    <a:pt x="1659" y="67"/>
                  </a:cubicBezTo>
                  <a:cubicBezTo>
                    <a:pt x="1615" y="23"/>
                    <a:pt x="1561" y="0"/>
                    <a:pt x="15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6" name="Google Shape;8776;p35"/>
            <p:cNvSpPr/>
            <p:nvPr/>
          </p:nvSpPr>
          <p:spPr>
            <a:xfrm>
              <a:off x="2891325" y="3425225"/>
              <a:ext cx="43725" cy="43175"/>
            </a:xfrm>
            <a:custGeom>
              <a:avLst/>
              <a:gdLst/>
              <a:ahLst/>
              <a:cxnLst/>
              <a:rect l="l" t="t" r="r" b="b"/>
              <a:pathLst>
                <a:path w="1749" h="1727" extrusionOk="0">
                  <a:moveTo>
                    <a:pt x="232" y="0"/>
                  </a:moveTo>
                  <a:cubicBezTo>
                    <a:pt x="174" y="0"/>
                    <a:pt x="116" y="23"/>
                    <a:pt x="71" y="67"/>
                  </a:cubicBezTo>
                  <a:cubicBezTo>
                    <a:pt x="0" y="156"/>
                    <a:pt x="0" y="299"/>
                    <a:pt x="71" y="388"/>
                  </a:cubicBezTo>
                  <a:lnTo>
                    <a:pt x="1356" y="1655"/>
                  </a:lnTo>
                  <a:cubicBezTo>
                    <a:pt x="1392" y="1691"/>
                    <a:pt x="1445" y="1726"/>
                    <a:pt x="1517" y="1726"/>
                  </a:cubicBezTo>
                  <a:cubicBezTo>
                    <a:pt x="1570" y="1726"/>
                    <a:pt x="1624" y="1691"/>
                    <a:pt x="1659" y="1655"/>
                  </a:cubicBezTo>
                  <a:cubicBezTo>
                    <a:pt x="1749" y="1566"/>
                    <a:pt x="1749" y="1423"/>
                    <a:pt x="1659" y="1334"/>
                  </a:cubicBezTo>
                  <a:lnTo>
                    <a:pt x="393" y="67"/>
                  </a:lnTo>
                  <a:cubicBezTo>
                    <a:pt x="348" y="23"/>
                    <a:pt x="290" y="0"/>
                    <a:pt x="2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7" name="Google Shape;8777;p35"/>
            <p:cNvSpPr/>
            <p:nvPr/>
          </p:nvSpPr>
          <p:spPr>
            <a:xfrm>
              <a:off x="2947525" y="3425225"/>
              <a:ext cx="44175" cy="43175"/>
            </a:xfrm>
            <a:custGeom>
              <a:avLst/>
              <a:gdLst/>
              <a:ahLst/>
              <a:cxnLst/>
              <a:rect l="l" t="t" r="r" b="b"/>
              <a:pathLst>
                <a:path w="1767" h="1727" extrusionOk="0">
                  <a:moveTo>
                    <a:pt x="1517" y="0"/>
                  </a:moveTo>
                  <a:cubicBezTo>
                    <a:pt x="1459" y="0"/>
                    <a:pt x="1401" y="23"/>
                    <a:pt x="1356" y="67"/>
                  </a:cubicBezTo>
                  <a:lnTo>
                    <a:pt x="89" y="1334"/>
                  </a:lnTo>
                  <a:cubicBezTo>
                    <a:pt x="0" y="1423"/>
                    <a:pt x="0" y="1566"/>
                    <a:pt x="89" y="1655"/>
                  </a:cubicBezTo>
                  <a:cubicBezTo>
                    <a:pt x="143" y="1691"/>
                    <a:pt x="197" y="1726"/>
                    <a:pt x="250" y="1726"/>
                  </a:cubicBezTo>
                  <a:cubicBezTo>
                    <a:pt x="304" y="1726"/>
                    <a:pt x="375" y="1691"/>
                    <a:pt x="411" y="1655"/>
                  </a:cubicBezTo>
                  <a:lnTo>
                    <a:pt x="1677" y="388"/>
                  </a:lnTo>
                  <a:cubicBezTo>
                    <a:pt x="1767" y="299"/>
                    <a:pt x="1767" y="156"/>
                    <a:pt x="1677" y="67"/>
                  </a:cubicBezTo>
                  <a:cubicBezTo>
                    <a:pt x="1633" y="23"/>
                    <a:pt x="1575" y="0"/>
                    <a:pt x="15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35"/>
            <p:cNvSpPr/>
            <p:nvPr/>
          </p:nvSpPr>
          <p:spPr>
            <a:xfrm>
              <a:off x="2947525" y="3425225"/>
              <a:ext cx="44175" cy="43175"/>
            </a:xfrm>
            <a:custGeom>
              <a:avLst/>
              <a:gdLst/>
              <a:ahLst/>
              <a:cxnLst/>
              <a:rect l="l" t="t" r="r" b="b"/>
              <a:pathLst>
                <a:path w="1767" h="1727" extrusionOk="0">
                  <a:moveTo>
                    <a:pt x="250" y="0"/>
                  </a:moveTo>
                  <a:cubicBezTo>
                    <a:pt x="192" y="0"/>
                    <a:pt x="134" y="23"/>
                    <a:pt x="89" y="67"/>
                  </a:cubicBezTo>
                  <a:cubicBezTo>
                    <a:pt x="0" y="156"/>
                    <a:pt x="0" y="299"/>
                    <a:pt x="89" y="388"/>
                  </a:cubicBezTo>
                  <a:lnTo>
                    <a:pt x="1356" y="1655"/>
                  </a:lnTo>
                  <a:cubicBezTo>
                    <a:pt x="1410" y="1691"/>
                    <a:pt x="1463" y="1726"/>
                    <a:pt x="1517" y="1726"/>
                  </a:cubicBezTo>
                  <a:cubicBezTo>
                    <a:pt x="1588" y="1726"/>
                    <a:pt x="1642" y="1691"/>
                    <a:pt x="1677" y="1655"/>
                  </a:cubicBezTo>
                  <a:cubicBezTo>
                    <a:pt x="1767" y="1566"/>
                    <a:pt x="1767" y="1423"/>
                    <a:pt x="1677" y="1334"/>
                  </a:cubicBezTo>
                  <a:lnTo>
                    <a:pt x="411" y="67"/>
                  </a:lnTo>
                  <a:cubicBezTo>
                    <a:pt x="366" y="23"/>
                    <a:pt x="308" y="0"/>
                    <a:pt x="2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9" name="Google Shape;8779;p35"/>
            <p:cNvSpPr/>
            <p:nvPr/>
          </p:nvSpPr>
          <p:spPr>
            <a:xfrm>
              <a:off x="3004175" y="3425225"/>
              <a:ext cx="44175" cy="43175"/>
            </a:xfrm>
            <a:custGeom>
              <a:avLst/>
              <a:gdLst/>
              <a:ahLst/>
              <a:cxnLst/>
              <a:rect l="l" t="t" r="r" b="b"/>
              <a:pathLst>
                <a:path w="1767" h="1727" extrusionOk="0">
                  <a:moveTo>
                    <a:pt x="1517" y="0"/>
                  </a:moveTo>
                  <a:cubicBezTo>
                    <a:pt x="1459" y="0"/>
                    <a:pt x="1401" y="23"/>
                    <a:pt x="1356" y="67"/>
                  </a:cubicBezTo>
                  <a:lnTo>
                    <a:pt x="89" y="1334"/>
                  </a:lnTo>
                  <a:cubicBezTo>
                    <a:pt x="0" y="1423"/>
                    <a:pt x="0" y="1566"/>
                    <a:pt x="89" y="1655"/>
                  </a:cubicBezTo>
                  <a:cubicBezTo>
                    <a:pt x="125" y="1691"/>
                    <a:pt x="197" y="1726"/>
                    <a:pt x="250" y="1726"/>
                  </a:cubicBezTo>
                  <a:cubicBezTo>
                    <a:pt x="304" y="1726"/>
                    <a:pt x="357" y="1691"/>
                    <a:pt x="411" y="1655"/>
                  </a:cubicBezTo>
                  <a:lnTo>
                    <a:pt x="1677" y="388"/>
                  </a:lnTo>
                  <a:cubicBezTo>
                    <a:pt x="1767" y="299"/>
                    <a:pt x="1767" y="156"/>
                    <a:pt x="1677" y="67"/>
                  </a:cubicBezTo>
                  <a:cubicBezTo>
                    <a:pt x="1633" y="23"/>
                    <a:pt x="1575" y="0"/>
                    <a:pt x="15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0" name="Google Shape;8780;p35"/>
            <p:cNvSpPr/>
            <p:nvPr/>
          </p:nvSpPr>
          <p:spPr>
            <a:xfrm>
              <a:off x="3004175" y="3425225"/>
              <a:ext cx="44175" cy="43175"/>
            </a:xfrm>
            <a:custGeom>
              <a:avLst/>
              <a:gdLst/>
              <a:ahLst/>
              <a:cxnLst/>
              <a:rect l="l" t="t" r="r" b="b"/>
              <a:pathLst>
                <a:path w="1767" h="1727" extrusionOk="0">
                  <a:moveTo>
                    <a:pt x="250" y="0"/>
                  </a:moveTo>
                  <a:cubicBezTo>
                    <a:pt x="192" y="0"/>
                    <a:pt x="134" y="23"/>
                    <a:pt x="89" y="67"/>
                  </a:cubicBezTo>
                  <a:cubicBezTo>
                    <a:pt x="0" y="156"/>
                    <a:pt x="0" y="299"/>
                    <a:pt x="89" y="388"/>
                  </a:cubicBezTo>
                  <a:lnTo>
                    <a:pt x="1356" y="1655"/>
                  </a:lnTo>
                  <a:cubicBezTo>
                    <a:pt x="1410" y="1691"/>
                    <a:pt x="1463" y="1726"/>
                    <a:pt x="1517" y="1726"/>
                  </a:cubicBezTo>
                  <a:cubicBezTo>
                    <a:pt x="1570" y="1726"/>
                    <a:pt x="1642" y="1691"/>
                    <a:pt x="1677" y="1655"/>
                  </a:cubicBezTo>
                  <a:cubicBezTo>
                    <a:pt x="1767" y="1566"/>
                    <a:pt x="1767" y="1423"/>
                    <a:pt x="1677" y="1334"/>
                  </a:cubicBezTo>
                  <a:lnTo>
                    <a:pt x="411" y="67"/>
                  </a:lnTo>
                  <a:cubicBezTo>
                    <a:pt x="366" y="23"/>
                    <a:pt x="308" y="0"/>
                    <a:pt x="2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35"/>
            <p:cNvSpPr/>
            <p:nvPr/>
          </p:nvSpPr>
          <p:spPr>
            <a:xfrm>
              <a:off x="2839575" y="3696600"/>
              <a:ext cx="24100" cy="30525"/>
            </a:xfrm>
            <a:custGeom>
              <a:avLst/>
              <a:gdLst/>
              <a:ahLst/>
              <a:cxnLst/>
              <a:rect l="l" t="t" r="r" b="b"/>
              <a:pathLst>
                <a:path w="964" h="1221" extrusionOk="0">
                  <a:moveTo>
                    <a:pt x="715" y="0"/>
                  </a:moveTo>
                  <a:cubicBezTo>
                    <a:pt x="634" y="0"/>
                    <a:pt x="555" y="40"/>
                    <a:pt x="518" y="114"/>
                  </a:cubicBezTo>
                  <a:lnTo>
                    <a:pt x="54" y="881"/>
                  </a:lnTo>
                  <a:cubicBezTo>
                    <a:pt x="0" y="988"/>
                    <a:pt x="36" y="1131"/>
                    <a:pt x="143" y="1185"/>
                  </a:cubicBezTo>
                  <a:cubicBezTo>
                    <a:pt x="179" y="1220"/>
                    <a:pt x="214" y="1220"/>
                    <a:pt x="250" y="1220"/>
                  </a:cubicBezTo>
                  <a:cubicBezTo>
                    <a:pt x="321" y="1220"/>
                    <a:pt x="393" y="1185"/>
                    <a:pt x="446" y="1113"/>
                  </a:cubicBezTo>
                  <a:lnTo>
                    <a:pt x="892" y="328"/>
                  </a:lnTo>
                  <a:cubicBezTo>
                    <a:pt x="964" y="239"/>
                    <a:pt x="928" y="96"/>
                    <a:pt x="821" y="25"/>
                  </a:cubicBezTo>
                  <a:cubicBezTo>
                    <a:pt x="788" y="8"/>
                    <a:pt x="751" y="0"/>
                    <a:pt x="7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35"/>
            <p:cNvSpPr/>
            <p:nvPr/>
          </p:nvSpPr>
          <p:spPr>
            <a:xfrm>
              <a:off x="2864550" y="3707425"/>
              <a:ext cx="24125" cy="30850"/>
            </a:xfrm>
            <a:custGeom>
              <a:avLst/>
              <a:gdLst/>
              <a:ahLst/>
              <a:cxnLst/>
              <a:rect l="l" t="t" r="r" b="b"/>
              <a:pathLst>
                <a:path w="965" h="1234" extrusionOk="0">
                  <a:moveTo>
                    <a:pt x="700" y="1"/>
                  </a:moveTo>
                  <a:cubicBezTo>
                    <a:pt x="624" y="1"/>
                    <a:pt x="553" y="40"/>
                    <a:pt x="518" y="109"/>
                  </a:cubicBezTo>
                  <a:lnTo>
                    <a:pt x="54" y="894"/>
                  </a:lnTo>
                  <a:cubicBezTo>
                    <a:pt x="1" y="1001"/>
                    <a:pt x="36" y="1144"/>
                    <a:pt x="143" y="1198"/>
                  </a:cubicBezTo>
                  <a:cubicBezTo>
                    <a:pt x="179" y="1215"/>
                    <a:pt x="215" y="1233"/>
                    <a:pt x="250" y="1233"/>
                  </a:cubicBezTo>
                  <a:cubicBezTo>
                    <a:pt x="322" y="1233"/>
                    <a:pt x="393" y="1198"/>
                    <a:pt x="447" y="1126"/>
                  </a:cubicBezTo>
                  <a:lnTo>
                    <a:pt x="893" y="341"/>
                  </a:lnTo>
                  <a:cubicBezTo>
                    <a:pt x="964" y="234"/>
                    <a:pt x="928" y="91"/>
                    <a:pt x="821" y="38"/>
                  </a:cubicBezTo>
                  <a:cubicBezTo>
                    <a:pt x="783" y="13"/>
                    <a:pt x="741" y="1"/>
                    <a:pt x="7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35"/>
            <p:cNvSpPr/>
            <p:nvPr/>
          </p:nvSpPr>
          <p:spPr>
            <a:xfrm>
              <a:off x="2991225" y="3696600"/>
              <a:ext cx="24575" cy="30525"/>
            </a:xfrm>
            <a:custGeom>
              <a:avLst/>
              <a:gdLst/>
              <a:ahLst/>
              <a:cxnLst/>
              <a:rect l="l" t="t" r="r" b="b"/>
              <a:pathLst>
                <a:path w="983" h="1221" extrusionOk="0">
                  <a:moveTo>
                    <a:pt x="250" y="0"/>
                  </a:moveTo>
                  <a:cubicBezTo>
                    <a:pt x="213" y="0"/>
                    <a:pt x="177" y="8"/>
                    <a:pt x="144" y="25"/>
                  </a:cubicBezTo>
                  <a:cubicBezTo>
                    <a:pt x="37" y="96"/>
                    <a:pt x="1" y="239"/>
                    <a:pt x="72" y="328"/>
                  </a:cubicBezTo>
                  <a:lnTo>
                    <a:pt x="518" y="1113"/>
                  </a:lnTo>
                  <a:cubicBezTo>
                    <a:pt x="572" y="1185"/>
                    <a:pt x="643" y="1220"/>
                    <a:pt x="715" y="1220"/>
                  </a:cubicBezTo>
                  <a:cubicBezTo>
                    <a:pt x="750" y="1220"/>
                    <a:pt x="804" y="1220"/>
                    <a:pt x="839" y="1185"/>
                  </a:cubicBezTo>
                  <a:cubicBezTo>
                    <a:pt x="946" y="1131"/>
                    <a:pt x="982" y="988"/>
                    <a:pt x="911" y="881"/>
                  </a:cubicBezTo>
                  <a:lnTo>
                    <a:pt x="447" y="114"/>
                  </a:lnTo>
                  <a:cubicBezTo>
                    <a:pt x="410" y="40"/>
                    <a:pt x="330" y="0"/>
                    <a:pt x="2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4" name="Google Shape;8784;p35"/>
            <p:cNvSpPr/>
            <p:nvPr/>
          </p:nvSpPr>
          <p:spPr>
            <a:xfrm>
              <a:off x="2966250" y="3707425"/>
              <a:ext cx="24550" cy="30850"/>
            </a:xfrm>
            <a:custGeom>
              <a:avLst/>
              <a:gdLst/>
              <a:ahLst/>
              <a:cxnLst/>
              <a:rect l="l" t="t" r="r" b="b"/>
              <a:pathLst>
                <a:path w="982" h="1234" extrusionOk="0">
                  <a:moveTo>
                    <a:pt x="266" y="1"/>
                  </a:moveTo>
                  <a:cubicBezTo>
                    <a:pt x="224" y="1"/>
                    <a:pt x="181" y="13"/>
                    <a:pt x="143" y="38"/>
                  </a:cubicBezTo>
                  <a:cubicBezTo>
                    <a:pt x="36" y="91"/>
                    <a:pt x="1" y="234"/>
                    <a:pt x="72" y="341"/>
                  </a:cubicBezTo>
                  <a:lnTo>
                    <a:pt x="536" y="1126"/>
                  </a:lnTo>
                  <a:cubicBezTo>
                    <a:pt x="572" y="1198"/>
                    <a:pt x="643" y="1233"/>
                    <a:pt x="714" y="1233"/>
                  </a:cubicBezTo>
                  <a:cubicBezTo>
                    <a:pt x="768" y="1233"/>
                    <a:pt x="804" y="1215"/>
                    <a:pt x="839" y="1198"/>
                  </a:cubicBezTo>
                  <a:cubicBezTo>
                    <a:pt x="946" y="1144"/>
                    <a:pt x="982" y="1001"/>
                    <a:pt x="911" y="894"/>
                  </a:cubicBezTo>
                  <a:lnTo>
                    <a:pt x="465" y="109"/>
                  </a:lnTo>
                  <a:cubicBezTo>
                    <a:pt x="418" y="40"/>
                    <a:pt x="343" y="1"/>
                    <a:pt x="2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5" name="Google Shape;8785;p35"/>
          <p:cNvGrpSpPr/>
          <p:nvPr/>
        </p:nvGrpSpPr>
        <p:grpSpPr>
          <a:xfrm>
            <a:off x="2877263" y="3467513"/>
            <a:ext cx="345725" cy="372475"/>
            <a:chOff x="2200350" y="1660475"/>
            <a:chExt cx="345725" cy="372475"/>
          </a:xfrm>
        </p:grpSpPr>
        <p:sp>
          <p:nvSpPr>
            <p:cNvPr id="8786" name="Google Shape;8786;p35"/>
            <p:cNvSpPr/>
            <p:nvPr/>
          </p:nvSpPr>
          <p:spPr>
            <a:xfrm>
              <a:off x="2356025" y="1660475"/>
              <a:ext cx="33925" cy="33925"/>
            </a:xfrm>
            <a:custGeom>
              <a:avLst/>
              <a:gdLst/>
              <a:ahLst/>
              <a:cxnLst/>
              <a:rect l="l" t="t" r="r" b="b"/>
              <a:pathLst>
                <a:path w="1357" h="1357" extrusionOk="0">
                  <a:moveTo>
                    <a:pt x="679" y="0"/>
                  </a:moveTo>
                  <a:cubicBezTo>
                    <a:pt x="304" y="0"/>
                    <a:pt x="1" y="304"/>
                    <a:pt x="1" y="678"/>
                  </a:cubicBezTo>
                  <a:cubicBezTo>
                    <a:pt x="1" y="1053"/>
                    <a:pt x="304" y="1356"/>
                    <a:pt x="679" y="1356"/>
                  </a:cubicBezTo>
                  <a:cubicBezTo>
                    <a:pt x="1054" y="1356"/>
                    <a:pt x="1357" y="1053"/>
                    <a:pt x="1357" y="678"/>
                  </a:cubicBezTo>
                  <a:cubicBezTo>
                    <a:pt x="1357" y="304"/>
                    <a:pt x="1054" y="0"/>
                    <a:pt x="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7" name="Google Shape;8787;p35"/>
            <p:cNvSpPr/>
            <p:nvPr/>
          </p:nvSpPr>
          <p:spPr>
            <a:xfrm>
              <a:off x="2356025" y="1660475"/>
              <a:ext cx="21450" cy="33925"/>
            </a:xfrm>
            <a:custGeom>
              <a:avLst/>
              <a:gdLst/>
              <a:ahLst/>
              <a:cxnLst/>
              <a:rect l="l" t="t" r="r" b="b"/>
              <a:pathLst>
                <a:path w="858" h="1357" extrusionOk="0">
                  <a:moveTo>
                    <a:pt x="679" y="0"/>
                  </a:moveTo>
                  <a:cubicBezTo>
                    <a:pt x="304" y="0"/>
                    <a:pt x="1" y="304"/>
                    <a:pt x="1" y="678"/>
                  </a:cubicBezTo>
                  <a:cubicBezTo>
                    <a:pt x="1" y="1053"/>
                    <a:pt x="304" y="1356"/>
                    <a:pt x="679" y="1356"/>
                  </a:cubicBezTo>
                  <a:cubicBezTo>
                    <a:pt x="750" y="1356"/>
                    <a:pt x="804" y="1339"/>
                    <a:pt x="857" y="1339"/>
                  </a:cubicBezTo>
                  <a:cubicBezTo>
                    <a:pt x="590" y="1249"/>
                    <a:pt x="376" y="982"/>
                    <a:pt x="376" y="678"/>
                  </a:cubicBezTo>
                  <a:cubicBezTo>
                    <a:pt x="376" y="375"/>
                    <a:pt x="590" y="107"/>
                    <a:pt x="857" y="36"/>
                  </a:cubicBezTo>
                  <a:cubicBezTo>
                    <a:pt x="804" y="18"/>
                    <a:pt x="750" y="0"/>
                    <a:pt x="679"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8" name="Google Shape;8788;p35"/>
            <p:cNvSpPr/>
            <p:nvPr/>
          </p:nvSpPr>
          <p:spPr>
            <a:xfrm>
              <a:off x="2200350" y="1721575"/>
              <a:ext cx="125825" cy="186050"/>
            </a:xfrm>
            <a:custGeom>
              <a:avLst/>
              <a:gdLst/>
              <a:ahLst/>
              <a:cxnLst/>
              <a:rect l="l" t="t" r="r" b="b"/>
              <a:pathLst>
                <a:path w="5033" h="7442" extrusionOk="0">
                  <a:moveTo>
                    <a:pt x="429" y="1"/>
                  </a:moveTo>
                  <a:cubicBezTo>
                    <a:pt x="322" y="1"/>
                    <a:pt x="233" y="72"/>
                    <a:pt x="215" y="197"/>
                  </a:cubicBezTo>
                  <a:cubicBezTo>
                    <a:pt x="197" y="251"/>
                    <a:pt x="1" y="1446"/>
                    <a:pt x="429" y="2945"/>
                  </a:cubicBezTo>
                  <a:cubicBezTo>
                    <a:pt x="697" y="3819"/>
                    <a:pt x="1125" y="4622"/>
                    <a:pt x="1714" y="5300"/>
                  </a:cubicBezTo>
                  <a:cubicBezTo>
                    <a:pt x="2463" y="6156"/>
                    <a:pt x="3444" y="6852"/>
                    <a:pt x="4640" y="7352"/>
                  </a:cubicBezTo>
                  <a:lnTo>
                    <a:pt x="4854" y="7441"/>
                  </a:lnTo>
                  <a:lnTo>
                    <a:pt x="5032" y="7031"/>
                  </a:lnTo>
                  <a:lnTo>
                    <a:pt x="4818" y="6942"/>
                  </a:lnTo>
                  <a:cubicBezTo>
                    <a:pt x="3694" y="6460"/>
                    <a:pt x="2766" y="5817"/>
                    <a:pt x="2071" y="5015"/>
                  </a:cubicBezTo>
                  <a:cubicBezTo>
                    <a:pt x="1535" y="4372"/>
                    <a:pt x="1125" y="3641"/>
                    <a:pt x="893" y="2838"/>
                  </a:cubicBezTo>
                  <a:cubicBezTo>
                    <a:pt x="572" y="1767"/>
                    <a:pt x="607" y="839"/>
                    <a:pt x="643" y="465"/>
                  </a:cubicBezTo>
                  <a:lnTo>
                    <a:pt x="1375" y="465"/>
                  </a:lnTo>
                  <a:cubicBezTo>
                    <a:pt x="1482" y="982"/>
                    <a:pt x="1946" y="1375"/>
                    <a:pt x="2481" y="1392"/>
                  </a:cubicBezTo>
                  <a:lnTo>
                    <a:pt x="2713" y="1392"/>
                  </a:lnTo>
                  <a:lnTo>
                    <a:pt x="2731" y="946"/>
                  </a:lnTo>
                  <a:lnTo>
                    <a:pt x="2499" y="929"/>
                  </a:lnTo>
                  <a:cubicBezTo>
                    <a:pt x="2124" y="929"/>
                    <a:pt x="1821" y="607"/>
                    <a:pt x="1821" y="233"/>
                  </a:cubicBezTo>
                  <a:cubicBezTo>
                    <a:pt x="1821" y="108"/>
                    <a:pt x="1714" y="1"/>
                    <a:pt x="1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35"/>
            <p:cNvSpPr/>
            <p:nvPr/>
          </p:nvSpPr>
          <p:spPr>
            <a:xfrm>
              <a:off x="2369425" y="1721575"/>
              <a:ext cx="176650" cy="206125"/>
            </a:xfrm>
            <a:custGeom>
              <a:avLst/>
              <a:gdLst/>
              <a:ahLst/>
              <a:cxnLst/>
              <a:rect l="l" t="t" r="r" b="b"/>
              <a:pathLst>
                <a:path w="7066" h="8245" extrusionOk="0">
                  <a:moveTo>
                    <a:pt x="5460" y="1"/>
                  </a:moveTo>
                  <a:cubicBezTo>
                    <a:pt x="5335" y="1"/>
                    <a:pt x="5246" y="108"/>
                    <a:pt x="5246" y="233"/>
                  </a:cubicBezTo>
                  <a:cubicBezTo>
                    <a:pt x="5246" y="607"/>
                    <a:pt x="4925" y="929"/>
                    <a:pt x="4550" y="929"/>
                  </a:cubicBezTo>
                  <a:lnTo>
                    <a:pt x="4318" y="946"/>
                  </a:lnTo>
                  <a:lnTo>
                    <a:pt x="4336" y="1392"/>
                  </a:lnTo>
                  <a:lnTo>
                    <a:pt x="4568" y="1392"/>
                  </a:lnTo>
                  <a:cubicBezTo>
                    <a:pt x="5103" y="1375"/>
                    <a:pt x="5567" y="982"/>
                    <a:pt x="5674" y="465"/>
                  </a:cubicBezTo>
                  <a:lnTo>
                    <a:pt x="6406" y="465"/>
                  </a:lnTo>
                  <a:cubicBezTo>
                    <a:pt x="6441" y="839"/>
                    <a:pt x="6495" y="1749"/>
                    <a:pt x="6174" y="2820"/>
                  </a:cubicBezTo>
                  <a:cubicBezTo>
                    <a:pt x="5924" y="3623"/>
                    <a:pt x="5531" y="4372"/>
                    <a:pt x="4978" y="4997"/>
                  </a:cubicBezTo>
                  <a:cubicBezTo>
                    <a:pt x="4300" y="5800"/>
                    <a:pt x="3372" y="6460"/>
                    <a:pt x="2231" y="6924"/>
                  </a:cubicBezTo>
                  <a:lnTo>
                    <a:pt x="0" y="7816"/>
                  </a:lnTo>
                  <a:lnTo>
                    <a:pt x="161" y="8244"/>
                  </a:lnTo>
                  <a:lnTo>
                    <a:pt x="2409" y="7352"/>
                  </a:lnTo>
                  <a:cubicBezTo>
                    <a:pt x="3622" y="6852"/>
                    <a:pt x="4604" y="6156"/>
                    <a:pt x="5335" y="5300"/>
                  </a:cubicBezTo>
                  <a:cubicBezTo>
                    <a:pt x="5924" y="4622"/>
                    <a:pt x="6352" y="3819"/>
                    <a:pt x="6620" y="2945"/>
                  </a:cubicBezTo>
                  <a:cubicBezTo>
                    <a:pt x="7066" y="1446"/>
                    <a:pt x="6852" y="251"/>
                    <a:pt x="6852" y="197"/>
                  </a:cubicBezTo>
                  <a:cubicBezTo>
                    <a:pt x="6816" y="90"/>
                    <a:pt x="6727" y="1"/>
                    <a:pt x="6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35"/>
            <p:cNvSpPr/>
            <p:nvPr/>
          </p:nvSpPr>
          <p:spPr>
            <a:xfrm>
              <a:off x="2291800" y="1995475"/>
              <a:ext cx="162400" cy="37475"/>
            </a:xfrm>
            <a:custGeom>
              <a:avLst/>
              <a:gdLst/>
              <a:ahLst/>
              <a:cxnLst/>
              <a:rect l="l" t="t" r="r" b="b"/>
              <a:pathLst>
                <a:path w="6496" h="1499" extrusionOk="0">
                  <a:moveTo>
                    <a:pt x="911" y="0"/>
                  </a:moveTo>
                  <a:cubicBezTo>
                    <a:pt x="911" y="500"/>
                    <a:pt x="500" y="910"/>
                    <a:pt x="1" y="910"/>
                  </a:cubicBezTo>
                  <a:lnTo>
                    <a:pt x="1" y="1499"/>
                  </a:lnTo>
                  <a:lnTo>
                    <a:pt x="6495" y="1499"/>
                  </a:lnTo>
                  <a:lnTo>
                    <a:pt x="6495" y="910"/>
                  </a:lnTo>
                  <a:cubicBezTo>
                    <a:pt x="5996" y="910"/>
                    <a:pt x="5585" y="500"/>
                    <a:pt x="5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35"/>
            <p:cNvSpPr/>
            <p:nvPr/>
          </p:nvSpPr>
          <p:spPr>
            <a:xfrm>
              <a:off x="2291800" y="1995475"/>
              <a:ext cx="59350" cy="37475"/>
            </a:xfrm>
            <a:custGeom>
              <a:avLst/>
              <a:gdLst/>
              <a:ahLst/>
              <a:cxnLst/>
              <a:rect l="l" t="t" r="r" b="b"/>
              <a:pathLst>
                <a:path w="2374" h="1499" extrusionOk="0">
                  <a:moveTo>
                    <a:pt x="911" y="0"/>
                  </a:moveTo>
                  <a:cubicBezTo>
                    <a:pt x="911" y="500"/>
                    <a:pt x="500" y="910"/>
                    <a:pt x="1" y="910"/>
                  </a:cubicBezTo>
                  <a:lnTo>
                    <a:pt x="1" y="1499"/>
                  </a:lnTo>
                  <a:lnTo>
                    <a:pt x="1464" y="1499"/>
                  </a:lnTo>
                  <a:lnTo>
                    <a:pt x="1464" y="910"/>
                  </a:lnTo>
                  <a:cubicBezTo>
                    <a:pt x="1981" y="910"/>
                    <a:pt x="2374" y="500"/>
                    <a:pt x="2374"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2" name="Google Shape;8792;p35"/>
            <p:cNvSpPr/>
            <p:nvPr/>
          </p:nvSpPr>
          <p:spPr>
            <a:xfrm>
              <a:off x="2336850" y="1925875"/>
              <a:ext cx="72300" cy="69625"/>
            </a:xfrm>
            <a:custGeom>
              <a:avLst/>
              <a:gdLst/>
              <a:ahLst/>
              <a:cxnLst/>
              <a:rect l="l" t="t" r="r" b="b"/>
              <a:pathLst>
                <a:path w="2892" h="2785" extrusionOk="0">
                  <a:moveTo>
                    <a:pt x="821" y="1"/>
                  </a:moveTo>
                  <a:cubicBezTo>
                    <a:pt x="821" y="143"/>
                    <a:pt x="821" y="304"/>
                    <a:pt x="804" y="465"/>
                  </a:cubicBezTo>
                  <a:cubicBezTo>
                    <a:pt x="768" y="1232"/>
                    <a:pt x="572" y="2213"/>
                    <a:pt x="1" y="2784"/>
                  </a:cubicBezTo>
                  <a:lnTo>
                    <a:pt x="2891" y="2784"/>
                  </a:lnTo>
                  <a:cubicBezTo>
                    <a:pt x="2320" y="2213"/>
                    <a:pt x="2124" y="1232"/>
                    <a:pt x="2088" y="465"/>
                  </a:cubicBezTo>
                  <a:cubicBezTo>
                    <a:pt x="2070" y="304"/>
                    <a:pt x="2070" y="143"/>
                    <a:pt x="20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3" name="Google Shape;8793;p35"/>
            <p:cNvSpPr/>
            <p:nvPr/>
          </p:nvSpPr>
          <p:spPr>
            <a:xfrm>
              <a:off x="2336850" y="1925875"/>
              <a:ext cx="30350" cy="69625"/>
            </a:xfrm>
            <a:custGeom>
              <a:avLst/>
              <a:gdLst/>
              <a:ahLst/>
              <a:cxnLst/>
              <a:rect l="l" t="t" r="r" b="b"/>
              <a:pathLst>
                <a:path w="1214" h="2785" extrusionOk="0">
                  <a:moveTo>
                    <a:pt x="821" y="1"/>
                  </a:moveTo>
                  <a:cubicBezTo>
                    <a:pt x="821" y="786"/>
                    <a:pt x="697" y="2088"/>
                    <a:pt x="1" y="2784"/>
                  </a:cubicBezTo>
                  <a:lnTo>
                    <a:pt x="893" y="2784"/>
                  </a:lnTo>
                  <a:cubicBezTo>
                    <a:pt x="1160" y="2088"/>
                    <a:pt x="1214" y="786"/>
                    <a:pt x="1214"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35"/>
            <p:cNvSpPr/>
            <p:nvPr/>
          </p:nvSpPr>
          <p:spPr>
            <a:xfrm>
              <a:off x="2269950" y="1690350"/>
              <a:ext cx="206100" cy="37050"/>
            </a:xfrm>
            <a:custGeom>
              <a:avLst/>
              <a:gdLst/>
              <a:ahLst/>
              <a:cxnLst/>
              <a:rect l="l" t="t" r="r" b="b"/>
              <a:pathLst>
                <a:path w="8244" h="1482" extrusionOk="0">
                  <a:moveTo>
                    <a:pt x="4122" y="1"/>
                  </a:moveTo>
                  <a:cubicBezTo>
                    <a:pt x="1856" y="1"/>
                    <a:pt x="0" y="679"/>
                    <a:pt x="0" y="1482"/>
                  </a:cubicBezTo>
                  <a:lnTo>
                    <a:pt x="8244" y="1482"/>
                  </a:lnTo>
                  <a:cubicBezTo>
                    <a:pt x="8244" y="679"/>
                    <a:pt x="6388" y="1"/>
                    <a:pt x="4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5" name="Google Shape;8795;p35"/>
            <p:cNvSpPr/>
            <p:nvPr/>
          </p:nvSpPr>
          <p:spPr>
            <a:xfrm>
              <a:off x="2269950" y="1690350"/>
              <a:ext cx="124475" cy="37050"/>
            </a:xfrm>
            <a:custGeom>
              <a:avLst/>
              <a:gdLst/>
              <a:ahLst/>
              <a:cxnLst/>
              <a:rect l="l" t="t" r="r" b="b"/>
              <a:pathLst>
                <a:path w="4979" h="1482" extrusionOk="0">
                  <a:moveTo>
                    <a:pt x="4122" y="1"/>
                  </a:moveTo>
                  <a:cubicBezTo>
                    <a:pt x="1856" y="1"/>
                    <a:pt x="0" y="679"/>
                    <a:pt x="0" y="1482"/>
                  </a:cubicBezTo>
                  <a:lnTo>
                    <a:pt x="1713" y="1482"/>
                  </a:lnTo>
                  <a:cubicBezTo>
                    <a:pt x="1713" y="768"/>
                    <a:pt x="3123" y="179"/>
                    <a:pt x="4978" y="36"/>
                  </a:cubicBezTo>
                  <a:cubicBezTo>
                    <a:pt x="4711" y="19"/>
                    <a:pt x="4425" y="1"/>
                    <a:pt x="4122"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6" name="Google Shape;8796;p35"/>
            <p:cNvSpPr/>
            <p:nvPr/>
          </p:nvSpPr>
          <p:spPr>
            <a:xfrm>
              <a:off x="2257900" y="1727375"/>
              <a:ext cx="230200" cy="200325"/>
            </a:xfrm>
            <a:custGeom>
              <a:avLst/>
              <a:gdLst/>
              <a:ahLst/>
              <a:cxnLst/>
              <a:rect l="l" t="t" r="r" b="b"/>
              <a:pathLst>
                <a:path w="9208" h="8013" extrusionOk="0">
                  <a:moveTo>
                    <a:pt x="1" y="1"/>
                  </a:moveTo>
                  <a:cubicBezTo>
                    <a:pt x="1" y="4426"/>
                    <a:pt x="2070" y="8012"/>
                    <a:pt x="4604" y="8012"/>
                  </a:cubicBezTo>
                  <a:cubicBezTo>
                    <a:pt x="7138" y="8012"/>
                    <a:pt x="9207" y="4426"/>
                    <a:pt x="9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7" name="Google Shape;8797;p35"/>
            <p:cNvSpPr/>
            <p:nvPr/>
          </p:nvSpPr>
          <p:spPr>
            <a:xfrm>
              <a:off x="2356925" y="1925875"/>
              <a:ext cx="32150" cy="13400"/>
            </a:xfrm>
            <a:custGeom>
              <a:avLst/>
              <a:gdLst/>
              <a:ahLst/>
              <a:cxnLst/>
              <a:rect l="l" t="t" r="r" b="b"/>
              <a:pathLst>
                <a:path w="1286" h="536" extrusionOk="0">
                  <a:moveTo>
                    <a:pt x="18" y="1"/>
                  </a:moveTo>
                  <a:cubicBezTo>
                    <a:pt x="18" y="143"/>
                    <a:pt x="18" y="304"/>
                    <a:pt x="1" y="465"/>
                  </a:cubicBezTo>
                  <a:cubicBezTo>
                    <a:pt x="215" y="518"/>
                    <a:pt x="429" y="536"/>
                    <a:pt x="643" y="536"/>
                  </a:cubicBezTo>
                  <a:cubicBezTo>
                    <a:pt x="857" y="536"/>
                    <a:pt x="1071" y="518"/>
                    <a:pt x="1285" y="465"/>
                  </a:cubicBezTo>
                  <a:cubicBezTo>
                    <a:pt x="1267" y="304"/>
                    <a:pt x="1267" y="143"/>
                    <a:pt x="1267"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8" name="Google Shape;8798;p35"/>
            <p:cNvSpPr/>
            <p:nvPr/>
          </p:nvSpPr>
          <p:spPr>
            <a:xfrm>
              <a:off x="2257900" y="1727375"/>
              <a:ext cx="115100" cy="200325"/>
            </a:xfrm>
            <a:custGeom>
              <a:avLst/>
              <a:gdLst/>
              <a:ahLst/>
              <a:cxnLst/>
              <a:rect l="l" t="t" r="r" b="b"/>
              <a:pathLst>
                <a:path w="4604" h="8013" extrusionOk="0">
                  <a:moveTo>
                    <a:pt x="1" y="1"/>
                  </a:moveTo>
                  <a:cubicBezTo>
                    <a:pt x="1" y="4426"/>
                    <a:pt x="2070" y="8012"/>
                    <a:pt x="4604" y="8012"/>
                  </a:cubicBezTo>
                  <a:cubicBezTo>
                    <a:pt x="3141" y="8012"/>
                    <a:pt x="1945" y="4426"/>
                    <a:pt x="1945"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9" name="Google Shape;8799;p35"/>
            <p:cNvSpPr/>
            <p:nvPr/>
          </p:nvSpPr>
          <p:spPr>
            <a:xfrm>
              <a:off x="2339075" y="1763950"/>
              <a:ext cx="67825" cy="106650"/>
            </a:xfrm>
            <a:custGeom>
              <a:avLst/>
              <a:gdLst/>
              <a:ahLst/>
              <a:cxnLst/>
              <a:rect l="l" t="t" r="r" b="b"/>
              <a:pathLst>
                <a:path w="2713" h="4266" extrusionOk="0">
                  <a:moveTo>
                    <a:pt x="947" y="1"/>
                  </a:moveTo>
                  <a:lnTo>
                    <a:pt x="72" y="215"/>
                  </a:lnTo>
                  <a:lnTo>
                    <a:pt x="72" y="964"/>
                  </a:lnTo>
                  <a:lnTo>
                    <a:pt x="947" y="750"/>
                  </a:lnTo>
                  <a:lnTo>
                    <a:pt x="947" y="3516"/>
                  </a:lnTo>
                  <a:lnTo>
                    <a:pt x="1" y="3516"/>
                  </a:lnTo>
                  <a:lnTo>
                    <a:pt x="1" y="4265"/>
                  </a:lnTo>
                  <a:lnTo>
                    <a:pt x="2713" y="4265"/>
                  </a:lnTo>
                  <a:lnTo>
                    <a:pt x="2713" y="3516"/>
                  </a:lnTo>
                  <a:lnTo>
                    <a:pt x="1767" y="3516"/>
                  </a:lnTo>
                  <a:lnTo>
                    <a:pt x="1767" y="2481"/>
                  </a:lnTo>
                  <a:lnTo>
                    <a:pt x="1767" y="1714"/>
                  </a:lnTo>
                  <a:lnTo>
                    <a:pt x="17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35"/>
            <p:cNvSpPr/>
            <p:nvPr/>
          </p:nvSpPr>
          <p:spPr>
            <a:xfrm>
              <a:off x="2436325" y="1758600"/>
              <a:ext cx="24550" cy="41525"/>
            </a:xfrm>
            <a:custGeom>
              <a:avLst/>
              <a:gdLst/>
              <a:ahLst/>
              <a:cxnLst/>
              <a:rect l="l" t="t" r="r" b="b"/>
              <a:pathLst>
                <a:path w="982" h="1661" extrusionOk="0">
                  <a:moveTo>
                    <a:pt x="482" y="1"/>
                  </a:moveTo>
                  <a:cubicBezTo>
                    <a:pt x="215" y="1"/>
                    <a:pt x="1" y="375"/>
                    <a:pt x="1" y="821"/>
                  </a:cubicBezTo>
                  <a:cubicBezTo>
                    <a:pt x="1" y="1285"/>
                    <a:pt x="215" y="1660"/>
                    <a:pt x="482" y="1660"/>
                  </a:cubicBezTo>
                  <a:cubicBezTo>
                    <a:pt x="750" y="1660"/>
                    <a:pt x="982" y="1285"/>
                    <a:pt x="982" y="821"/>
                  </a:cubicBezTo>
                  <a:cubicBezTo>
                    <a:pt x="982" y="375"/>
                    <a:pt x="750" y="1"/>
                    <a:pt x="482"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01" name="Google Shape;8801;p35"/>
          <p:cNvGrpSpPr/>
          <p:nvPr/>
        </p:nvGrpSpPr>
        <p:grpSpPr>
          <a:xfrm>
            <a:off x="7503625" y="3467538"/>
            <a:ext cx="224400" cy="372375"/>
            <a:chOff x="1063775" y="3378375"/>
            <a:chExt cx="224400" cy="372375"/>
          </a:xfrm>
        </p:grpSpPr>
        <p:sp>
          <p:nvSpPr>
            <p:cNvPr id="8802" name="Google Shape;8802;p35"/>
            <p:cNvSpPr/>
            <p:nvPr/>
          </p:nvSpPr>
          <p:spPr>
            <a:xfrm>
              <a:off x="1125350" y="3579900"/>
              <a:ext cx="103050" cy="117775"/>
            </a:xfrm>
            <a:custGeom>
              <a:avLst/>
              <a:gdLst/>
              <a:ahLst/>
              <a:cxnLst/>
              <a:rect l="l" t="t" r="r" b="b"/>
              <a:pathLst>
                <a:path w="4122" h="4711" extrusionOk="0">
                  <a:moveTo>
                    <a:pt x="821" y="0"/>
                  </a:moveTo>
                  <a:cubicBezTo>
                    <a:pt x="803" y="1053"/>
                    <a:pt x="678" y="3069"/>
                    <a:pt x="0" y="4711"/>
                  </a:cubicBezTo>
                  <a:lnTo>
                    <a:pt x="4122" y="4711"/>
                  </a:lnTo>
                  <a:cubicBezTo>
                    <a:pt x="3444" y="3069"/>
                    <a:pt x="3319" y="1053"/>
                    <a:pt x="33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3" name="Google Shape;8803;p35"/>
            <p:cNvSpPr/>
            <p:nvPr/>
          </p:nvSpPr>
          <p:spPr>
            <a:xfrm>
              <a:off x="1125350" y="3579900"/>
              <a:ext cx="35700" cy="117775"/>
            </a:xfrm>
            <a:custGeom>
              <a:avLst/>
              <a:gdLst/>
              <a:ahLst/>
              <a:cxnLst/>
              <a:rect l="l" t="t" r="r" b="b"/>
              <a:pathLst>
                <a:path w="1428" h="4711" extrusionOk="0">
                  <a:moveTo>
                    <a:pt x="821" y="0"/>
                  </a:moveTo>
                  <a:cubicBezTo>
                    <a:pt x="821" y="1053"/>
                    <a:pt x="678" y="3069"/>
                    <a:pt x="0" y="4711"/>
                  </a:cubicBezTo>
                  <a:lnTo>
                    <a:pt x="999" y="4711"/>
                  </a:lnTo>
                  <a:cubicBezTo>
                    <a:pt x="1356" y="3069"/>
                    <a:pt x="1410" y="1053"/>
                    <a:pt x="1427"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4" name="Google Shape;8804;p35"/>
            <p:cNvSpPr/>
            <p:nvPr/>
          </p:nvSpPr>
          <p:spPr>
            <a:xfrm>
              <a:off x="1065575" y="3378375"/>
              <a:ext cx="222600" cy="206000"/>
            </a:xfrm>
            <a:custGeom>
              <a:avLst/>
              <a:gdLst/>
              <a:ahLst/>
              <a:cxnLst/>
              <a:rect l="l" t="t" r="r" b="b"/>
              <a:pathLst>
                <a:path w="8904" h="8240" extrusionOk="0">
                  <a:moveTo>
                    <a:pt x="4452" y="1"/>
                  </a:moveTo>
                  <a:cubicBezTo>
                    <a:pt x="3457" y="1"/>
                    <a:pt x="2462" y="362"/>
                    <a:pt x="1677" y="1085"/>
                  </a:cubicBezTo>
                  <a:cubicBezTo>
                    <a:pt x="1624" y="1120"/>
                    <a:pt x="1588" y="1174"/>
                    <a:pt x="1535" y="1210"/>
                  </a:cubicBezTo>
                  <a:cubicBezTo>
                    <a:pt x="1481" y="1281"/>
                    <a:pt x="1410" y="1334"/>
                    <a:pt x="1356" y="1406"/>
                  </a:cubicBezTo>
                  <a:cubicBezTo>
                    <a:pt x="0" y="2958"/>
                    <a:pt x="0" y="5296"/>
                    <a:pt x="1356" y="6848"/>
                  </a:cubicBezTo>
                  <a:cubicBezTo>
                    <a:pt x="1410" y="6901"/>
                    <a:pt x="1481" y="6973"/>
                    <a:pt x="1535" y="7044"/>
                  </a:cubicBezTo>
                  <a:cubicBezTo>
                    <a:pt x="1588" y="7080"/>
                    <a:pt x="1624" y="7115"/>
                    <a:pt x="1677" y="7169"/>
                  </a:cubicBezTo>
                  <a:cubicBezTo>
                    <a:pt x="2462" y="7883"/>
                    <a:pt x="3457" y="8240"/>
                    <a:pt x="4452" y="8240"/>
                  </a:cubicBezTo>
                  <a:cubicBezTo>
                    <a:pt x="5447" y="8240"/>
                    <a:pt x="6441" y="7883"/>
                    <a:pt x="7226" y="7169"/>
                  </a:cubicBezTo>
                  <a:cubicBezTo>
                    <a:pt x="7280" y="7133"/>
                    <a:pt x="7316" y="7080"/>
                    <a:pt x="7369" y="7044"/>
                  </a:cubicBezTo>
                  <a:cubicBezTo>
                    <a:pt x="7423" y="6973"/>
                    <a:pt x="7494" y="6901"/>
                    <a:pt x="7548" y="6848"/>
                  </a:cubicBezTo>
                  <a:cubicBezTo>
                    <a:pt x="8904" y="5296"/>
                    <a:pt x="8904" y="2958"/>
                    <a:pt x="7548" y="1406"/>
                  </a:cubicBezTo>
                  <a:cubicBezTo>
                    <a:pt x="7494" y="1334"/>
                    <a:pt x="7423" y="1281"/>
                    <a:pt x="7369" y="1210"/>
                  </a:cubicBezTo>
                  <a:cubicBezTo>
                    <a:pt x="7316" y="1174"/>
                    <a:pt x="7280" y="1120"/>
                    <a:pt x="7226" y="1085"/>
                  </a:cubicBezTo>
                  <a:cubicBezTo>
                    <a:pt x="6441" y="362"/>
                    <a:pt x="5447" y="1"/>
                    <a:pt x="44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5" name="Google Shape;8805;p35"/>
            <p:cNvSpPr/>
            <p:nvPr/>
          </p:nvSpPr>
          <p:spPr>
            <a:xfrm>
              <a:off x="1193150" y="3420650"/>
              <a:ext cx="53100" cy="46850"/>
            </a:xfrm>
            <a:custGeom>
              <a:avLst/>
              <a:gdLst/>
              <a:ahLst/>
              <a:cxnLst/>
              <a:rect l="l" t="t" r="r" b="b"/>
              <a:pathLst>
                <a:path w="2124" h="1874" extrusionOk="0">
                  <a:moveTo>
                    <a:pt x="1053" y="0"/>
                  </a:moveTo>
                  <a:cubicBezTo>
                    <a:pt x="464" y="0"/>
                    <a:pt x="0" y="411"/>
                    <a:pt x="0" y="928"/>
                  </a:cubicBezTo>
                  <a:cubicBezTo>
                    <a:pt x="0" y="1446"/>
                    <a:pt x="464" y="1874"/>
                    <a:pt x="1053" y="1874"/>
                  </a:cubicBezTo>
                  <a:cubicBezTo>
                    <a:pt x="1642" y="1874"/>
                    <a:pt x="2123" y="1446"/>
                    <a:pt x="2123" y="928"/>
                  </a:cubicBezTo>
                  <a:cubicBezTo>
                    <a:pt x="2123" y="411"/>
                    <a:pt x="1642" y="0"/>
                    <a:pt x="1053" y="0"/>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35"/>
            <p:cNvSpPr/>
            <p:nvPr/>
          </p:nvSpPr>
          <p:spPr>
            <a:xfrm>
              <a:off x="1063775" y="3378625"/>
              <a:ext cx="134750" cy="205850"/>
            </a:xfrm>
            <a:custGeom>
              <a:avLst/>
              <a:gdLst/>
              <a:ahLst/>
              <a:cxnLst/>
              <a:rect l="l" t="t" r="r" b="b"/>
              <a:pathLst>
                <a:path w="5390" h="8234" extrusionOk="0">
                  <a:moveTo>
                    <a:pt x="4520" y="1"/>
                  </a:moveTo>
                  <a:cubicBezTo>
                    <a:pt x="3468" y="1"/>
                    <a:pt x="2417" y="403"/>
                    <a:pt x="1607" y="1200"/>
                  </a:cubicBezTo>
                  <a:cubicBezTo>
                    <a:pt x="1" y="2805"/>
                    <a:pt x="1" y="5410"/>
                    <a:pt x="1607" y="7034"/>
                  </a:cubicBezTo>
                  <a:cubicBezTo>
                    <a:pt x="2417" y="7831"/>
                    <a:pt x="3468" y="8233"/>
                    <a:pt x="4520" y="8233"/>
                  </a:cubicBezTo>
                  <a:cubicBezTo>
                    <a:pt x="4812" y="8233"/>
                    <a:pt x="5103" y="8202"/>
                    <a:pt x="5389" y="8140"/>
                  </a:cubicBezTo>
                  <a:cubicBezTo>
                    <a:pt x="4640" y="7980"/>
                    <a:pt x="3926" y="7605"/>
                    <a:pt x="3337" y="7034"/>
                  </a:cubicBezTo>
                  <a:cubicBezTo>
                    <a:pt x="1731" y="5410"/>
                    <a:pt x="1731" y="2805"/>
                    <a:pt x="3337" y="1200"/>
                  </a:cubicBezTo>
                  <a:cubicBezTo>
                    <a:pt x="3926" y="611"/>
                    <a:pt x="4640" y="254"/>
                    <a:pt x="5389" y="93"/>
                  </a:cubicBezTo>
                  <a:cubicBezTo>
                    <a:pt x="5103" y="31"/>
                    <a:pt x="4812" y="1"/>
                    <a:pt x="4520" y="1"/>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35"/>
            <p:cNvSpPr/>
            <p:nvPr/>
          </p:nvSpPr>
          <p:spPr>
            <a:xfrm>
              <a:off x="1215000" y="3405475"/>
              <a:ext cx="39275" cy="152125"/>
            </a:xfrm>
            <a:custGeom>
              <a:avLst/>
              <a:gdLst/>
              <a:ahLst/>
              <a:cxnLst/>
              <a:rect l="l" t="t" r="r" b="b"/>
              <a:pathLst>
                <a:path w="1571" h="6085" extrusionOk="0">
                  <a:moveTo>
                    <a:pt x="1249" y="1"/>
                  </a:moveTo>
                  <a:cubicBezTo>
                    <a:pt x="446" y="821"/>
                    <a:pt x="0" y="1892"/>
                    <a:pt x="0" y="3034"/>
                  </a:cubicBezTo>
                  <a:cubicBezTo>
                    <a:pt x="0" y="4194"/>
                    <a:pt x="446" y="5264"/>
                    <a:pt x="1249" y="6085"/>
                  </a:cubicBezTo>
                  <a:cubicBezTo>
                    <a:pt x="1303" y="6049"/>
                    <a:pt x="1339" y="5996"/>
                    <a:pt x="1392" y="5960"/>
                  </a:cubicBezTo>
                  <a:cubicBezTo>
                    <a:pt x="1446" y="5889"/>
                    <a:pt x="1517" y="5817"/>
                    <a:pt x="1571" y="5764"/>
                  </a:cubicBezTo>
                  <a:cubicBezTo>
                    <a:pt x="857" y="5032"/>
                    <a:pt x="464" y="4069"/>
                    <a:pt x="464" y="3034"/>
                  </a:cubicBezTo>
                  <a:cubicBezTo>
                    <a:pt x="464" y="2017"/>
                    <a:pt x="857" y="1053"/>
                    <a:pt x="1571" y="322"/>
                  </a:cubicBezTo>
                  <a:cubicBezTo>
                    <a:pt x="1517" y="250"/>
                    <a:pt x="1446" y="197"/>
                    <a:pt x="1392" y="126"/>
                  </a:cubicBezTo>
                  <a:cubicBezTo>
                    <a:pt x="1339" y="90"/>
                    <a:pt x="1303" y="36"/>
                    <a:pt x="12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8" name="Google Shape;8808;p35"/>
            <p:cNvSpPr/>
            <p:nvPr/>
          </p:nvSpPr>
          <p:spPr>
            <a:xfrm>
              <a:off x="1099475" y="3405475"/>
              <a:ext cx="39275" cy="152125"/>
            </a:xfrm>
            <a:custGeom>
              <a:avLst/>
              <a:gdLst/>
              <a:ahLst/>
              <a:cxnLst/>
              <a:rect l="l" t="t" r="r" b="b"/>
              <a:pathLst>
                <a:path w="1571" h="6085" extrusionOk="0">
                  <a:moveTo>
                    <a:pt x="321" y="1"/>
                  </a:moveTo>
                  <a:cubicBezTo>
                    <a:pt x="268" y="36"/>
                    <a:pt x="232" y="90"/>
                    <a:pt x="179" y="126"/>
                  </a:cubicBezTo>
                  <a:cubicBezTo>
                    <a:pt x="125" y="197"/>
                    <a:pt x="54" y="250"/>
                    <a:pt x="0" y="322"/>
                  </a:cubicBezTo>
                  <a:cubicBezTo>
                    <a:pt x="714" y="1053"/>
                    <a:pt x="1106" y="2017"/>
                    <a:pt x="1106" y="3034"/>
                  </a:cubicBezTo>
                  <a:cubicBezTo>
                    <a:pt x="1106" y="4069"/>
                    <a:pt x="714" y="5032"/>
                    <a:pt x="0" y="5764"/>
                  </a:cubicBezTo>
                  <a:cubicBezTo>
                    <a:pt x="54" y="5817"/>
                    <a:pt x="125" y="5889"/>
                    <a:pt x="179" y="5960"/>
                  </a:cubicBezTo>
                  <a:cubicBezTo>
                    <a:pt x="232" y="5996"/>
                    <a:pt x="268" y="6049"/>
                    <a:pt x="321" y="6085"/>
                  </a:cubicBezTo>
                  <a:cubicBezTo>
                    <a:pt x="1124" y="5264"/>
                    <a:pt x="1570" y="4194"/>
                    <a:pt x="1570" y="3034"/>
                  </a:cubicBezTo>
                  <a:cubicBezTo>
                    <a:pt x="1570" y="1892"/>
                    <a:pt x="1124" y="821"/>
                    <a:pt x="3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9" name="Google Shape;8809;p35"/>
            <p:cNvSpPr/>
            <p:nvPr/>
          </p:nvSpPr>
          <p:spPr>
            <a:xfrm>
              <a:off x="1117300" y="3475950"/>
              <a:ext cx="31700" cy="11175"/>
            </a:xfrm>
            <a:custGeom>
              <a:avLst/>
              <a:gdLst/>
              <a:ahLst/>
              <a:cxnLst/>
              <a:rect l="l" t="t" r="r" b="b"/>
              <a:pathLst>
                <a:path w="1268" h="447" extrusionOk="0">
                  <a:moveTo>
                    <a:pt x="233" y="1"/>
                  </a:moveTo>
                  <a:cubicBezTo>
                    <a:pt x="108" y="1"/>
                    <a:pt x="1" y="90"/>
                    <a:pt x="1" y="215"/>
                  </a:cubicBezTo>
                  <a:cubicBezTo>
                    <a:pt x="1" y="340"/>
                    <a:pt x="108" y="447"/>
                    <a:pt x="233" y="447"/>
                  </a:cubicBezTo>
                  <a:lnTo>
                    <a:pt x="1036" y="447"/>
                  </a:lnTo>
                  <a:cubicBezTo>
                    <a:pt x="1161" y="447"/>
                    <a:pt x="1268" y="340"/>
                    <a:pt x="1268" y="215"/>
                  </a:cubicBezTo>
                  <a:cubicBezTo>
                    <a:pt x="1268" y="90"/>
                    <a:pt x="1161" y="1"/>
                    <a:pt x="10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0" name="Google Shape;8810;p35"/>
            <p:cNvSpPr/>
            <p:nvPr/>
          </p:nvSpPr>
          <p:spPr>
            <a:xfrm>
              <a:off x="1109725" y="3429050"/>
              <a:ext cx="31250" cy="19275"/>
            </a:xfrm>
            <a:custGeom>
              <a:avLst/>
              <a:gdLst/>
              <a:ahLst/>
              <a:cxnLst/>
              <a:rect l="l" t="t" r="r" b="b"/>
              <a:pathLst>
                <a:path w="1250" h="771" extrusionOk="0">
                  <a:moveTo>
                    <a:pt x="982" y="1"/>
                  </a:moveTo>
                  <a:cubicBezTo>
                    <a:pt x="951" y="1"/>
                    <a:pt x="921" y="7"/>
                    <a:pt x="893" y="21"/>
                  </a:cubicBezTo>
                  <a:lnTo>
                    <a:pt x="161" y="324"/>
                  </a:lnTo>
                  <a:cubicBezTo>
                    <a:pt x="54" y="378"/>
                    <a:pt x="1" y="521"/>
                    <a:pt x="36" y="628"/>
                  </a:cubicBezTo>
                  <a:cubicBezTo>
                    <a:pt x="72" y="717"/>
                    <a:pt x="161" y="771"/>
                    <a:pt x="250" y="771"/>
                  </a:cubicBezTo>
                  <a:cubicBezTo>
                    <a:pt x="286" y="771"/>
                    <a:pt x="304" y="771"/>
                    <a:pt x="340" y="753"/>
                  </a:cubicBezTo>
                  <a:lnTo>
                    <a:pt x="1071" y="432"/>
                  </a:lnTo>
                  <a:cubicBezTo>
                    <a:pt x="1196" y="396"/>
                    <a:pt x="1250" y="253"/>
                    <a:pt x="1196" y="146"/>
                  </a:cubicBezTo>
                  <a:cubicBezTo>
                    <a:pt x="1156" y="54"/>
                    <a:pt x="1068" y="1"/>
                    <a:pt x="9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1" name="Google Shape;8811;p35"/>
            <p:cNvSpPr/>
            <p:nvPr/>
          </p:nvSpPr>
          <p:spPr>
            <a:xfrm>
              <a:off x="1109725" y="3510675"/>
              <a:ext cx="31250" cy="19275"/>
            </a:xfrm>
            <a:custGeom>
              <a:avLst/>
              <a:gdLst/>
              <a:ahLst/>
              <a:cxnLst/>
              <a:rect l="l" t="t" r="r" b="b"/>
              <a:pathLst>
                <a:path w="1250" h="771" extrusionOk="0">
                  <a:moveTo>
                    <a:pt x="248" y="0"/>
                  </a:moveTo>
                  <a:cubicBezTo>
                    <a:pt x="162" y="0"/>
                    <a:pt x="75" y="50"/>
                    <a:pt x="36" y="128"/>
                  </a:cubicBezTo>
                  <a:cubicBezTo>
                    <a:pt x="1" y="253"/>
                    <a:pt x="54" y="378"/>
                    <a:pt x="161" y="432"/>
                  </a:cubicBezTo>
                  <a:lnTo>
                    <a:pt x="893" y="753"/>
                  </a:lnTo>
                  <a:cubicBezTo>
                    <a:pt x="928" y="753"/>
                    <a:pt x="946" y="771"/>
                    <a:pt x="982" y="771"/>
                  </a:cubicBezTo>
                  <a:cubicBezTo>
                    <a:pt x="1071" y="771"/>
                    <a:pt x="1160" y="717"/>
                    <a:pt x="1196" y="628"/>
                  </a:cubicBezTo>
                  <a:cubicBezTo>
                    <a:pt x="1250" y="503"/>
                    <a:pt x="1196" y="378"/>
                    <a:pt x="1071" y="325"/>
                  </a:cubicBezTo>
                  <a:lnTo>
                    <a:pt x="340" y="21"/>
                  </a:lnTo>
                  <a:cubicBezTo>
                    <a:pt x="311" y="7"/>
                    <a:pt x="280" y="0"/>
                    <a:pt x="2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2" name="Google Shape;8812;p35"/>
            <p:cNvSpPr/>
            <p:nvPr/>
          </p:nvSpPr>
          <p:spPr>
            <a:xfrm>
              <a:off x="1205625" y="3475950"/>
              <a:ext cx="31250" cy="11175"/>
            </a:xfrm>
            <a:custGeom>
              <a:avLst/>
              <a:gdLst/>
              <a:ahLst/>
              <a:cxnLst/>
              <a:rect l="l" t="t" r="r" b="b"/>
              <a:pathLst>
                <a:path w="1250" h="447" extrusionOk="0">
                  <a:moveTo>
                    <a:pt x="215" y="1"/>
                  </a:moveTo>
                  <a:cubicBezTo>
                    <a:pt x="90" y="1"/>
                    <a:pt x="1" y="90"/>
                    <a:pt x="1" y="215"/>
                  </a:cubicBezTo>
                  <a:cubicBezTo>
                    <a:pt x="1" y="340"/>
                    <a:pt x="90" y="447"/>
                    <a:pt x="215" y="447"/>
                  </a:cubicBezTo>
                  <a:lnTo>
                    <a:pt x="1018" y="447"/>
                  </a:lnTo>
                  <a:cubicBezTo>
                    <a:pt x="1143" y="447"/>
                    <a:pt x="1250" y="340"/>
                    <a:pt x="1250" y="215"/>
                  </a:cubicBezTo>
                  <a:cubicBezTo>
                    <a:pt x="1250" y="90"/>
                    <a:pt x="1143" y="1"/>
                    <a:pt x="10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3" name="Google Shape;8813;p35"/>
            <p:cNvSpPr/>
            <p:nvPr/>
          </p:nvSpPr>
          <p:spPr>
            <a:xfrm>
              <a:off x="1213650" y="3429050"/>
              <a:ext cx="31250" cy="19275"/>
            </a:xfrm>
            <a:custGeom>
              <a:avLst/>
              <a:gdLst/>
              <a:ahLst/>
              <a:cxnLst/>
              <a:rect l="l" t="t" r="r" b="b"/>
              <a:pathLst>
                <a:path w="1250" h="771" extrusionOk="0">
                  <a:moveTo>
                    <a:pt x="251" y="1"/>
                  </a:moveTo>
                  <a:cubicBezTo>
                    <a:pt x="164" y="1"/>
                    <a:pt x="76" y="54"/>
                    <a:pt x="37" y="146"/>
                  </a:cubicBezTo>
                  <a:cubicBezTo>
                    <a:pt x="1" y="253"/>
                    <a:pt x="54" y="396"/>
                    <a:pt x="161" y="432"/>
                  </a:cubicBezTo>
                  <a:lnTo>
                    <a:pt x="893" y="753"/>
                  </a:lnTo>
                  <a:cubicBezTo>
                    <a:pt x="929" y="771"/>
                    <a:pt x="947" y="771"/>
                    <a:pt x="982" y="771"/>
                  </a:cubicBezTo>
                  <a:cubicBezTo>
                    <a:pt x="1071" y="771"/>
                    <a:pt x="1161" y="717"/>
                    <a:pt x="1196" y="628"/>
                  </a:cubicBezTo>
                  <a:cubicBezTo>
                    <a:pt x="1250" y="521"/>
                    <a:pt x="1196" y="378"/>
                    <a:pt x="1071" y="324"/>
                  </a:cubicBezTo>
                  <a:lnTo>
                    <a:pt x="340" y="21"/>
                  </a:lnTo>
                  <a:cubicBezTo>
                    <a:pt x="312" y="7"/>
                    <a:pt x="281" y="1"/>
                    <a:pt x="2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4" name="Google Shape;8814;p35"/>
            <p:cNvSpPr/>
            <p:nvPr/>
          </p:nvSpPr>
          <p:spPr>
            <a:xfrm>
              <a:off x="1213650" y="3510675"/>
              <a:ext cx="31250" cy="19275"/>
            </a:xfrm>
            <a:custGeom>
              <a:avLst/>
              <a:gdLst/>
              <a:ahLst/>
              <a:cxnLst/>
              <a:rect l="l" t="t" r="r" b="b"/>
              <a:pathLst>
                <a:path w="1250" h="771" extrusionOk="0">
                  <a:moveTo>
                    <a:pt x="984" y="0"/>
                  </a:moveTo>
                  <a:cubicBezTo>
                    <a:pt x="953" y="0"/>
                    <a:pt x="922" y="7"/>
                    <a:pt x="893" y="21"/>
                  </a:cubicBezTo>
                  <a:lnTo>
                    <a:pt x="161" y="325"/>
                  </a:lnTo>
                  <a:cubicBezTo>
                    <a:pt x="54" y="378"/>
                    <a:pt x="1" y="503"/>
                    <a:pt x="37" y="628"/>
                  </a:cubicBezTo>
                  <a:cubicBezTo>
                    <a:pt x="72" y="717"/>
                    <a:pt x="161" y="771"/>
                    <a:pt x="251" y="771"/>
                  </a:cubicBezTo>
                  <a:cubicBezTo>
                    <a:pt x="286" y="771"/>
                    <a:pt x="304" y="753"/>
                    <a:pt x="340" y="753"/>
                  </a:cubicBezTo>
                  <a:lnTo>
                    <a:pt x="1071" y="432"/>
                  </a:lnTo>
                  <a:cubicBezTo>
                    <a:pt x="1196" y="378"/>
                    <a:pt x="1250" y="253"/>
                    <a:pt x="1196" y="128"/>
                  </a:cubicBezTo>
                  <a:cubicBezTo>
                    <a:pt x="1157" y="50"/>
                    <a:pt x="1070" y="0"/>
                    <a:pt x="9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5" name="Google Shape;8815;p35"/>
            <p:cNvSpPr/>
            <p:nvPr/>
          </p:nvSpPr>
          <p:spPr>
            <a:xfrm>
              <a:off x="1112400" y="3693650"/>
              <a:ext cx="128950" cy="25875"/>
            </a:xfrm>
            <a:custGeom>
              <a:avLst/>
              <a:gdLst/>
              <a:ahLst/>
              <a:cxnLst/>
              <a:rect l="l" t="t" r="r" b="b"/>
              <a:pathLst>
                <a:path w="5158" h="1035" extrusionOk="0">
                  <a:moveTo>
                    <a:pt x="1" y="0"/>
                  </a:moveTo>
                  <a:lnTo>
                    <a:pt x="1" y="1035"/>
                  </a:lnTo>
                  <a:lnTo>
                    <a:pt x="5157" y="1035"/>
                  </a:lnTo>
                  <a:lnTo>
                    <a:pt x="51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35"/>
            <p:cNvSpPr/>
            <p:nvPr/>
          </p:nvSpPr>
          <p:spPr>
            <a:xfrm>
              <a:off x="1112400" y="3693650"/>
              <a:ext cx="25900" cy="25875"/>
            </a:xfrm>
            <a:custGeom>
              <a:avLst/>
              <a:gdLst/>
              <a:ahLst/>
              <a:cxnLst/>
              <a:rect l="l" t="t" r="r" b="b"/>
              <a:pathLst>
                <a:path w="1036" h="1035" extrusionOk="0">
                  <a:moveTo>
                    <a:pt x="1" y="0"/>
                  </a:moveTo>
                  <a:lnTo>
                    <a:pt x="1" y="1035"/>
                  </a:lnTo>
                  <a:lnTo>
                    <a:pt x="1035" y="1035"/>
                  </a:lnTo>
                  <a:lnTo>
                    <a:pt x="1035"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7" name="Google Shape;8817;p35"/>
            <p:cNvSpPr/>
            <p:nvPr/>
          </p:nvSpPr>
          <p:spPr>
            <a:xfrm>
              <a:off x="1086975" y="3715050"/>
              <a:ext cx="179800" cy="35700"/>
            </a:xfrm>
            <a:custGeom>
              <a:avLst/>
              <a:gdLst/>
              <a:ahLst/>
              <a:cxnLst/>
              <a:rect l="l" t="t" r="r" b="b"/>
              <a:pathLst>
                <a:path w="7192" h="1428" extrusionOk="0">
                  <a:moveTo>
                    <a:pt x="1" y="0"/>
                  </a:moveTo>
                  <a:lnTo>
                    <a:pt x="1" y="1428"/>
                  </a:lnTo>
                  <a:lnTo>
                    <a:pt x="7191" y="1428"/>
                  </a:lnTo>
                  <a:lnTo>
                    <a:pt x="7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8" name="Google Shape;8818;p35"/>
            <p:cNvSpPr/>
            <p:nvPr/>
          </p:nvSpPr>
          <p:spPr>
            <a:xfrm>
              <a:off x="1086975" y="3715050"/>
              <a:ext cx="31250" cy="35700"/>
            </a:xfrm>
            <a:custGeom>
              <a:avLst/>
              <a:gdLst/>
              <a:ahLst/>
              <a:cxnLst/>
              <a:rect l="l" t="t" r="r" b="b"/>
              <a:pathLst>
                <a:path w="1250" h="1428" extrusionOk="0">
                  <a:moveTo>
                    <a:pt x="1" y="0"/>
                  </a:moveTo>
                  <a:lnTo>
                    <a:pt x="1" y="1428"/>
                  </a:lnTo>
                  <a:lnTo>
                    <a:pt x="1250" y="1428"/>
                  </a:lnTo>
                  <a:lnTo>
                    <a:pt x="1250" y="0"/>
                  </a:ln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9" name="Google Shape;8819;p35"/>
          <p:cNvGrpSpPr/>
          <p:nvPr/>
        </p:nvGrpSpPr>
        <p:grpSpPr>
          <a:xfrm>
            <a:off x="1388400" y="3467475"/>
            <a:ext cx="279700" cy="372500"/>
            <a:chOff x="509325" y="3378250"/>
            <a:chExt cx="279700" cy="372500"/>
          </a:xfrm>
        </p:grpSpPr>
        <p:sp>
          <p:nvSpPr>
            <p:cNvPr id="8820" name="Google Shape;8820;p35"/>
            <p:cNvSpPr/>
            <p:nvPr/>
          </p:nvSpPr>
          <p:spPr>
            <a:xfrm>
              <a:off x="509325" y="3378250"/>
              <a:ext cx="279700" cy="372500"/>
            </a:xfrm>
            <a:custGeom>
              <a:avLst/>
              <a:gdLst/>
              <a:ahLst/>
              <a:cxnLst/>
              <a:rect l="l" t="t" r="r" b="b"/>
              <a:pathLst>
                <a:path w="11188" h="14900" extrusionOk="0">
                  <a:moveTo>
                    <a:pt x="7383" y="1"/>
                  </a:moveTo>
                  <a:cubicBezTo>
                    <a:pt x="7373" y="1"/>
                    <a:pt x="7362" y="1"/>
                    <a:pt x="7352" y="1"/>
                  </a:cubicBezTo>
                  <a:cubicBezTo>
                    <a:pt x="6352" y="19"/>
                    <a:pt x="5549" y="858"/>
                    <a:pt x="5549" y="1857"/>
                  </a:cubicBezTo>
                  <a:lnTo>
                    <a:pt x="5549" y="3998"/>
                  </a:lnTo>
                  <a:lnTo>
                    <a:pt x="5532" y="3998"/>
                  </a:lnTo>
                  <a:cubicBezTo>
                    <a:pt x="5068" y="3998"/>
                    <a:pt x="4639" y="4159"/>
                    <a:pt x="4318" y="4444"/>
                  </a:cubicBezTo>
                  <a:cubicBezTo>
                    <a:pt x="4104" y="4355"/>
                    <a:pt x="3890" y="4319"/>
                    <a:pt x="3676" y="4319"/>
                  </a:cubicBezTo>
                  <a:cubicBezTo>
                    <a:pt x="3051" y="4319"/>
                    <a:pt x="2498" y="4623"/>
                    <a:pt x="2159" y="5122"/>
                  </a:cubicBezTo>
                  <a:cubicBezTo>
                    <a:pt x="2052" y="5104"/>
                    <a:pt x="1945" y="5086"/>
                    <a:pt x="1820" y="5086"/>
                  </a:cubicBezTo>
                  <a:cubicBezTo>
                    <a:pt x="821" y="5086"/>
                    <a:pt x="0" y="5925"/>
                    <a:pt x="0" y="6924"/>
                  </a:cubicBezTo>
                  <a:lnTo>
                    <a:pt x="0" y="14900"/>
                  </a:lnTo>
                  <a:lnTo>
                    <a:pt x="11188" y="14900"/>
                  </a:lnTo>
                  <a:lnTo>
                    <a:pt x="11188" y="7352"/>
                  </a:lnTo>
                  <a:cubicBezTo>
                    <a:pt x="11188" y="6318"/>
                    <a:pt x="10331" y="5461"/>
                    <a:pt x="9296" y="5461"/>
                  </a:cubicBezTo>
                  <a:lnTo>
                    <a:pt x="9189" y="5461"/>
                  </a:lnTo>
                  <a:lnTo>
                    <a:pt x="9189" y="1821"/>
                  </a:lnTo>
                  <a:cubicBezTo>
                    <a:pt x="9189" y="832"/>
                    <a:pt x="8386" y="1"/>
                    <a:pt x="7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35"/>
            <p:cNvSpPr/>
            <p:nvPr/>
          </p:nvSpPr>
          <p:spPr>
            <a:xfrm>
              <a:off x="532075" y="3401025"/>
              <a:ext cx="234650" cy="325200"/>
            </a:xfrm>
            <a:custGeom>
              <a:avLst/>
              <a:gdLst/>
              <a:ahLst/>
              <a:cxnLst/>
              <a:rect l="l" t="t" r="r" b="b"/>
              <a:pathLst>
                <a:path w="9386" h="13008" extrusionOk="0">
                  <a:moveTo>
                    <a:pt x="6459" y="0"/>
                  </a:moveTo>
                  <a:cubicBezTo>
                    <a:pt x="6210" y="0"/>
                    <a:pt x="5978" y="89"/>
                    <a:pt x="5817" y="268"/>
                  </a:cubicBezTo>
                  <a:cubicBezTo>
                    <a:pt x="5639" y="428"/>
                    <a:pt x="5532" y="660"/>
                    <a:pt x="5532" y="910"/>
                  </a:cubicBezTo>
                  <a:lnTo>
                    <a:pt x="5532" y="4907"/>
                  </a:lnTo>
                  <a:cubicBezTo>
                    <a:pt x="5532" y="4390"/>
                    <a:pt x="5121" y="3979"/>
                    <a:pt x="4622" y="3979"/>
                  </a:cubicBezTo>
                  <a:cubicBezTo>
                    <a:pt x="4354" y="3979"/>
                    <a:pt x="4122" y="4086"/>
                    <a:pt x="3961" y="4247"/>
                  </a:cubicBezTo>
                  <a:cubicBezTo>
                    <a:pt x="3801" y="4425"/>
                    <a:pt x="3694" y="4657"/>
                    <a:pt x="3694" y="4907"/>
                  </a:cubicBezTo>
                  <a:lnTo>
                    <a:pt x="3694" y="5228"/>
                  </a:lnTo>
                  <a:cubicBezTo>
                    <a:pt x="3694" y="4711"/>
                    <a:pt x="3283" y="4300"/>
                    <a:pt x="2766" y="4300"/>
                  </a:cubicBezTo>
                  <a:cubicBezTo>
                    <a:pt x="2248" y="4300"/>
                    <a:pt x="1838" y="4711"/>
                    <a:pt x="1838" y="5228"/>
                  </a:cubicBezTo>
                  <a:lnTo>
                    <a:pt x="1838" y="5995"/>
                  </a:lnTo>
                  <a:cubicBezTo>
                    <a:pt x="1838" y="5478"/>
                    <a:pt x="1428" y="5068"/>
                    <a:pt x="910" y="5068"/>
                  </a:cubicBezTo>
                  <a:cubicBezTo>
                    <a:pt x="660" y="5068"/>
                    <a:pt x="429" y="5175"/>
                    <a:pt x="268" y="5335"/>
                  </a:cubicBezTo>
                  <a:cubicBezTo>
                    <a:pt x="90" y="5514"/>
                    <a:pt x="0" y="5746"/>
                    <a:pt x="0" y="5995"/>
                  </a:cubicBezTo>
                  <a:lnTo>
                    <a:pt x="0" y="9368"/>
                  </a:lnTo>
                  <a:cubicBezTo>
                    <a:pt x="0" y="10349"/>
                    <a:pt x="232" y="11295"/>
                    <a:pt x="714" y="12151"/>
                  </a:cubicBezTo>
                  <a:cubicBezTo>
                    <a:pt x="999" y="12669"/>
                    <a:pt x="1553" y="13008"/>
                    <a:pt x="2159" y="13008"/>
                  </a:cubicBezTo>
                  <a:lnTo>
                    <a:pt x="6691" y="12990"/>
                  </a:lnTo>
                  <a:lnTo>
                    <a:pt x="7833" y="12758"/>
                  </a:lnTo>
                  <a:cubicBezTo>
                    <a:pt x="8725" y="12561"/>
                    <a:pt x="9386" y="11759"/>
                    <a:pt x="9386" y="10831"/>
                  </a:cubicBezTo>
                  <a:lnTo>
                    <a:pt x="9386" y="6441"/>
                  </a:lnTo>
                  <a:cubicBezTo>
                    <a:pt x="9386" y="5888"/>
                    <a:pt x="8939" y="5442"/>
                    <a:pt x="8386" y="5442"/>
                  </a:cubicBezTo>
                  <a:cubicBezTo>
                    <a:pt x="8172" y="5442"/>
                    <a:pt x="7958" y="5514"/>
                    <a:pt x="7798" y="5639"/>
                  </a:cubicBezTo>
                  <a:cubicBezTo>
                    <a:pt x="7548" y="5817"/>
                    <a:pt x="7387" y="6120"/>
                    <a:pt x="7387" y="6441"/>
                  </a:cubicBezTo>
                  <a:lnTo>
                    <a:pt x="7387" y="910"/>
                  </a:lnTo>
                  <a:cubicBezTo>
                    <a:pt x="7387" y="411"/>
                    <a:pt x="6977" y="0"/>
                    <a:pt x="64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2" name="Google Shape;8822;p35"/>
            <p:cNvSpPr/>
            <p:nvPr/>
          </p:nvSpPr>
          <p:spPr>
            <a:xfrm>
              <a:off x="528050" y="3397000"/>
              <a:ext cx="242250" cy="332800"/>
            </a:xfrm>
            <a:custGeom>
              <a:avLst/>
              <a:gdLst/>
              <a:ahLst/>
              <a:cxnLst/>
              <a:rect l="l" t="t" r="r" b="b"/>
              <a:pathLst>
                <a:path w="9690" h="13312" extrusionOk="0">
                  <a:moveTo>
                    <a:pt x="2927" y="4604"/>
                  </a:moveTo>
                  <a:cubicBezTo>
                    <a:pt x="3355" y="4604"/>
                    <a:pt x="3694" y="4961"/>
                    <a:pt x="3694" y="5389"/>
                  </a:cubicBezTo>
                  <a:lnTo>
                    <a:pt x="3694" y="6156"/>
                  </a:lnTo>
                  <a:lnTo>
                    <a:pt x="3694" y="6388"/>
                  </a:lnTo>
                  <a:lnTo>
                    <a:pt x="3694" y="6888"/>
                  </a:lnTo>
                  <a:lnTo>
                    <a:pt x="3694" y="7548"/>
                  </a:lnTo>
                  <a:cubicBezTo>
                    <a:pt x="3694" y="7976"/>
                    <a:pt x="3355" y="8315"/>
                    <a:pt x="2927" y="8315"/>
                  </a:cubicBezTo>
                  <a:cubicBezTo>
                    <a:pt x="2499" y="8315"/>
                    <a:pt x="2160" y="7976"/>
                    <a:pt x="2160" y="7548"/>
                  </a:cubicBezTo>
                  <a:lnTo>
                    <a:pt x="2160" y="7280"/>
                  </a:lnTo>
                  <a:lnTo>
                    <a:pt x="2160" y="6817"/>
                  </a:lnTo>
                  <a:lnTo>
                    <a:pt x="2160" y="6156"/>
                  </a:lnTo>
                  <a:lnTo>
                    <a:pt x="2160" y="5389"/>
                  </a:lnTo>
                  <a:cubicBezTo>
                    <a:pt x="2160" y="4961"/>
                    <a:pt x="2499" y="4604"/>
                    <a:pt x="2927" y="4604"/>
                  </a:cubicBezTo>
                  <a:close/>
                  <a:moveTo>
                    <a:pt x="4783" y="4301"/>
                  </a:moveTo>
                  <a:cubicBezTo>
                    <a:pt x="5193" y="4301"/>
                    <a:pt x="5550" y="4640"/>
                    <a:pt x="5550" y="5068"/>
                  </a:cubicBezTo>
                  <a:lnTo>
                    <a:pt x="5550" y="5550"/>
                  </a:lnTo>
                  <a:lnTo>
                    <a:pt x="5550" y="6388"/>
                  </a:lnTo>
                  <a:lnTo>
                    <a:pt x="5550" y="7191"/>
                  </a:lnTo>
                  <a:lnTo>
                    <a:pt x="5550" y="7780"/>
                  </a:lnTo>
                  <a:cubicBezTo>
                    <a:pt x="5550" y="8208"/>
                    <a:pt x="5193" y="8565"/>
                    <a:pt x="4783" y="8565"/>
                  </a:cubicBezTo>
                  <a:cubicBezTo>
                    <a:pt x="4354" y="8565"/>
                    <a:pt x="3997" y="8208"/>
                    <a:pt x="3997" y="7780"/>
                  </a:cubicBezTo>
                  <a:lnTo>
                    <a:pt x="3997" y="7548"/>
                  </a:lnTo>
                  <a:lnTo>
                    <a:pt x="3997" y="6888"/>
                  </a:lnTo>
                  <a:lnTo>
                    <a:pt x="3997" y="6388"/>
                  </a:lnTo>
                  <a:lnTo>
                    <a:pt x="3997" y="6156"/>
                  </a:lnTo>
                  <a:lnTo>
                    <a:pt x="3997" y="5068"/>
                  </a:lnTo>
                  <a:cubicBezTo>
                    <a:pt x="3997" y="4640"/>
                    <a:pt x="4354" y="4301"/>
                    <a:pt x="4783" y="4301"/>
                  </a:cubicBezTo>
                  <a:close/>
                  <a:moveTo>
                    <a:pt x="1071" y="5389"/>
                  </a:moveTo>
                  <a:cubicBezTo>
                    <a:pt x="1500" y="5389"/>
                    <a:pt x="1856" y="5728"/>
                    <a:pt x="1856" y="6156"/>
                  </a:cubicBezTo>
                  <a:lnTo>
                    <a:pt x="1856" y="6817"/>
                  </a:lnTo>
                  <a:lnTo>
                    <a:pt x="1856" y="7280"/>
                  </a:lnTo>
                  <a:lnTo>
                    <a:pt x="1856" y="7548"/>
                  </a:lnTo>
                  <a:lnTo>
                    <a:pt x="1856" y="8208"/>
                  </a:lnTo>
                  <a:cubicBezTo>
                    <a:pt x="1856" y="8636"/>
                    <a:pt x="1500" y="8993"/>
                    <a:pt x="1071" y="8993"/>
                  </a:cubicBezTo>
                  <a:cubicBezTo>
                    <a:pt x="643" y="8993"/>
                    <a:pt x="304" y="8636"/>
                    <a:pt x="304" y="8208"/>
                  </a:cubicBezTo>
                  <a:lnTo>
                    <a:pt x="304" y="6817"/>
                  </a:lnTo>
                  <a:lnTo>
                    <a:pt x="304" y="6156"/>
                  </a:lnTo>
                  <a:cubicBezTo>
                    <a:pt x="304" y="5728"/>
                    <a:pt x="643" y="5389"/>
                    <a:pt x="1071" y="5389"/>
                  </a:cubicBezTo>
                  <a:close/>
                  <a:moveTo>
                    <a:pt x="6620" y="304"/>
                  </a:moveTo>
                  <a:cubicBezTo>
                    <a:pt x="7049" y="304"/>
                    <a:pt x="7405" y="643"/>
                    <a:pt x="7405" y="1071"/>
                  </a:cubicBezTo>
                  <a:lnTo>
                    <a:pt x="7405" y="6602"/>
                  </a:lnTo>
                  <a:lnTo>
                    <a:pt x="7405" y="8690"/>
                  </a:lnTo>
                  <a:lnTo>
                    <a:pt x="7405" y="9029"/>
                  </a:lnTo>
                  <a:cubicBezTo>
                    <a:pt x="6192" y="9100"/>
                    <a:pt x="5229" y="10100"/>
                    <a:pt x="5229" y="11331"/>
                  </a:cubicBezTo>
                  <a:cubicBezTo>
                    <a:pt x="5229" y="11420"/>
                    <a:pt x="5300" y="11491"/>
                    <a:pt x="5389" y="11491"/>
                  </a:cubicBezTo>
                  <a:cubicBezTo>
                    <a:pt x="5461" y="11491"/>
                    <a:pt x="5532" y="11420"/>
                    <a:pt x="5532" y="11331"/>
                  </a:cubicBezTo>
                  <a:cubicBezTo>
                    <a:pt x="5532" y="10224"/>
                    <a:pt x="6442" y="9315"/>
                    <a:pt x="7548" y="9315"/>
                  </a:cubicBezTo>
                  <a:cubicBezTo>
                    <a:pt x="7637" y="9315"/>
                    <a:pt x="7709" y="9261"/>
                    <a:pt x="7709" y="9172"/>
                  </a:cubicBezTo>
                  <a:lnTo>
                    <a:pt x="7709" y="8690"/>
                  </a:lnTo>
                  <a:lnTo>
                    <a:pt x="7709" y="6602"/>
                  </a:lnTo>
                  <a:cubicBezTo>
                    <a:pt x="7709" y="6139"/>
                    <a:pt x="8083" y="5764"/>
                    <a:pt x="8547" y="5764"/>
                  </a:cubicBezTo>
                  <a:cubicBezTo>
                    <a:pt x="9011" y="5764"/>
                    <a:pt x="9386" y="6139"/>
                    <a:pt x="9386" y="6602"/>
                  </a:cubicBezTo>
                  <a:lnTo>
                    <a:pt x="9386" y="10992"/>
                  </a:lnTo>
                  <a:cubicBezTo>
                    <a:pt x="9386" y="11848"/>
                    <a:pt x="8779" y="12598"/>
                    <a:pt x="7959" y="12758"/>
                  </a:cubicBezTo>
                  <a:cubicBezTo>
                    <a:pt x="7209" y="12919"/>
                    <a:pt x="6442" y="13008"/>
                    <a:pt x="5693" y="13008"/>
                  </a:cubicBezTo>
                  <a:lnTo>
                    <a:pt x="2320" y="13008"/>
                  </a:lnTo>
                  <a:cubicBezTo>
                    <a:pt x="1767" y="13008"/>
                    <a:pt x="1268" y="12722"/>
                    <a:pt x="1000" y="12241"/>
                  </a:cubicBezTo>
                  <a:cubicBezTo>
                    <a:pt x="554" y="11402"/>
                    <a:pt x="304" y="10474"/>
                    <a:pt x="304" y="9529"/>
                  </a:cubicBezTo>
                  <a:lnTo>
                    <a:pt x="304" y="8958"/>
                  </a:lnTo>
                  <a:cubicBezTo>
                    <a:pt x="500" y="9172"/>
                    <a:pt x="768" y="9297"/>
                    <a:pt x="1071" y="9297"/>
                  </a:cubicBezTo>
                  <a:cubicBezTo>
                    <a:pt x="1642" y="9297"/>
                    <a:pt x="2106" y="8851"/>
                    <a:pt x="2142" y="8297"/>
                  </a:cubicBezTo>
                  <a:cubicBezTo>
                    <a:pt x="2338" y="8494"/>
                    <a:pt x="2624" y="8619"/>
                    <a:pt x="2927" y="8619"/>
                  </a:cubicBezTo>
                  <a:cubicBezTo>
                    <a:pt x="3284" y="8619"/>
                    <a:pt x="3587" y="8458"/>
                    <a:pt x="3783" y="8208"/>
                  </a:cubicBezTo>
                  <a:cubicBezTo>
                    <a:pt x="3944" y="8583"/>
                    <a:pt x="4336" y="8868"/>
                    <a:pt x="4783" y="8868"/>
                  </a:cubicBezTo>
                  <a:cubicBezTo>
                    <a:pt x="5371" y="8868"/>
                    <a:pt x="5853" y="8369"/>
                    <a:pt x="5853" y="7780"/>
                  </a:cubicBezTo>
                  <a:lnTo>
                    <a:pt x="5853" y="7191"/>
                  </a:lnTo>
                  <a:lnTo>
                    <a:pt x="5853" y="6388"/>
                  </a:lnTo>
                  <a:lnTo>
                    <a:pt x="5853" y="5550"/>
                  </a:lnTo>
                  <a:lnTo>
                    <a:pt x="5853" y="5068"/>
                  </a:lnTo>
                  <a:lnTo>
                    <a:pt x="5853" y="1071"/>
                  </a:lnTo>
                  <a:cubicBezTo>
                    <a:pt x="5853" y="643"/>
                    <a:pt x="6192" y="304"/>
                    <a:pt x="6620" y="304"/>
                  </a:cubicBezTo>
                  <a:close/>
                  <a:moveTo>
                    <a:pt x="6620" y="1"/>
                  </a:moveTo>
                  <a:cubicBezTo>
                    <a:pt x="6032" y="1"/>
                    <a:pt x="5550" y="482"/>
                    <a:pt x="5550" y="1071"/>
                  </a:cubicBezTo>
                  <a:lnTo>
                    <a:pt x="5550" y="4319"/>
                  </a:lnTo>
                  <a:cubicBezTo>
                    <a:pt x="5354" y="4122"/>
                    <a:pt x="5086" y="3997"/>
                    <a:pt x="4783" y="3997"/>
                  </a:cubicBezTo>
                  <a:cubicBezTo>
                    <a:pt x="4301" y="3997"/>
                    <a:pt x="3908" y="4283"/>
                    <a:pt x="3766" y="4711"/>
                  </a:cubicBezTo>
                  <a:cubicBezTo>
                    <a:pt x="3569" y="4461"/>
                    <a:pt x="3266" y="4301"/>
                    <a:pt x="2927" y="4301"/>
                  </a:cubicBezTo>
                  <a:cubicBezTo>
                    <a:pt x="2338" y="4301"/>
                    <a:pt x="1856" y="4782"/>
                    <a:pt x="1856" y="5389"/>
                  </a:cubicBezTo>
                  <a:lnTo>
                    <a:pt x="1856" y="5407"/>
                  </a:lnTo>
                  <a:cubicBezTo>
                    <a:pt x="1660" y="5211"/>
                    <a:pt x="1375" y="5086"/>
                    <a:pt x="1071" y="5086"/>
                  </a:cubicBezTo>
                  <a:cubicBezTo>
                    <a:pt x="482" y="5086"/>
                    <a:pt x="1" y="5568"/>
                    <a:pt x="1" y="6156"/>
                  </a:cubicBezTo>
                  <a:lnTo>
                    <a:pt x="1" y="6817"/>
                  </a:lnTo>
                  <a:lnTo>
                    <a:pt x="1" y="8208"/>
                  </a:lnTo>
                  <a:lnTo>
                    <a:pt x="1" y="9529"/>
                  </a:lnTo>
                  <a:cubicBezTo>
                    <a:pt x="1" y="10528"/>
                    <a:pt x="251" y="11509"/>
                    <a:pt x="732" y="12383"/>
                  </a:cubicBezTo>
                  <a:cubicBezTo>
                    <a:pt x="1053" y="12954"/>
                    <a:pt x="1660" y="13311"/>
                    <a:pt x="2320" y="13311"/>
                  </a:cubicBezTo>
                  <a:lnTo>
                    <a:pt x="5693" y="13311"/>
                  </a:lnTo>
                  <a:cubicBezTo>
                    <a:pt x="6478" y="13311"/>
                    <a:pt x="7263" y="13222"/>
                    <a:pt x="8012" y="13061"/>
                  </a:cubicBezTo>
                  <a:cubicBezTo>
                    <a:pt x="8993" y="12865"/>
                    <a:pt x="9689" y="11991"/>
                    <a:pt x="9689" y="10992"/>
                  </a:cubicBezTo>
                  <a:lnTo>
                    <a:pt x="9689" y="6602"/>
                  </a:lnTo>
                  <a:cubicBezTo>
                    <a:pt x="9689" y="5978"/>
                    <a:pt x="9172" y="5461"/>
                    <a:pt x="8547" y="5461"/>
                  </a:cubicBezTo>
                  <a:cubicBezTo>
                    <a:pt x="8208" y="5461"/>
                    <a:pt x="7905" y="5603"/>
                    <a:pt x="7709" y="5835"/>
                  </a:cubicBezTo>
                  <a:lnTo>
                    <a:pt x="7709" y="1071"/>
                  </a:lnTo>
                  <a:cubicBezTo>
                    <a:pt x="7709" y="482"/>
                    <a:pt x="7227" y="1"/>
                    <a:pt x="66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823" name="Google Shape;8823;p35"/>
          <p:cNvCxnSpPr>
            <a:cxnSpLocks/>
            <a:stCxn id="8752" idx="2"/>
            <a:endCxn id="8731" idx="0"/>
          </p:cNvCxnSpPr>
          <p:nvPr/>
        </p:nvCxnSpPr>
        <p:spPr>
          <a:xfrm flipH="1">
            <a:off x="1520075" y="2737875"/>
            <a:ext cx="8175" cy="590800"/>
          </a:xfrm>
          <a:prstGeom prst="straightConnector1">
            <a:avLst/>
          </a:prstGeom>
          <a:noFill/>
          <a:ln w="19050" cap="flat" cmpd="sng">
            <a:solidFill>
              <a:schemeClr val="dk2"/>
            </a:solidFill>
            <a:prstDash val="solid"/>
            <a:round/>
            <a:headEnd type="none" w="med" len="med"/>
            <a:tailEnd type="none" w="med" len="med"/>
          </a:ln>
        </p:spPr>
      </p:cxnSp>
      <p:cxnSp>
        <p:nvCxnSpPr>
          <p:cNvPr id="8824" name="Google Shape;8824;p35"/>
          <p:cNvCxnSpPr>
            <a:cxnSpLocks/>
            <a:endCxn id="8735" idx="0"/>
          </p:cNvCxnSpPr>
          <p:nvPr/>
        </p:nvCxnSpPr>
        <p:spPr>
          <a:xfrm>
            <a:off x="3050125" y="2737875"/>
            <a:ext cx="0" cy="590700"/>
          </a:xfrm>
          <a:prstGeom prst="straightConnector1">
            <a:avLst/>
          </a:prstGeom>
          <a:noFill/>
          <a:ln w="19050" cap="flat" cmpd="sng">
            <a:solidFill>
              <a:schemeClr val="dk2"/>
            </a:solidFill>
            <a:prstDash val="solid"/>
            <a:round/>
            <a:headEnd type="none" w="med" len="med"/>
            <a:tailEnd type="none" w="med" len="med"/>
          </a:ln>
        </p:spPr>
      </p:cxnSp>
      <p:cxnSp>
        <p:nvCxnSpPr>
          <p:cNvPr id="8825" name="Google Shape;8825;p35"/>
          <p:cNvCxnSpPr>
            <a:cxnSpLocks/>
            <a:endCxn id="8739" idx="0"/>
          </p:cNvCxnSpPr>
          <p:nvPr/>
        </p:nvCxnSpPr>
        <p:spPr>
          <a:xfrm>
            <a:off x="4572000" y="2737875"/>
            <a:ext cx="0" cy="590700"/>
          </a:xfrm>
          <a:prstGeom prst="straightConnector1">
            <a:avLst/>
          </a:prstGeom>
          <a:noFill/>
          <a:ln w="19050" cap="flat" cmpd="sng">
            <a:solidFill>
              <a:schemeClr val="dk2"/>
            </a:solidFill>
            <a:prstDash val="solid"/>
            <a:round/>
            <a:headEnd type="none" w="med" len="med"/>
            <a:tailEnd type="none" w="med" len="med"/>
          </a:ln>
        </p:spPr>
      </p:cxnSp>
      <p:cxnSp>
        <p:nvCxnSpPr>
          <p:cNvPr id="8826" name="Google Shape;8826;p35"/>
          <p:cNvCxnSpPr>
            <a:cxnSpLocks/>
            <a:endCxn id="8743" idx="0"/>
          </p:cNvCxnSpPr>
          <p:nvPr/>
        </p:nvCxnSpPr>
        <p:spPr>
          <a:xfrm flipH="1">
            <a:off x="6089975" y="2737875"/>
            <a:ext cx="3900" cy="590700"/>
          </a:xfrm>
          <a:prstGeom prst="straightConnector1">
            <a:avLst/>
          </a:prstGeom>
          <a:noFill/>
          <a:ln w="19050" cap="flat" cmpd="sng">
            <a:solidFill>
              <a:schemeClr val="dk2"/>
            </a:solidFill>
            <a:prstDash val="solid"/>
            <a:round/>
            <a:headEnd type="none" w="med" len="med"/>
            <a:tailEnd type="none" w="med" len="med"/>
          </a:ln>
        </p:spPr>
      </p:cxnSp>
      <p:cxnSp>
        <p:nvCxnSpPr>
          <p:cNvPr id="8827" name="Google Shape;8827;p35"/>
          <p:cNvCxnSpPr>
            <a:cxnSpLocks/>
            <a:endCxn id="8747" idx="0"/>
          </p:cNvCxnSpPr>
          <p:nvPr/>
        </p:nvCxnSpPr>
        <p:spPr>
          <a:xfrm flipH="1">
            <a:off x="7607650" y="2737875"/>
            <a:ext cx="8100" cy="590700"/>
          </a:xfrm>
          <a:prstGeom prst="straightConnector1">
            <a:avLst/>
          </a:prstGeom>
          <a:noFill/>
          <a:ln w="19050" cap="flat" cmpd="sng">
            <a:solidFill>
              <a:schemeClr val="dk2"/>
            </a:solidFill>
            <a:prstDash val="solid"/>
            <a:round/>
            <a:headEnd type="none" w="med" len="med"/>
            <a:tailEnd type="none" w="med" len="med"/>
          </a:ln>
        </p:spPr>
      </p:cxnSp>
    </p:spTree>
  </p:cSld>
  <p:clrMapOvr>
    <a:masterClrMapping/>
  </p:clrMapOvr>
  <p:transition spd="slow" advTm="57850">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10">
          <a:extLst>
            <a:ext uri="{FF2B5EF4-FFF2-40B4-BE49-F238E27FC236}">
              <a16:creationId xmlns:a16="http://schemas.microsoft.com/office/drawing/2014/main" id="{7121FA46-26C4-9D1D-E647-C39FA9BEB5E8}"/>
            </a:ext>
          </a:extLst>
        </p:cNvPr>
        <p:cNvGrpSpPr/>
        <p:nvPr/>
      </p:nvGrpSpPr>
      <p:grpSpPr>
        <a:xfrm>
          <a:off x="0" y="0"/>
          <a:ext cx="0" cy="0"/>
          <a:chOff x="0" y="0"/>
          <a:chExt cx="0" cy="0"/>
        </a:xfrm>
      </p:grpSpPr>
      <p:grpSp>
        <p:nvGrpSpPr>
          <p:cNvPr id="8611" name="Google Shape;8611;p34">
            <a:extLst>
              <a:ext uri="{FF2B5EF4-FFF2-40B4-BE49-F238E27FC236}">
                <a16:creationId xmlns:a16="http://schemas.microsoft.com/office/drawing/2014/main" id="{B03114EF-C479-5070-828E-1414EFFC975C}"/>
              </a:ext>
            </a:extLst>
          </p:cNvPr>
          <p:cNvGrpSpPr/>
          <p:nvPr/>
        </p:nvGrpSpPr>
        <p:grpSpPr>
          <a:xfrm>
            <a:off x="3730448" y="1013409"/>
            <a:ext cx="1683121" cy="1641308"/>
            <a:chOff x="225997" y="123301"/>
            <a:chExt cx="631802" cy="616130"/>
          </a:xfrm>
        </p:grpSpPr>
        <p:grpSp>
          <p:nvGrpSpPr>
            <p:cNvPr id="8612" name="Google Shape;8612;p34">
              <a:extLst>
                <a:ext uri="{FF2B5EF4-FFF2-40B4-BE49-F238E27FC236}">
                  <a16:creationId xmlns:a16="http://schemas.microsoft.com/office/drawing/2014/main" id="{C682B6AB-94F5-20DA-FFEF-43B5F101A75B}"/>
                </a:ext>
              </a:extLst>
            </p:cNvPr>
            <p:cNvGrpSpPr/>
            <p:nvPr/>
          </p:nvGrpSpPr>
          <p:grpSpPr>
            <a:xfrm rot="9089783">
              <a:off x="302065" y="211047"/>
              <a:ext cx="479665" cy="440638"/>
              <a:chOff x="-960976" y="1975682"/>
              <a:chExt cx="1155492" cy="1061477"/>
            </a:xfrm>
          </p:grpSpPr>
          <p:sp>
            <p:nvSpPr>
              <p:cNvPr id="8613" name="Google Shape;8613;p34">
                <a:extLst>
                  <a:ext uri="{FF2B5EF4-FFF2-40B4-BE49-F238E27FC236}">
                    <a16:creationId xmlns:a16="http://schemas.microsoft.com/office/drawing/2014/main" id="{541A6789-3E1C-0D49-D244-DE380808305A}"/>
                  </a:ext>
                </a:extLst>
              </p:cNvPr>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34">
                <a:extLst>
                  <a:ext uri="{FF2B5EF4-FFF2-40B4-BE49-F238E27FC236}">
                    <a16:creationId xmlns:a16="http://schemas.microsoft.com/office/drawing/2014/main" id="{CCB797A8-6BF6-D390-AFB0-31B486B9860C}"/>
                  </a:ext>
                </a:extLst>
              </p:cNvPr>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34">
                <a:extLst>
                  <a:ext uri="{FF2B5EF4-FFF2-40B4-BE49-F238E27FC236}">
                    <a16:creationId xmlns:a16="http://schemas.microsoft.com/office/drawing/2014/main" id="{607F331A-4F6A-46F0-A174-56E98BD25280}"/>
                  </a:ext>
                </a:extLst>
              </p:cNvPr>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34">
                <a:extLst>
                  <a:ext uri="{FF2B5EF4-FFF2-40B4-BE49-F238E27FC236}">
                    <a16:creationId xmlns:a16="http://schemas.microsoft.com/office/drawing/2014/main" id="{430EF937-22AD-8640-2468-4540C65DA791}"/>
                  </a:ext>
                </a:extLst>
              </p:cNvPr>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34">
                <a:extLst>
                  <a:ext uri="{FF2B5EF4-FFF2-40B4-BE49-F238E27FC236}">
                    <a16:creationId xmlns:a16="http://schemas.microsoft.com/office/drawing/2014/main" id="{DCD40B23-A551-EB69-914B-6BDA82562796}"/>
                  </a:ext>
                </a:extLst>
              </p:cNvPr>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34">
                <a:extLst>
                  <a:ext uri="{FF2B5EF4-FFF2-40B4-BE49-F238E27FC236}">
                    <a16:creationId xmlns:a16="http://schemas.microsoft.com/office/drawing/2014/main" id="{5644D023-C4DC-EE6B-EAB6-CBC2FBBC741D}"/>
                  </a:ext>
                </a:extLst>
              </p:cNvPr>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34">
                <a:extLst>
                  <a:ext uri="{FF2B5EF4-FFF2-40B4-BE49-F238E27FC236}">
                    <a16:creationId xmlns:a16="http://schemas.microsoft.com/office/drawing/2014/main" id="{A6C2C2E3-9342-3E80-ADFF-273AD9DE2779}"/>
                  </a:ext>
                </a:extLst>
              </p:cNvPr>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34">
                <a:extLst>
                  <a:ext uri="{FF2B5EF4-FFF2-40B4-BE49-F238E27FC236}">
                    <a16:creationId xmlns:a16="http://schemas.microsoft.com/office/drawing/2014/main" id="{2F2B5936-1FDB-1619-649C-32DEADF274E3}"/>
                  </a:ext>
                </a:extLst>
              </p:cNvPr>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34">
                <a:extLst>
                  <a:ext uri="{FF2B5EF4-FFF2-40B4-BE49-F238E27FC236}">
                    <a16:creationId xmlns:a16="http://schemas.microsoft.com/office/drawing/2014/main" id="{82248A6C-1440-B791-11D5-8EAC5E0F4FFC}"/>
                  </a:ext>
                </a:extLst>
              </p:cNvPr>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34">
                <a:extLst>
                  <a:ext uri="{FF2B5EF4-FFF2-40B4-BE49-F238E27FC236}">
                    <a16:creationId xmlns:a16="http://schemas.microsoft.com/office/drawing/2014/main" id="{89709CDE-61E3-5495-1B1F-CAA70C7B8C9E}"/>
                  </a:ext>
                </a:extLst>
              </p:cNvPr>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34">
                <a:extLst>
                  <a:ext uri="{FF2B5EF4-FFF2-40B4-BE49-F238E27FC236}">
                    <a16:creationId xmlns:a16="http://schemas.microsoft.com/office/drawing/2014/main" id="{21BB3BC0-F5B7-D8DB-5B1A-94A6B595DAC0}"/>
                  </a:ext>
                </a:extLst>
              </p:cNvPr>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34">
                <a:extLst>
                  <a:ext uri="{FF2B5EF4-FFF2-40B4-BE49-F238E27FC236}">
                    <a16:creationId xmlns:a16="http://schemas.microsoft.com/office/drawing/2014/main" id="{BBBB9A15-0E3B-8601-99BC-4BFA4C71FAEB}"/>
                  </a:ext>
                </a:extLst>
              </p:cNvPr>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34">
                <a:extLst>
                  <a:ext uri="{FF2B5EF4-FFF2-40B4-BE49-F238E27FC236}">
                    <a16:creationId xmlns:a16="http://schemas.microsoft.com/office/drawing/2014/main" id="{75A6D3DA-BA0D-DDD2-788C-0A18B7AC00C4}"/>
                  </a:ext>
                </a:extLst>
              </p:cNvPr>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34">
                <a:extLst>
                  <a:ext uri="{FF2B5EF4-FFF2-40B4-BE49-F238E27FC236}">
                    <a16:creationId xmlns:a16="http://schemas.microsoft.com/office/drawing/2014/main" id="{80C3D972-7F75-D91A-8725-5103FE473EA7}"/>
                  </a:ext>
                </a:extLst>
              </p:cNvPr>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34">
                <a:extLst>
                  <a:ext uri="{FF2B5EF4-FFF2-40B4-BE49-F238E27FC236}">
                    <a16:creationId xmlns:a16="http://schemas.microsoft.com/office/drawing/2014/main" id="{DB5B3AD8-6D9E-4253-96D9-25C316082714}"/>
                  </a:ext>
                </a:extLst>
              </p:cNvPr>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34">
                <a:extLst>
                  <a:ext uri="{FF2B5EF4-FFF2-40B4-BE49-F238E27FC236}">
                    <a16:creationId xmlns:a16="http://schemas.microsoft.com/office/drawing/2014/main" id="{73247327-2A2B-268A-3172-89919D947C8D}"/>
                  </a:ext>
                </a:extLst>
              </p:cNvPr>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34">
                <a:extLst>
                  <a:ext uri="{FF2B5EF4-FFF2-40B4-BE49-F238E27FC236}">
                    <a16:creationId xmlns:a16="http://schemas.microsoft.com/office/drawing/2014/main" id="{44343CD7-96F2-B8F7-AE7F-EBE2C6EF66FD}"/>
                  </a:ext>
                </a:extLst>
              </p:cNvPr>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0" name="Google Shape;8630;p34">
                <a:extLst>
                  <a:ext uri="{FF2B5EF4-FFF2-40B4-BE49-F238E27FC236}">
                    <a16:creationId xmlns:a16="http://schemas.microsoft.com/office/drawing/2014/main" id="{BABFC45C-E7DB-8983-040B-CB12AA58C9E9}"/>
                  </a:ext>
                </a:extLst>
              </p:cNvPr>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34">
                <a:extLst>
                  <a:ext uri="{FF2B5EF4-FFF2-40B4-BE49-F238E27FC236}">
                    <a16:creationId xmlns:a16="http://schemas.microsoft.com/office/drawing/2014/main" id="{245E6DE6-48A7-30C8-25C4-211EAA332170}"/>
                  </a:ext>
                </a:extLst>
              </p:cNvPr>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34">
                <a:extLst>
                  <a:ext uri="{FF2B5EF4-FFF2-40B4-BE49-F238E27FC236}">
                    <a16:creationId xmlns:a16="http://schemas.microsoft.com/office/drawing/2014/main" id="{979D7AD9-4257-4E16-DA12-975C231351EE}"/>
                  </a:ext>
                </a:extLst>
              </p:cNvPr>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34">
                <a:extLst>
                  <a:ext uri="{FF2B5EF4-FFF2-40B4-BE49-F238E27FC236}">
                    <a16:creationId xmlns:a16="http://schemas.microsoft.com/office/drawing/2014/main" id="{2B40BC96-00F3-66FC-B5A7-F9EEA9616A1F}"/>
                  </a:ext>
                </a:extLst>
              </p:cNvPr>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34">
                <a:extLst>
                  <a:ext uri="{FF2B5EF4-FFF2-40B4-BE49-F238E27FC236}">
                    <a16:creationId xmlns:a16="http://schemas.microsoft.com/office/drawing/2014/main" id="{1C836D9B-0B52-7776-F51F-176CB8A77E8B}"/>
                  </a:ext>
                </a:extLst>
              </p:cNvPr>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34">
                <a:extLst>
                  <a:ext uri="{FF2B5EF4-FFF2-40B4-BE49-F238E27FC236}">
                    <a16:creationId xmlns:a16="http://schemas.microsoft.com/office/drawing/2014/main" id="{EACFA33A-5501-36A2-6111-1F903331C937}"/>
                  </a:ext>
                </a:extLst>
              </p:cNvPr>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34">
                <a:extLst>
                  <a:ext uri="{FF2B5EF4-FFF2-40B4-BE49-F238E27FC236}">
                    <a16:creationId xmlns:a16="http://schemas.microsoft.com/office/drawing/2014/main" id="{5A34607B-612E-E177-07D7-39DB1E4EE261}"/>
                  </a:ext>
                </a:extLst>
              </p:cNvPr>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34">
                <a:extLst>
                  <a:ext uri="{FF2B5EF4-FFF2-40B4-BE49-F238E27FC236}">
                    <a16:creationId xmlns:a16="http://schemas.microsoft.com/office/drawing/2014/main" id="{6BD7EFBA-D42A-5141-2330-71B4C2E0036E}"/>
                  </a:ext>
                </a:extLst>
              </p:cNvPr>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34">
                <a:extLst>
                  <a:ext uri="{FF2B5EF4-FFF2-40B4-BE49-F238E27FC236}">
                    <a16:creationId xmlns:a16="http://schemas.microsoft.com/office/drawing/2014/main" id="{03200DAA-D03D-1D5D-CAD7-0B0FE3CDEF27}"/>
                  </a:ext>
                </a:extLst>
              </p:cNvPr>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34">
                <a:extLst>
                  <a:ext uri="{FF2B5EF4-FFF2-40B4-BE49-F238E27FC236}">
                    <a16:creationId xmlns:a16="http://schemas.microsoft.com/office/drawing/2014/main" id="{284F837D-367A-47C5-05D9-D7C8B54E8D2C}"/>
                  </a:ext>
                </a:extLst>
              </p:cNvPr>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34">
                <a:extLst>
                  <a:ext uri="{FF2B5EF4-FFF2-40B4-BE49-F238E27FC236}">
                    <a16:creationId xmlns:a16="http://schemas.microsoft.com/office/drawing/2014/main" id="{FC9B6310-037D-E3F4-44CA-54E9AC262B7A}"/>
                  </a:ext>
                </a:extLst>
              </p:cNvPr>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34">
                <a:extLst>
                  <a:ext uri="{FF2B5EF4-FFF2-40B4-BE49-F238E27FC236}">
                    <a16:creationId xmlns:a16="http://schemas.microsoft.com/office/drawing/2014/main" id="{FD351A60-6792-713C-8130-E7D895A67363}"/>
                  </a:ext>
                </a:extLst>
              </p:cNvPr>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34">
                <a:extLst>
                  <a:ext uri="{FF2B5EF4-FFF2-40B4-BE49-F238E27FC236}">
                    <a16:creationId xmlns:a16="http://schemas.microsoft.com/office/drawing/2014/main" id="{0D52A3E4-3EC7-2C51-77A2-8D7324091164}"/>
                  </a:ext>
                </a:extLst>
              </p:cNvPr>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34">
                <a:extLst>
                  <a:ext uri="{FF2B5EF4-FFF2-40B4-BE49-F238E27FC236}">
                    <a16:creationId xmlns:a16="http://schemas.microsoft.com/office/drawing/2014/main" id="{3A6A266A-D1CE-41F2-1671-FAEFB98AE71E}"/>
                  </a:ext>
                </a:extLst>
              </p:cNvPr>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34">
                <a:extLst>
                  <a:ext uri="{FF2B5EF4-FFF2-40B4-BE49-F238E27FC236}">
                    <a16:creationId xmlns:a16="http://schemas.microsoft.com/office/drawing/2014/main" id="{DF03D9CD-EC63-F91E-B6FD-F5514486188A}"/>
                  </a:ext>
                </a:extLst>
              </p:cNvPr>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34">
                <a:extLst>
                  <a:ext uri="{FF2B5EF4-FFF2-40B4-BE49-F238E27FC236}">
                    <a16:creationId xmlns:a16="http://schemas.microsoft.com/office/drawing/2014/main" id="{803C1787-CB5C-5C3C-38DD-61014BF8145F}"/>
                  </a:ext>
                </a:extLst>
              </p:cNvPr>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34">
                <a:extLst>
                  <a:ext uri="{FF2B5EF4-FFF2-40B4-BE49-F238E27FC236}">
                    <a16:creationId xmlns:a16="http://schemas.microsoft.com/office/drawing/2014/main" id="{F06C649E-62DB-3FDA-D550-178E73F05902}"/>
                  </a:ext>
                </a:extLst>
              </p:cNvPr>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34">
                <a:extLst>
                  <a:ext uri="{FF2B5EF4-FFF2-40B4-BE49-F238E27FC236}">
                    <a16:creationId xmlns:a16="http://schemas.microsoft.com/office/drawing/2014/main" id="{B7BD757F-98EC-485A-49C7-0E076158603C}"/>
                  </a:ext>
                </a:extLst>
              </p:cNvPr>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34">
                <a:extLst>
                  <a:ext uri="{FF2B5EF4-FFF2-40B4-BE49-F238E27FC236}">
                    <a16:creationId xmlns:a16="http://schemas.microsoft.com/office/drawing/2014/main" id="{57342178-CF41-7DF8-A020-FDB881B825F7}"/>
                  </a:ext>
                </a:extLst>
              </p:cNvPr>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34">
                <a:extLst>
                  <a:ext uri="{FF2B5EF4-FFF2-40B4-BE49-F238E27FC236}">
                    <a16:creationId xmlns:a16="http://schemas.microsoft.com/office/drawing/2014/main" id="{B9598A07-7406-52C8-5AEC-1E88B4F02069}"/>
                  </a:ext>
                </a:extLst>
              </p:cNvPr>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0" name="Google Shape;8650;p34">
                <a:extLst>
                  <a:ext uri="{FF2B5EF4-FFF2-40B4-BE49-F238E27FC236}">
                    <a16:creationId xmlns:a16="http://schemas.microsoft.com/office/drawing/2014/main" id="{50527390-C12F-0EE5-44F1-15B55BC3295E}"/>
                  </a:ext>
                </a:extLst>
              </p:cNvPr>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34">
                <a:extLst>
                  <a:ext uri="{FF2B5EF4-FFF2-40B4-BE49-F238E27FC236}">
                    <a16:creationId xmlns:a16="http://schemas.microsoft.com/office/drawing/2014/main" id="{086B7FA4-55AF-B117-8C04-D0C8C99D971F}"/>
                  </a:ext>
                </a:extLst>
              </p:cNvPr>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34">
                <a:extLst>
                  <a:ext uri="{FF2B5EF4-FFF2-40B4-BE49-F238E27FC236}">
                    <a16:creationId xmlns:a16="http://schemas.microsoft.com/office/drawing/2014/main" id="{6B02E3EB-BFB5-7A2B-9AD6-66E03C91903E}"/>
                  </a:ext>
                </a:extLst>
              </p:cNvPr>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34">
                <a:extLst>
                  <a:ext uri="{FF2B5EF4-FFF2-40B4-BE49-F238E27FC236}">
                    <a16:creationId xmlns:a16="http://schemas.microsoft.com/office/drawing/2014/main" id="{957029ED-B53A-BDBC-5F76-8E1568EB7000}"/>
                  </a:ext>
                </a:extLst>
              </p:cNvPr>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34">
                <a:extLst>
                  <a:ext uri="{FF2B5EF4-FFF2-40B4-BE49-F238E27FC236}">
                    <a16:creationId xmlns:a16="http://schemas.microsoft.com/office/drawing/2014/main" id="{B3C96A32-F19E-4B4C-D581-66A3C0A64D56}"/>
                  </a:ext>
                </a:extLst>
              </p:cNvPr>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34">
                <a:extLst>
                  <a:ext uri="{FF2B5EF4-FFF2-40B4-BE49-F238E27FC236}">
                    <a16:creationId xmlns:a16="http://schemas.microsoft.com/office/drawing/2014/main" id="{EB494F9D-D2CC-5F3C-3F1F-E5029F08D9DA}"/>
                  </a:ext>
                </a:extLst>
              </p:cNvPr>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6" name="Google Shape;8656;p34">
              <a:extLst>
                <a:ext uri="{FF2B5EF4-FFF2-40B4-BE49-F238E27FC236}">
                  <a16:creationId xmlns:a16="http://schemas.microsoft.com/office/drawing/2014/main" id="{72521936-2500-A6CB-59C2-B4AC81E695C1}"/>
                </a:ext>
              </a:extLst>
            </p:cNvPr>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57" name="Google Shape;8657;p34">
              <a:extLst>
                <a:ext uri="{FF2B5EF4-FFF2-40B4-BE49-F238E27FC236}">
                  <a16:creationId xmlns:a16="http://schemas.microsoft.com/office/drawing/2014/main" id="{238CEB28-0B63-D06C-1CC1-A5A1A2EFB671}"/>
                </a:ext>
              </a:extLst>
            </p:cNvPr>
            <p:cNvGrpSpPr/>
            <p:nvPr/>
          </p:nvGrpSpPr>
          <p:grpSpPr>
            <a:xfrm>
              <a:off x="357526" y="269347"/>
              <a:ext cx="326648" cy="309474"/>
              <a:chOff x="3550326" y="4310672"/>
              <a:chExt cx="393741" cy="373040"/>
            </a:xfrm>
          </p:grpSpPr>
          <p:sp>
            <p:nvSpPr>
              <p:cNvPr id="8658" name="Google Shape;8658;p34">
                <a:extLst>
                  <a:ext uri="{FF2B5EF4-FFF2-40B4-BE49-F238E27FC236}">
                    <a16:creationId xmlns:a16="http://schemas.microsoft.com/office/drawing/2014/main" id="{5077853A-1A65-63D6-9EA4-175197C93C31}"/>
                  </a:ext>
                </a:extLst>
              </p:cNvPr>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34">
                <a:extLst>
                  <a:ext uri="{FF2B5EF4-FFF2-40B4-BE49-F238E27FC236}">
                    <a16:creationId xmlns:a16="http://schemas.microsoft.com/office/drawing/2014/main" id="{7A93DD2A-9B72-2EED-44E2-03B628E1A540}"/>
                  </a:ext>
                </a:extLst>
              </p:cNvPr>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34">
                <a:extLst>
                  <a:ext uri="{FF2B5EF4-FFF2-40B4-BE49-F238E27FC236}">
                    <a16:creationId xmlns:a16="http://schemas.microsoft.com/office/drawing/2014/main" id="{190CFF10-9D64-00ED-3EA6-2CD5218C9AB9}"/>
                  </a:ext>
                </a:extLst>
              </p:cNvPr>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34">
                <a:extLst>
                  <a:ext uri="{FF2B5EF4-FFF2-40B4-BE49-F238E27FC236}">
                    <a16:creationId xmlns:a16="http://schemas.microsoft.com/office/drawing/2014/main" id="{E73E0ECF-9085-ABB5-B7C3-43C3BD28A451}"/>
                  </a:ext>
                </a:extLst>
              </p:cNvPr>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34">
                <a:extLst>
                  <a:ext uri="{FF2B5EF4-FFF2-40B4-BE49-F238E27FC236}">
                    <a16:creationId xmlns:a16="http://schemas.microsoft.com/office/drawing/2014/main" id="{79DF803A-4AE3-FBF8-5E74-6FB66DAD4CE1}"/>
                  </a:ext>
                </a:extLst>
              </p:cNvPr>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34">
                <a:extLst>
                  <a:ext uri="{FF2B5EF4-FFF2-40B4-BE49-F238E27FC236}">
                    <a16:creationId xmlns:a16="http://schemas.microsoft.com/office/drawing/2014/main" id="{DB4DC720-6209-D991-89FF-2503E198C1B4}"/>
                  </a:ext>
                </a:extLst>
              </p:cNvPr>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34">
                <a:extLst>
                  <a:ext uri="{FF2B5EF4-FFF2-40B4-BE49-F238E27FC236}">
                    <a16:creationId xmlns:a16="http://schemas.microsoft.com/office/drawing/2014/main" id="{18AD4B7D-3E01-8B12-3B4F-67AAC836E111}"/>
                  </a:ext>
                </a:extLst>
              </p:cNvPr>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34">
                <a:extLst>
                  <a:ext uri="{FF2B5EF4-FFF2-40B4-BE49-F238E27FC236}">
                    <a16:creationId xmlns:a16="http://schemas.microsoft.com/office/drawing/2014/main" id="{C444A907-B6E2-BA19-F4BE-3323794B5592}"/>
                  </a:ext>
                </a:extLst>
              </p:cNvPr>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34">
                <a:extLst>
                  <a:ext uri="{FF2B5EF4-FFF2-40B4-BE49-F238E27FC236}">
                    <a16:creationId xmlns:a16="http://schemas.microsoft.com/office/drawing/2014/main" id="{2C91C7A7-D932-3B76-1ADE-800243351008}"/>
                  </a:ext>
                </a:extLst>
              </p:cNvPr>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34">
                <a:extLst>
                  <a:ext uri="{FF2B5EF4-FFF2-40B4-BE49-F238E27FC236}">
                    <a16:creationId xmlns:a16="http://schemas.microsoft.com/office/drawing/2014/main" id="{E0FFFFA2-633D-8124-7CB3-2358F8649850}"/>
                  </a:ext>
                </a:extLst>
              </p:cNvPr>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34">
                <a:extLst>
                  <a:ext uri="{FF2B5EF4-FFF2-40B4-BE49-F238E27FC236}">
                    <a16:creationId xmlns:a16="http://schemas.microsoft.com/office/drawing/2014/main" id="{C57A1D9F-4A5E-3728-4761-2B52AB0246B1}"/>
                  </a:ext>
                </a:extLst>
              </p:cNvPr>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34">
                <a:extLst>
                  <a:ext uri="{FF2B5EF4-FFF2-40B4-BE49-F238E27FC236}">
                    <a16:creationId xmlns:a16="http://schemas.microsoft.com/office/drawing/2014/main" id="{90C015D1-E972-B3A4-65DE-26592C72733E}"/>
                  </a:ext>
                </a:extLst>
              </p:cNvPr>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34">
                <a:extLst>
                  <a:ext uri="{FF2B5EF4-FFF2-40B4-BE49-F238E27FC236}">
                    <a16:creationId xmlns:a16="http://schemas.microsoft.com/office/drawing/2014/main" id="{E5C9F320-5B24-D5B7-F05D-1CD6FB2C715D}"/>
                  </a:ext>
                </a:extLst>
              </p:cNvPr>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34">
                <a:extLst>
                  <a:ext uri="{FF2B5EF4-FFF2-40B4-BE49-F238E27FC236}">
                    <a16:creationId xmlns:a16="http://schemas.microsoft.com/office/drawing/2014/main" id="{CF38CC1B-62DC-B612-D39C-05606E8E05DD}"/>
                  </a:ext>
                </a:extLst>
              </p:cNvPr>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34">
                <a:extLst>
                  <a:ext uri="{FF2B5EF4-FFF2-40B4-BE49-F238E27FC236}">
                    <a16:creationId xmlns:a16="http://schemas.microsoft.com/office/drawing/2014/main" id="{B65BDB0E-47A4-E25B-D045-2E6B8CBC0841}"/>
                  </a:ext>
                </a:extLst>
              </p:cNvPr>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34">
                <a:extLst>
                  <a:ext uri="{FF2B5EF4-FFF2-40B4-BE49-F238E27FC236}">
                    <a16:creationId xmlns:a16="http://schemas.microsoft.com/office/drawing/2014/main" id="{4BFFCE91-0963-945D-F8DD-D39306763134}"/>
                  </a:ext>
                </a:extLst>
              </p:cNvPr>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34">
                <a:extLst>
                  <a:ext uri="{FF2B5EF4-FFF2-40B4-BE49-F238E27FC236}">
                    <a16:creationId xmlns:a16="http://schemas.microsoft.com/office/drawing/2014/main" id="{6758249C-5434-BE5C-6411-FD153AA8530A}"/>
                  </a:ext>
                </a:extLst>
              </p:cNvPr>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34">
                <a:extLst>
                  <a:ext uri="{FF2B5EF4-FFF2-40B4-BE49-F238E27FC236}">
                    <a16:creationId xmlns:a16="http://schemas.microsoft.com/office/drawing/2014/main" id="{D854FB7A-A2F5-8A19-AFF1-BA79FB173C95}"/>
                  </a:ext>
                </a:extLst>
              </p:cNvPr>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34">
                <a:extLst>
                  <a:ext uri="{FF2B5EF4-FFF2-40B4-BE49-F238E27FC236}">
                    <a16:creationId xmlns:a16="http://schemas.microsoft.com/office/drawing/2014/main" id="{2E58B7FE-0BAD-9D76-D2C0-FF9B4EDD7717}"/>
                  </a:ext>
                </a:extLst>
              </p:cNvPr>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34">
                <a:extLst>
                  <a:ext uri="{FF2B5EF4-FFF2-40B4-BE49-F238E27FC236}">
                    <a16:creationId xmlns:a16="http://schemas.microsoft.com/office/drawing/2014/main" id="{25CC086B-0609-ACE2-5C6F-6FFEBCF0D9CA}"/>
                  </a:ext>
                </a:extLst>
              </p:cNvPr>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34">
                <a:extLst>
                  <a:ext uri="{FF2B5EF4-FFF2-40B4-BE49-F238E27FC236}">
                    <a16:creationId xmlns:a16="http://schemas.microsoft.com/office/drawing/2014/main" id="{0CFB5082-E8EC-0A1C-1744-622269F2BA68}"/>
                  </a:ext>
                </a:extLst>
              </p:cNvPr>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34">
                <a:extLst>
                  <a:ext uri="{FF2B5EF4-FFF2-40B4-BE49-F238E27FC236}">
                    <a16:creationId xmlns:a16="http://schemas.microsoft.com/office/drawing/2014/main" id="{E9242CCD-1C20-8977-C36C-7EE9D7AA725F}"/>
                  </a:ext>
                </a:extLst>
              </p:cNvPr>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34">
                <a:extLst>
                  <a:ext uri="{FF2B5EF4-FFF2-40B4-BE49-F238E27FC236}">
                    <a16:creationId xmlns:a16="http://schemas.microsoft.com/office/drawing/2014/main" id="{76B8625D-6BDE-9FBA-846A-BAAF58047F55}"/>
                  </a:ext>
                </a:extLst>
              </p:cNvPr>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34">
                <a:extLst>
                  <a:ext uri="{FF2B5EF4-FFF2-40B4-BE49-F238E27FC236}">
                    <a16:creationId xmlns:a16="http://schemas.microsoft.com/office/drawing/2014/main" id="{2B66CD43-0136-34EB-6141-28E30712FDA0}"/>
                  </a:ext>
                </a:extLst>
              </p:cNvPr>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34">
                <a:extLst>
                  <a:ext uri="{FF2B5EF4-FFF2-40B4-BE49-F238E27FC236}">
                    <a16:creationId xmlns:a16="http://schemas.microsoft.com/office/drawing/2014/main" id="{AD7463B2-1502-2922-8612-8BDB43E857B7}"/>
                  </a:ext>
                </a:extLst>
              </p:cNvPr>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34">
                <a:extLst>
                  <a:ext uri="{FF2B5EF4-FFF2-40B4-BE49-F238E27FC236}">
                    <a16:creationId xmlns:a16="http://schemas.microsoft.com/office/drawing/2014/main" id="{58B1456D-7F64-374B-72E0-EC8EC292239D}"/>
                  </a:ext>
                </a:extLst>
              </p:cNvPr>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34">
                <a:extLst>
                  <a:ext uri="{FF2B5EF4-FFF2-40B4-BE49-F238E27FC236}">
                    <a16:creationId xmlns:a16="http://schemas.microsoft.com/office/drawing/2014/main" id="{E3E7ACA5-A4F8-7DEC-EED6-F3DEE8E33F8A}"/>
                  </a:ext>
                </a:extLst>
              </p:cNvPr>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34">
                <a:extLst>
                  <a:ext uri="{FF2B5EF4-FFF2-40B4-BE49-F238E27FC236}">
                    <a16:creationId xmlns:a16="http://schemas.microsoft.com/office/drawing/2014/main" id="{E05E1286-327F-F1F6-2003-1938A17A23F0}"/>
                  </a:ext>
                </a:extLst>
              </p:cNvPr>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34">
                <a:extLst>
                  <a:ext uri="{FF2B5EF4-FFF2-40B4-BE49-F238E27FC236}">
                    <a16:creationId xmlns:a16="http://schemas.microsoft.com/office/drawing/2014/main" id="{51BAEB36-4AE7-4268-AAD6-2F40E19C730B}"/>
                  </a:ext>
                </a:extLst>
              </p:cNvPr>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34">
                <a:extLst>
                  <a:ext uri="{FF2B5EF4-FFF2-40B4-BE49-F238E27FC236}">
                    <a16:creationId xmlns:a16="http://schemas.microsoft.com/office/drawing/2014/main" id="{6ECF3E14-0F55-C61E-C4E5-570C81F04F4D}"/>
                  </a:ext>
                </a:extLst>
              </p:cNvPr>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34">
                <a:extLst>
                  <a:ext uri="{FF2B5EF4-FFF2-40B4-BE49-F238E27FC236}">
                    <a16:creationId xmlns:a16="http://schemas.microsoft.com/office/drawing/2014/main" id="{A3CC3CEE-CCAB-CEC8-7F14-6DAE33524929}"/>
                  </a:ext>
                </a:extLst>
              </p:cNvPr>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34">
                <a:extLst>
                  <a:ext uri="{FF2B5EF4-FFF2-40B4-BE49-F238E27FC236}">
                    <a16:creationId xmlns:a16="http://schemas.microsoft.com/office/drawing/2014/main" id="{BF22D82B-A138-2F04-2454-BFEB5785C5CC}"/>
                  </a:ext>
                </a:extLst>
              </p:cNvPr>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34">
                <a:extLst>
                  <a:ext uri="{FF2B5EF4-FFF2-40B4-BE49-F238E27FC236}">
                    <a16:creationId xmlns:a16="http://schemas.microsoft.com/office/drawing/2014/main" id="{B6A452ED-74C5-FA58-0F7B-375EAC1A54F3}"/>
                  </a:ext>
                </a:extLst>
              </p:cNvPr>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34">
                <a:extLst>
                  <a:ext uri="{FF2B5EF4-FFF2-40B4-BE49-F238E27FC236}">
                    <a16:creationId xmlns:a16="http://schemas.microsoft.com/office/drawing/2014/main" id="{057872F1-22D6-8840-480A-9BF500ED5950}"/>
                  </a:ext>
                </a:extLst>
              </p:cNvPr>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34">
                <a:extLst>
                  <a:ext uri="{FF2B5EF4-FFF2-40B4-BE49-F238E27FC236}">
                    <a16:creationId xmlns:a16="http://schemas.microsoft.com/office/drawing/2014/main" id="{67EF9EC6-52E6-536F-32D6-F364C3465B36}"/>
                  </a:ext>
                </a:extLst>
              </p:cNvPr>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34">
                <a:extLst>
                  <a:ext uri="{FF2B5EF4-FFF2-40B4-BE49-F238E27FC236}">
                    <a16:creationId xmlns:a16="http://schemas.microsoft.com/office/drawing/2014/main" id="{D940170B-9806-E51D-2539-1FF8FD3AFFA0}"/>
                  </a:ext>
                </a:extLst>
              </p:cNvPr>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34">
                <a:extLst>
                  <a:ext uri="{FF2B5EF4-FFF2-40B4-BE49-F238E27FC236}">
                    <a16:creationId xmlns:a16="http://schemas.microsoft.com/office/drawing/2014/main" id="{C9D91B30-EC6B-02EB-3FEC-887458385527}"/>
                  </a:ext>
                </a:extLst>
              </p:cNvPr>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34">
                <a:extLst>
                  <a:ext uri="{FF2B5EF4-FFF2-40B4-BE49-F238E27FC236}">
                    <a16:creationId xmlns:a16="http://schemas.microsoft.com/office/drawing/2014/main" id="{30F87D91-E250-76E0-36FE-33097ECD1B5E}"/>
                  </a:ext>
                </a:extLst>
              </p:cNvPr>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34">
                <a:extLst>
                  <a:ext uri="{FF2B5EF4-FFF2-40B4-BE49-F238E27FC236}">
                    <a16:creationId xmlns:a16="http://schemas.microsoft.com/office/drawing/2014/main" id="{260BBDA2-1759-EDA6-1372-3C08F2459D7F}"/>
                  </a:ext>
                </a:extLst>
              </p:cNvPr>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34">
                <a:extLst>
                  <a:ext uri="{FF2B5EF4-FFF2-40B4-BE49-F238E27FC236}">
                    <a16:creationId xmlns:a16="http://schemas.microsoft.com/office/drawing/2014/main" id="{3D38F3EA-3EC0-5C74-CB23-608E402086C9}"/>
                  </a:ext>
                </a:extLst>
              </p:cNvPr>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34">
                <a:extLst>
                  <a:ext uri="{FF2B5EF4-FFF2-40B4-BE49-F238E27FC236}">
                    <a16:creationId xmlns:a16="http://schemas.microsoft.com/office/drawing/2014/main" id="{23EC5E0F-515D-E6F2-0882-85C8EA4D5069}"/>
                  </a:ext>
                </a:extLst>
              </p:cNvPr>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34">
                <a:extLst>
                  <a:ext uri="{FF2B5EF4-FFF2-40B4-BE49-F238E27FC236}">
                    <a16:creationId xmlns:a16="http://schemas.microsoft.com/office/drawing/2014/main" id="{DFF1D4FD-AED7-6554-4780-2CD0A0D019B5}"/>
                  </a:ext>
                </a:extLst>
              </p:cNvPr>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34">
                <a:extLst>
                  <a:ext uri="{FF2B5EF4-FFF2-40B4-BE49-F238E27FC236}">
                    <a16:creationId xmlns:a16="http://schemas.microsoft.com/office/drawing/2014/main" id="{856E8FD7-91A4-8B02-2CA5-6EF6F4EB03E4}"/>
                  </a:ext>
                </a:extLst>
              </p:cNvPr>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34">
                <a:extLst>
                  <a:ext uri="{FF2B5EF4-FFF2-40B4-BE49-F238E27FC236}">
                    <a16:creationId xmlns:a16="http://schemas.microsoft.com/office/drawing/2014/main" id="{D58F7848-8BDA-C17C-E368-CEB5AB895062}"/>
                  </a:ext>
                </a:extLst>
              </p:cNvPr>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34">
                <a:extLst>
                  <a:ext uri="{FF2B5EF4-FFF2-40B4-BE49-F238E27FC236}">
                    <a16:creationId xmlns:a16="http://schemas.microsoft.com/office/drawing/2014/main" id="{AF6C8906-0E94-7E2D-37D1-60F0464106E9}"/>
                  </a:ext>
                </a:extLst>
              </p:cNvPr>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34">
                <a:extLst>
                  <a:ext uri="{FF2B5EF4-FFF2-40B4-BE49-F238E27FC236}">
                    <a16:creationId xmlns:a16="http://schemas.microsoft.com/office/drawing/2014/main" id="{241D2955-36E2-C130-FA3C-726AD4AD01B5}"/>
                  </a:ext>
                </a:extLst>
              </p:cNvPr>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4" name="Google Shape;8704;p34">
                <a:extLst>
                  <a:ext uri="{FF2B5EF4-FFF2-40B4-BE49-F238E27FC236}">
                    <a16:creationId xmlns:a16="http://schemas.microsoft.com/office/drawing/2014/main" id="{DDA2FC78-EAC4-A56E-8987-8B5B597CB7C9}"/>
                  </a:ext>
                </a:extLst>
              </p:cNvPr>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34">
                <a:extLst>
                  <a:ext uri="{FF2B5EF4-FFF2-40B4-BE49-F238E27FC236}">
                    <a16:creationId xmlns:a16="http://schemas.microsoft.com/office/drawing/2014/main" id="{3551378B-9FF3-7814-B17F-D5AE25D252A8}"/>
                  </a:ext>
                </a:extLst>
              </p:cNvPr>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34">
                <a:extLst>
                  <a:ext uri="{FF2B5EF4-FFF2-40B4-BE49-F238E27FC236}">
                    <a16:creationId xmlns:a16="http://schemas.microsoft.com/office/drawing/2014/main" id="{1752C0FF-8E9A-8F4A-EF56-DAAA5605E89D}"/>
                  </a:ext>
                </a:extLst>
              </p:cNvPr>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34">
                <a:extLst>
                  <a:ext uri="{FF2B5EF4-FFF2-40B4-BE49-F238E27FC236}">
                    <a16:creationId xmlns:a16="http://schemas.microsoft.com/office/drawing/2014/main" id="{6D0BF289-ECE2-05E7-DFB1-13DFB0D250E4}"/>
                  </a:ext>
                </a:extLst>
              </p:cNvPr>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34">
                <a:extLst>
                  <a:ext uri="{FF2B5EF4-FFF2-40B4-BE49-F238E27FC236}">
                    <a16:creationId xmlns:a16="http://schemas.microsoft.com/office/drawing/2014/main" id="{3927B376-3C48-0BA8-06F0-4FB9FA2C0D04}"/>
                  </a:ext>
                </a:extLst>
              </p:cNvPr>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34">
                <a:extLst>
                  <a:ext uri="{FF2B5EF4-FFF2-40B4-BE49-F238E27FC236}">
                    <a16:creationId xmlns:a16="http://schemas.microsoft.com/office/drawing/2014/main" id="{B1CB67E9-E1B3-0D8F-5F61-F7AA2707AAB4}"/>
                  </a:ext>
                </a:extLst>
              </p:cNvPr>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34">
                <a:extLst>
                  <a:ext uri="{FF2B5EF4-FFF2-40B4-BE49-F238E27FC236}">
                    <a16:creationId xmlns:a16="http://schemas.microsoft.com/office/drawing/2014/main" id="{6D4BC7A2-CE28-E226-939A-4E3529AA86F7}"/>
                  </a:ext>
                </a:extLst>
              </p:cNvPr>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34">
                <a:extLst>
                  <a:ext uri="{FF2B5EF4-FFF2-40B4-BE49-F238E27FC236}">
                    <a16:creationId xmlns:a16="http://schemas.microsoft.com/office/drawing/2014/main" id="{4D05CBDC-29A9-7988-66F9-9D2D1498F214}"/>
                  </a:ext>
                </a:extLst>
              </p:cNvPr>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34">
                <a:extLst>
                  <a:ext uri="{FF2B5EF4-FFF2-40B4-BE49-F238E27FC236}">
                    <a16:creationId xmlns:a16="http://schemas.microsoft.com/office/drawing/2014/main" id="{5D8CC5F1-8249-6EAB-7326-9ED15B351DB0}"/>
                  </a:ext>
                </a:extLst>
              </p:cNvPr>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34">
                <a:extLst>
                  <a:ext uri="{FF2B5EF4-FFF2-40B4-BE49-F238E27FC236}">
                    <a16:creationId xmlns:a16="http://schemas.microsoft.com/office/drawing/2014/main" id="{FD593A26-A543-D6B5-96DC-B6C159FA686E}"/>
                  </a:ext>
                </a:extLst>
              </p:cNvPr>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34">
                <a:extLst>
                  <a:ext uri="{FF2B5EF4-FFF2-40B4-BE49-F238E27FC236}">
                    <a16:creationId xmlns:a16="http://schemas.microsoft.com/office/drawing/2014/main" id="{BDA41A4F-D497-AA3E-AE1B-3FFF67F9AEEB}"/>
                  </a:ext>
                </a:extLst>
              </p:cNvPr>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34">
                <a:extLst>
                  <a:ext uri="{FF2B5EF4-FFF2-40B4-BE49-F238E27FC236}">
                    <a16:creationId xmlns:a16="http://schemas.microsoft.com/office/drawing/2014/main" id="{A35DE8D0-494E-4D09-78E9-182608A2E1C1}"/>
                  </a:ext>
                </a:extLst>
              </p:cNvPr>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34">
                <a:extLst>
                  <a:ext uri="{FF2B5EF4-FFF2-40B4-BE49-F238E27FC236}">
                    <a16:creationId xmlns:a16="http://schemas.microsoft.com/office/drawing/2014/main" id="{530D3CAA-3A04-EB85-FA8E-7BB401412AC7}"/>
                  </a:ext>
                </a:extLst>
              </p:cNvPr>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7" name="Google Shape;8717;p34">
                <a:extLst>
                  <a:ext uri="{FF2B5EF4-FFF2-40B4-BE49-F238E27FC236}">
                    <a16:creationId xmlns:a16="http://schemas.microsoft.com/office/drawing/2014/main" id="{1758BAD4-389E-9F8B-B0D6-B45088A72FD4}"/>
                  </a:ext>
                </a:extLst>
              </p:cNvPr>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34">
                <a:extLst>
                  <a:ext uri="{FF2B5EF4-FFF2-40B4-BE49-F238E27FC236}">
                    <a16:creationId xmlns:a16="http://schemas.microsoft.com/office/drawing/2014/main" id="{C228EBC2-66AA-B4FD-98A4-5D92B4CFDF9B}"/>
                  </a:ext>
                </a:extLst>
              </p:cNvPr>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34">
                <a:extLst>
                  <a:ext uri="{FF2B5EF4-FFF2-40B4-BE49-F238E27FC236}">
                    <a16:creationId xmlns:a16="http://schemas.microsoft.com/office/drawing/2014/main" id="{A3C265DC-909E-5FD9-82B4-54E5F559BCFD}"/>
                  </a:ext>
                </a:extLst>
              </p:cNvPr>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34">
                <a:extLst>
                  <a:ext uri="{FF2B5EF4-FFF2-40B4-BE49-F238E27FC236}">
                    <a16:creationId xmlns:a16="http://schemas.microsoft.com/office/drawing/2014/main" id="{9BAD6973-AE03-F249-C1E6-42CCEE33E1B2}"/>
                  </a:ext>
                </a:extLst>
              </p:cNvPr>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1" name="Google Shape;8721;p34">
              <a:extLst>
                <a:ext uri="{FF2B5EF4-FFF2-40B4-BE49-F238E27FC236}">
                  <a16:creationId xmlns:a16="http://schemas.microsoft.com/office/drawing/2014/main" id="{45C7BEA8-5915-7448-7D4C-A1A6E643B1DA}"/>
                </a:ext>
              </a:extLst>
            </p:cNvPr>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34">
              <a:extLst>
                <a:ext uri="{FF2B5EF4-FFF2-40B4-BE49-F238E27FC236}">
                  <a16:creationId xmlns:a16="http://schemas.microsoft.com/office/drawing/2014/main" id="{67A140D4-1E76-1E54-CC49-E95FE4FAD18A}"/>
                </a:ext>
              </a:extLst>
            </p:cNvPr>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3" name="Google Shape;8723;p34">
            <a:extLst>
              <a:ext uri="{FF2B5EF4-FFF2-40B4-BE49-F238E27FC236}">
                <a16:creationId xmlns:a16="http://schemas.microsoft.com/office/drawing/2014/main" id="{FC4D5613-5143-CAE7-BD6A-7AFA459B8542}"/>
              </a:ext>
            </a:extLst>
          </p:cNvPr>
          <p:cNvSpPr txBox="1">
            <a:spLocks noGrp="1"/>
          </p:cNvSpPr>
          <p:nvPr>
            <p:ph type="title"/>
          </p:nvPr>
        </p:nvSpPr>
        <p:spPr>
          <a:xfrm>
            <a:off x="2434050" y="2302238"/>
            <a:ext cx="4275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Discussion</a:t>
            </a:r>
            <a:endParaRPr dirty="0"/>
          </a:p>
        </p:txBody>
      </p:sp>
      <p:sp>
        <p:nvSpPr>
          <p:cNvPr id="8724" name="Google Shape;8724;p34">
            <a:extLst>
              <a:ext uri="{FF2B5EF4-FFF2-40B4-BE49-F238E27FC236}">
                <a16:creationId xmlns:a16="http://schemas.microsoft.com/office/drawing/2014/main" id="{EA65794E-5E19-A493-3DA9-6B2990D4A0E7}"/>
              </a:ext>
            </a:extLst>
          </p:cNvPr>
          <p:cNvSpPr txBox="1">
            <a:spLocks noGrp="1"/>
          </p:cNvSpPr>
          <p:nvPr>
            <p:ph type="title" idx="2"/>
          </p:nvPr>
        </p:nvSpPr>
        <p:spPr>
          <a:xfrm>
            <a:off x="3946050" y="1413175"/>
            <a:ext cx="1251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408917205"/>
      </p:ext>
    </p:extLst>
  </p:cSld>
  <p:clrMapOvr>
    <a:masterClrMapping/>
  </p:clrMapOvr>
  <p:transition spd="slow" advTm="13883">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88"/>
        <p:cNvGrpSpPr/>
        <p:nvPr/>
      </p:nvGrpSpPr>
      <p:grpSpPr>
        <a:xfrm>
          <a:off x="0" y="0"/>
          <a:ext cx="0" cy="0"/>
          <a:chOff x="0" y="0"/>
          <a:chExt cx="0" cy="0"/>
        </a:xfrm>
      </p:grpSpPr>
      <p:sp>
        <p:nvSpPr>
          <p:cNvPr id="8890" name="Google Shape;8890;p37"/>
          <p:cNvSpPr txBox="1">
            <a:spLocks noGrp="1"/>
          </p:cNvSpPr>
          <p:nvPr>
            <p:ph type="subTitle" idx="1"/>
          </p:nvPr>
        </p:nvSpPr>
        <p:spPr>
          <a:xfrm>
            <a:off x="1749150" y="771131"/>
            <a:ext cx="5645700" cy="1408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t>Linear regression and lasso MODEL</a:t>
            </a:r>
            <a:endParaRPr sz="2800" dirty="0"/>
          </a:p>
        </p:txBody>
      </p:sp>
      <p:sp>
        <p:nvSpPr>
          <p:cNvPr id="21" name="TextBox 20">
            <a:extLst>
              <a:ext uri="{FF2B5EF4-FFF2-40B4-BE49-F238E27FC236}">
                <a16:creationId xmlns:a16="http://schemas.microsoft.com/office/drawing/2014/main" id="{3926826D-7966-12D6-9A21-04EF02E9E0E3}"/>
              </a:ext>
            </a:extLst>
          </p:cNvPr>
          <p:cNvSpPr txBox="1"/>
          <p:nvPr/>
        </p:nvSpPr>
        <p:spPr>
          <a:xfrm>
            <a:off x="2508952" y="1910030"/>
            <a:ext cx="4885898" cy="1323439"/>
          </a:xfrm>
          <a:prstGeom prst="rect">
            <a:avLst/>
          </a:prstGeom>
          <a:noFill/>
        </p:spPr>
        <p:txBody>
          <a:bodyPr wrap="square">
            <a:spAutoFit/>
          </a:bodyPr>
          <a:lstStyle/>
          <a:p>
            <a:pPr marL="342900" marR="0" lvl="0" indent="-342900" defTabSz="914400" rtl="0" eaLnBrk="1" fontAlgn="auto" latinLnBrk="0" hangingPunct="1">
              <a:lnSpc>
                <a:spcPct val="100000"/>
              </a:lnSpc>
              <a:spcBef>
                <a:spcPts val="0"/>
              </a:spcBef>
              <a:spcAft>
                <a:spcPts val="0"/>
              </a:spcAft>
              <a:buClr>
                <a:srgbClr val="000000"/>
              </a:buClr>
              <a:buSzPts val="1400"/>
              <a:buFont typeface="Rubik"/>
              <a:buAutoNum type="arabicPeriod"/>
              <a:tabLst/>
              <a:defRPr/>
            </a:pPr>
            <a:r>
              <a:rPr kumimoji="0" lang="en" sz="2000" b="0" i="0" u="none" strike="noStrike" kern="0" cap="none" spc="0" normalizeH="0" baseline="0" noProof="0" dirty="0">
                <a:ln>
                  <a:noFill/>
                </a:ln>
                <a:solidFill>
                  <a:srgbClr val="000000"/>
                </a:solidFill>
                <a:effectLst/>
                <a:uLnTx/>
                <a:uFillTx/>
                <a:latin typeface="Rubik"/>
                <a:sym typeface="Rubik"/>
              </a:rPr>
              <a:t>Payroll</a:t>
            </a:r>
          </a:p>
          <a:p>
            <a:pPr marL="342900" marR="0" lvl="0" indent="-342900" defTabSz="914400" rtl="0" eaLnBrk="1" fontAlgn="auto" latinLnBrk="0" hangingPunct="1">
              <a:lnSpc>
                <a:spcPct val="100000"/>
              </a:lnSpc>
              <a:spcBef>
                <a:spcPts val="0"/>
              </a:spcBef>
              <a:spcAft>
                <a:spcPts val="0"/>
              </a:spcAft>
              <a:buClr>
                <a:srgbClr val="000000"/>
              </a:buClr>
              <a:buSzPts val="1400"/>
              <a:buFont typeface="Rubik"/>
              <a:buAutoNum type="arabicPeriod"/>
              <a:tabLst/>
              <a:defRPr/>
            </a:pPr>
            <a:r>
              <a:rPr kumimoji="0" lang="en" sz="2000" b="0" i="0" u="none" strike="noStrike" kern="0" cap="none" spc="0" normalizeH="0" baseline="0" noProof="0" dirty="0">
                <a:ln>
                  <a:noFill/>
                </a:ln>
                <a:solidFill>
                  <a:srgbClr val="000000"/>
                </a:solidFill>
                <a:effectLst/>
                <a:uLnTx/>
                <a:uFillTx/>
                <a:latin typeface="Rubik"/>
                <a:sym typeface="Rubik"/>
              </a:rPr>
              <a:t>Win Percentage</a:t>
            </a:r>
          </a:p>
          <a:p>
            <a:pPr marL="342900" marR="0" lvl="0" indent="-342900" defTabSz="914400" rtl="0" eaLnBrk="1" fontAlgn="auto" latinLnBrk="0" hangingPunct="1">
              <a:lnSpc>
                <a:spcPct val="100000"/>
              </a:lnSpc>
              <a:spcBef>
                <a:spcPts val="0"/>
              </a:spcBef>
              <a:spcAft>
                <a:spcPts val="0"/>
              </a:spcAft>
              <a:buClr>
                <a:srgbClr val="000000"/>
              </a:buClr>
              <a:buSzPts val="1400"/>
              <a:buFont typeface="Rubik"/>
              <a:buAutoNum type="arabicPeriod"/>
              <a:tabLst/>
              <a:defRPr/>
            </a:pPr>
            <a:r>
              <a:rPr kumimoji="0" lang="en" sz="2000" b="0" i="0" u="none" strike="noStrike" kern="0" cap="none" spc="0" normalizeH="0" baseline="0" noProof="0" dirty="0">
                <a:ln>
                  <a:noFill/>
                </a:ln>
                <a:solidFill>
                  <a:srgbClr val="000000"/>
                </a:solidFill>
                <a:effectLst/>
                <a:uLnTx/>
                <a:uFillTx/>
                <a:latin typeface="Rubik"/>
                <a:sym typeface="Rubik"/>
              </a:rPr>
              <a:t>Population</a:t>
            </a:r>
          </a:p>
          <a:p>
            <a:pPr marL="342900" marR="0" lvl="0" indent="-342900" defTabSz="914400" rtl="0" eaLnBrk="1" fontAlgn="auto" latinLnBrk="0" hangingPunct="1">
              <a:lnSpc>
                <a:spcPct val="100000"/>
              </a:lnSpc>
              <a:spcBef>
                <a:spcPts val="0"/>
              </a:spcBef>
              <a:spcAft>
                <a:spcPts val="0"/>
              </a:spcAft>
              <a:buClr>
                <a:srgbClr val="000000"/>
              </a:buClr>
              <a:buSzPts val="1400"/>
              <a:buFont typeface="Rubik"/>
              <a:buAutoNum type="arabicPeriod"/>
              <a:tabLst/>
              <a:defRPr/>
            </a:pPr>
            <a:r>
              <a:rPr kumimoji="0" lang="en" sz="2000" b="0" i="0" u="none" strike="noStrike" kern="0" cap="none" spc="0" normalizeH="0" baseline="0" noProof="0" dirty="0">
                <a:ln>
                  <a:noFill/>
                </a:ln>
                <a:solidFill>
                  <a:srgbClr val="000000"/>
                </a:solidFill>
                <a:effectLst/>
                <a:uLnTx/>
                <a:uFillTx/>
                <a:latin typeface="Rubik"/>
                <a:sym typeface="Rubik"/>
              </a:rPr>
              <a:t>Stars per team</a:t>
            </a:r>
          </a:p>
        </p:txBody>
      </p:sp>
    </p:spTree>
  </p:cSld>
  <p:clrMapOvr>
    <a:masterClrMapping/>
  </p:clrMapOvr>
  <p:transition spd="slow" advTm="23611">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11"/>
        <p:cNvGrpSpPr/>
        <p:nvPr/>
      </p:nvGrpSpPr>
      <p:grpSpPr>
        <a:xfrm>
          <a:off x="0" y="0"/>
          <a:ext cx="0" cy="0"/>
          <a:chOff x="0" y="0"/>
          <a:chExt cx="0" cy="0"/>
        </a:xfrm>
      </p:grpSpPr>
      <p:sp>
        <p:nvSpPr>
          <p:cNvPr id="9512" name="Google Shape;9512;p43"/>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CLUSTERING</a:t>
            </a:r>
            <a:endParaRPr dirty="0"/>
          </a:p>
        </p:txBody>
      </p:sp>
      <p:pic>
        <p:nvPicPr>
          <p:cNvPr id="10" name="Picture 9" descr="A diagram of a cluster of data&#10;&#10;AI-generated content may be incorrect.">
            <a:extLst>
              <a:ext uri="{FF2B5EF4-FFF2-40B4-BE49-F238E27FC236}">
                <a16:creationId xmlns:a16="http://schemas.microsoft.com/office/drawing/2014/main" id="{296ADB46-2961-DCCC-B4A1-59535779136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1017725"/>
            <a:ext cx="5943600" cy="3538855"/>
          </a:xfrm>
          <a:prstGeom prst="rect">
            <a:avLst/>
          </a:prstGeom>
        </p:spPr>
      </p:pic>
    </p:spTree>
  </p:cSld>
  <p:clrMapOvr>
    <a:masterClrMapping/>
  </p:clrMapOvr>
  <p:transition spd="slow" advTm="43705">
    <p:push/>
  </p:transition>
  <p:extLst>
    <p:ext uri="{3A86A75C-4F4B-4683-9AE1-C65F6400EC91}">
      <p14:laserTraceLst xmlns:p14="http://schemas.microsoft.com/office/powerpoint/2010/main">
        <p14:tracePtLst>
          <p14:tracePt t="12594" x="0" y="0"/>
        </p14:tracePtLst>
        <p14:tracePtLst>
          <p14:tracePt t="15220" x="5143500" y="4845050"/>
          <p14:tracePt t="15232" x="6743700" y="3843338"/>
          <p14:tracePt t="15247" x="6761163" y="3843338"/>
          <p14:tracePt t="15263" x="6799263" y="3856038"/>
          <p14:tracePt t="15279" x="6818313" y="3856038"/>
          <p14:tracePt t="15295" x="6854825" y="3868738"/>
          <p14:tracePt t="15314" x="6861175" y="3868738"/>
          <p14:tracePt t="15328" x="6886575" y="3875088"/>
          <p14:tracePt t="15345" x="6904038" y="3887788"/>
          <p14:tracePt t="15628" x="6916738" y="3887788"/>
          <p14:tracePt t="15646" x="6961188" y="3875088"/>
          <p14:tracePt t="15662" x="6985000" y="3868738"/>
          <p14:tracePt t="15678" x="7042150" y="3843338"/>
          <p14:tracePt t="15695" x="7097713" y="3830638"/>
          <p14:tracePt t="15713" x="7140575" y="3830638"/>
          <p14:tracePt t="15729" x="7159625" y="3819525"/>
          <p14:tracePt t="15746" x="7185025" y="3819525"/>
          <p14:tracePt t="15777" x="7197725" y="3819525"/>
          <p14:tracePt t="24060" x="7185025" y="3819525"/>
          <p14:tracePt t="24080" x="7159625" y="3819525"/>
          <p14:tracePt t="24096" x="7127875" y="3819525"/>
          <p14:tracePt t="24112" x="7097713" y="3819525"/>
          <p14:tracePt t="24128" x="7085013" y="3819525"/>
          <p14:tracePt t="24144" x="7016750" y="3830638"/>
          <p14:tracePt t="24161" x="6972300" y="3830638"/>
          <p14:tracePt t="24180" x="6861175" y="3843338"/>
          <p14:tracePt t="24195" x="6786563" y="3856038"/>
          <p14:tracePt t="24211" x="6743700" y="3868738"/>
          <p14:tracePt t="24228" x="6686550" y="3868738"/>
          <p14:tracePt t="24244" x="6618288" y="3868738"/>
          <p14:tracePt t="24261" x="6575425" y="3875088"/>
          <p14:tracePt t="24278" x="6530975" y="3875088"/>
          <p14:tracePt t="24294" x="6500813" y="3875088"/>
          <p14:tracePt t="24314" x="6456363" y="3887788"/>
          <p14:tracePt t="24328" x="6443663" y="3887788"/>
          <p14:tracePt t="24345" x="6413500" y="3887788"/>
          <p14:tracePt t="24361" x="6388100" y="3887788"/>
          <p14:tracePt t="24380" x="6345238" y="3887788"/>
          <p14:tracePt t="24395" x="6313488" y="3887788"/>
          <p14:tracePt t="24413" x="6270625" y="3887788"/>
          <p14:tracePt t="24428" x="6226175" y="3887788"/>
          <p14:tracePt t="24447" x="6189663" y="3887788"/>
          <p14:tracePt t="24461" x="6157913" y="3887788"/>
          <p14:tracePt t="24478" x="6127750" y="3898900"/>
          <p14:tracePt t="24494" x="6102350" y="3898900"/>
          <p14:tracePt t="24513" x="6089650" y="3898900"/>
          <p14:tracePt t="24528" x="6083300" y="3898900"/>
          <p14:tracePt t="24544" x="6070600" y="3898900"/>
          <p14:tracePt t="24561" x="6057900" y="3898900"/>
          <p14:tracePt t="24580" x="6046788" y="3911600"/>
          <p14:tracePt t="24595" x="6040438" y="3911600"/>
          <p14:tracePt t="24614" x="6027738" y="3911600"/>
          <p14:tracePt t="24647" x="6015038" y="3911600"/>
          <p14:tracePt t="24661" x="6002338" y="3911600"/>
          <p14:tracePt t="24678" x="6002338" y="3917950"/>
          <p14:tracePt t="24694" x="5989638" y="3917950"/>
          <p14:tracePt t="24748" x="5983288" y="3917950"/>
          <p14:tracePt t="24781" x="5972175" y="3917950"/>
          <p14:tracePt t="24828" x="5959475" y="3930650"/>
          <p14:tracePt t="25855" x="5846763" y="3973513"/>
          <p14:tracePt t="36594" x="5859463" y="3973513"/>
          <p14:tracePt t="36630" x="5884863" y="3973513"/>
          <p14:tracePt t="36646" x="5915025" y="3973513"/>
          <p14:tracePt t="36661" x="5940425" y="3973513"/>
          <p14:tracePt t="36678" x="5959475" y="3973513"/>
          <p14:tracePt t="36695" x="5983288" y="3973513"/>
          <p14:tracePt t="36711" x="6015038" y="3973513"/>
          <p14:tracePt t="36728" x="6040438" y="3973513"/>
          <p14:tracePt t="36745" x="6057900" y="3973513"/>
          <p14:tracePt t="36761" x="6083300" y="3973513"/>
          <p14:tracePt t="36778" x="6102350" y="3973513"/>
          <p14:tracePt t="36795" x="6127750" y="3973513"/>
          <p14:tracePt t="36811" x="6145213" y="3973513"/>
          <p14:tracePt t="36828" x="6157913" y="3973513"/>
          <p14:tracePt t="36845" x="6183313" y="3973513"/>
          <p14:tracePt t="36862" x="6202363" y="3973513"/>
          <p14:tracePt t="36878" x="6213475" y="3973513"/>
          <p14:tracePt t="36894" x="6226175" y="3973513"/>
          <p14:tracePt t="36911" x="6245225" y="3973513"/>
          <p14:tracePt t="36928" x="6257925" y="3973513"/>
          <p14:tracePt t="36944" x="6283325" y="3973513"/>
          <p14:tracePt t="36961" x="6300788" y="3973513"/>
          <p14:tracePt t="36978" x="6326188" y="3973513"/>
          <p14:tracePt t="36995" x="6357938" y="3973513"/>
          <p14:tracePt t="37011" x="6388100" y="3973513"/>
          <p14:tracePt t="37028" x="6426200" y="3973513"/>
          <p14:tracePt t="37045" x="6475413" y="3973513"/>
          <p14:tracePt t="37061" x="6500813" y="3973513"/>
          <p14:tracePt t="37078" x="6513513" y="3973513"/>
          <p14:tracePt t="37095" x="6543675" y="3973513"/>
          <p14:tracePt t="37111" x="6556375" y="3973513"/>
          <p14:tracePt t="37128" x="6575425" y="3986213"/>
          <p14:tracePt t="37144" x="6588125" y="3986213"/>
          <p14:tracePt t="37161" x="6599238" y="3986213"/>
          <p14:tracePt t="37194" x="6611938" y="3986213"/>
          <p14:tracePt t="37227" x="6618288" y="3986213"/>
          <p14:tracePt t="37244" x="6630988" y="3986213"/>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77"/>
        <p:cNvGrpSpPr/>
        <p:nvPr/>
      </p:nvGrpSpPr>
      <p:grpSpPr>
        <a:xfrm>
          <a:off x="0" y="0"/>
          <a:ext cx="0" cy="0"/>
          <a:chOff x="0" y="0"/>
          <a:chExt cx="0" cy="0"/>
        </a:xfrm>
      </p:grpSpPr>
      <p:sp>
        <p:nvSpPr>
          <p:cNvPr id="11078" name="Google Shape;11078;p49"/>
          <p:cNvSpPr txBox="1">
            <a:spLocks noGrp="1"/>
          </p:cNvSpPr>
          <p:nvPr>
            <p:ph type="title"/>
          </p:nvPr>
        </p:nvSpPr>
        <p:spPr>
          <a:xfrm>
            <a:off x="595493" y="613560"/>
            <a:ext cx="5601000" cy="1410000"/>
          </a:xfrm>
          <a:prstGeom prst="rect">
            <a:avLst/>
          </a:prstGeom>
        </p:spPr>
        <p:txBody>
          <a:bodyPr spcFirstLastPara="1" wrap="square" lIns="91425" tIns="91425" rIns="91425" bIns="91425" anchor="ctr" anchorCtr="0">
            <a:noAutofit/>
          </a:bodyPr>
          <a:lstStyle/>
          <a:p>
            <a:pPr lvl="0"/>
            <a:r>
              <a:rPr lang="en-US" sz="2400" dirty="0"/>
              <a:t>XGBOOST WITH SHAP VALUES MODEL</a:t>
            </a:r>
          </a:p>
        </p:txBody>
      </p:sp>
      <p:pic>
        <p:nvPicPr>
          <p:cNvPr id="2" name="Picture 1" descr="A graph with orange bars&#10;&#10;AI-generated content may be incorrect.">
            <a:extLst>
              <a:ext uri="{FF2B5EF4-FFF2-40B4-BE49-F238E27FC236}">
                <a16:creationId xmlns:a16="http://schemas.microsoft.com/office/drawing/2014/main" id="{C2207685-D9A7-F30C-55F2-380CB045D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9229" y="1513310"/>
            <a:ext cx="3545541" cy="2193993"/>
          </a:xfrm>
          <a:prstGeom prst="rect">
            <a:avLst/>
          </a:prstGeom>
        </p:spPr>
      </p:pic>
    </p:spTree>
  </p:cSld>
  <p:clrMapOvr>
    <a:masterClrMapping/>
  </p:clrMapOvr>
  <p:transition spd="slow" advTm="14234">
    <p:push/>
  </p:transition>
  <p:extLst>
    <p:ext uri="{3A86A75C-4F4B-4683-9AE1-C65F6400EC91}">
      <p14:laserTraceLst xmlns:p14="http://schemas.microsoft.com/office/powerpoint/2010/main">
        <p14:tracePtLst>
          <p14:tracePt t="599" x="6731000" y="4154488"/>
          <p14:tracePt t="618" x="6731000" y="4229100"/>
          <p14:tracePt t="633" x="6731000" y="4303713"/>
          <p14:tracePt t="650" x="6743700" y="4384675"/>
          <p14:tracePt t="666" x="6773863" y="4540250"/>
          <p14:tracePt t="682" x="6811963" y="4689475"/>
          <p14:tracePt t="699" x="6842125" y="4832350"/>
          <p14:tracePt t="717" x="6873875" y="4975225"/>
          <p14:tracePt t="733" x="6904038" y="511810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10">
          <a:extLst>
            <a:ext uri="{FF2B5EF4-FFF2-40B4-BE49-F238E27FC236}">
              <a16:creationId xmlns:a16="http://schemas.microsoft.com/office/drawing/2014/main" id="{6A7AA440-FDF6-CE50-415C-0770197D98D3}"/>
            </a:ext>
          </a:extLst>
        </p:cNvPr>
        <p:cNvGrpSpPr/>
        <p:nvPr/>
      </p:nvGrpSpPr>
      <p:grpSpPr>
        <a:xfrm>
          <a:off x="0" y="0"/>
          <a:ext cx="0" cy="0"/>
          <a:chOff x="0" y="0"/>
          <a:chExt cx="0" cy="0"/>
        </a:xfrm>
      </p:grpSpPr>
      <p:grpSp>
        <p:nvGrpSpPr>
          <p:cNvPr id="8611" name="Google Shape;8611;p34">
            <a:extLst>
              <a:ext uri="{FF2B5EF4-FFF2-40B4-BE49-F238E27FC236}">
                <a16:creationId xmlns:a16="http://schemas.microsoft.com/office/drawing/2014/main" id="{CC52F6D2-12A0-04F0-DCFF-AD1DCC3139A7}"/>
              </a:ext>
            </a:extLst>
          </p:cNvPr>
          <p:cNvGrpSpPr/>
          <p:nvPr/>
        </p:nvGrpSpPr>
        <p:grpSpPr>
          <a:xfrm>
            <a:off x="3730448" y="1013409"/>
            <a:ext cx="1683121" cy="1641308"/>
            <a:chOff x="225997" y="123301"/>
            <a:chExt cx="631802" cy="616130"/>
          </a:xfrm>
        </p:grpSpPr>
        <p:grpSp>
          <p:nvGrpSpPr>
            <p:cNvPr id="8612" name="Google Shape;8612;p34">
              <a:extLst>
                <a:ext uri="{FF2B5EF4-FFF2-40B4-BE49-F238E27FC236}">
                  <a16:creationId xmlns:a16="http://schemas.microsoft.com/office/drawing/2014/main" id="{838242B6-94AD-E4A8-4028-7BEAC6C24114}"/>
                </a:ext>
              </a:extLst>
            </p:cNvPr>
            <p:cNvGrpSpPr/>
            <p:nvPr/>
          </p:nvGrpSpPr>
          <p:grpSpPr>
            <a:xfrm rot="9089783">
              <a:off x="302065" y="211047"/>
              <a:ext cx="479665" cy="440638"/>
              <a:chOff x="-960976" y="1975682"/>
              <a:chExt cx="1155492" cy="1061477"/>
            </a:xfrm>
          </p:grpSpPr>
          <p:sp>
            <p:nvSpPr>
              <p:cNvPr id="8613" name="Google Shape;8613;p34">
                <a:extLst>
                  <a:ext uri="{FF2B5EF4-FFF2-40B4-BE49-F238E27FC236}">
                    <a16:creationId xmlns:a16="http://schemas.microsoft.com/office/drawing/2014/main" id="{C789C131-0BBA-B3FD-FD81-D285F8A7EEC9}"/>
                  </a:ext>
                </a:extLst>
              </p:cNvPr>
              <p:cNvSpPr/>
              <p:nvPr/>
            </p:nvSpPr>
            <p:spPr>
              <a:xfrm rot="742043">
                <a:off x="-879419" y="2071871"/>
                <a:ext cx="992378" cy="869098"/>
              </a:xfrm>
              <a:custGeom>
                <a:avLst/>
                <a:gdLst/>
                <a:ahLst/>
                <a:cxnLst/>
                <a:rect l="l" t="t" r="r" b="b"/>
                <a:pathLst>
                  <a:path w="30871" h="27036" extrusionOk="0">
                    <a:moveTo>
                      <a:pt x="15418" y="0"/>
                    </a:moveTo>
                    <a:cubicBezTo>
                      <a:pt x="13304" y="0"/>
                      <a:pt x="11159" y="498"/>
                      <a:pt x="9159" y="1548"/>
                    </a:cubicBezTo>
                    <a:cubicBezTo>
                      <a:pt x="2540" y="5014"/>
                      <a:pt x="0" y="13188"/>
                      <a:pt x="3467" y="19793"/>
                    </a:cubicBezTo>
                    <a:cubicBezTo>
                      <a:pt x="5882" y="24404"/>
                      <a:pt x="10581" y="27035"/>
                      <a:pt x="15443" y="27035"/>
                    </a:cubicBezTo>
                    <a:cubicBezTo>
                      <a:pt x="17561" y="27035"/>
                      <a:pt x="19709" y="26537"/>
                      <a:pt x="21712" y="25485"/>
                    </a:cubicBezTo>
                    <a:cubicBezTo>
                      <a:pt x="28331" y="22019"/>
                      <a:pt x="30871" y="13845"/>
                      <a:pt x="27404" y="7240"/>
                    </a:cubicBezTo>
                    <a:cubicBezTo>
                      <a:pt x="24988" y="2636"/>
                      <a:pt x="20284" y="0"/>
                      <a:pt x="15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34">
                <a:extLst>
                  <a:ext uri="{FF2B5EF4-FFF2-40B4-BE49-F238E27FC236}">
                    <a16:creationId xmlns:a16="http://schemas.microsoft.com/office/drawing/2014/main" id="{7579F69C-5818-1322-C341-370EBB2D6844}"/>
                  </a:ext>
                </a:extLst>
              </p:cNvPr>
              <p:cNvSpPr/>
              <p:nvPr/>
            </p:nvSpPr>
            <p:spPr>
              <a:xfrm rot="742043">
                <a:off x="-856070" y="2092636"/>
                <a:ext cx="945638" cy="827759"/>
              </a:xfrm>
              <a:custGeom>
                <a:avLst/>
                <a:gdLst/>
                <a:ahLst/>
                <a:cxnLst/>
                <a:rect l="l" t="t" r="r" b="b"/>
                <a:pathLst>
                  <a:path w="29417" h="25750" extrusionOk="0">
                    <a:moveTo>
                      <a:pt x="14691" y="1"/>
                    </a:moveTo>
                    <a:cubicBezTo>
                      <a:pt x="12679" y="1"/>
                      <a:pt x="10637" y="474"/>
                      <a:pt x="8731" y="1472"/>
                    </a:cubicBezTo>
                    <a:cubicBezTo>
                      <a:pt x="2426" y="4782"/>
                      <a:pt x="1" y="12557"/>
                      <a:pt x="3310" y="18862"/>
                    </a:cubicBezTo>
                    <a:cubicBezTo>
                      <a:pt x="5615" y="23243"/>
                      <a:pt x="10086" y="25749"/>
                      <a:pt x="14713" y="25749"/>
                    </a:cubicBezTo>
                    <a:cubicBezTo>
                      <a:pt x="16729" y="25749"/>
                      <a:pt x="18776" y="25273"/>
                      <a:pt x="20686" y="24268"/>
                    </a:cubicBezTo>
                    <a:cubicBezTo>
                      <a:pt x="26991" y="20973"/>
                      <a:pt x="29416" y="13184"/>
                      <a:pt x="26107" y="6893"/>
                    </a:cubicBezTo>
                    <a:cubicBezTo>
                      <a:pt x="23799" y="2508"/>
                      <a:pt x="19323" y="1"/>
                      <a:pt x="146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34">
                <a:extLst>
                  <a:ext uri="{FF2B5EF4-FFF2-40B4-BE49-F238E27FC236}">
                    <a16:creationId xmlns:a16="http://schemas.microsoft.com/office/drawing/2014/main" id="{9FFE11E3-669D-A821-B2F5-12F4FDCCA4CA}"/>
                  </a:ext>
                </a:extLst>
              </p:cNvPr>
              <p:cNvSpPr/>
              <p:nvPr/>
            </p:nvSpPr>
            <p:spPr>
              <a:xfrm rot="742043">
                <a:off x="-734183" y="2216458"/>
                <a:ext cx="810336" cy="717112"/>
              </a:xfrm>
              <a:custGeom>
                <a:avLst/>
                <a:gdLst/>
                <a:ahLst/>
                <a:cxnLst/>
                <a:rect l="l" t="t" r="r" b="b"/>
                <a:pathLst>
                  <a:path w="25208" h="22308" extrusionOk="0">
                    <a:moveTo>
                      <a:pt x="19273" y="0"/>
                    </a:moveTo>
                    <a:cubicBezTo>
                      <a:pt x="18460" y="12891"/>
                      <a:pt x="7753" y="17361"/>
                      <a:pt x="2395" y="17361"/>
                    </a:cubicBezTo>
                    <a:cubicBezTo>
                      <a:pt x="1361" y="17361"/>
                      <a:pt x="526" y="17195"/>
                      <a:pt x="0" y="16890"/>
                    </a:cubicBezTo>
                    <a:lnTo>
                      <a:pt x="0" y="16890"/>
                    </a:lnTo>
                    <a:cubicBezTo>
                      <a:pt x="2464" y="20357"/>
                      <a:pt x="6423" y="22308"/>
                      <a:pt x="10505" y="22308"/>
                    </a:cubicBezTo>
                    <a:cubicBezTo>
                      <a:pt x="12521" y="22308"/>
                      <a:pt x="14567" y="21832"/>
                      <a:pt x="16477" y="20827"/>
                    </a:cubicBezTo>
                    <a:cubicBezTo>
                      <a:pt x="22782" y="17532"/>
                      <a:pt x="25207" y="9743"/>
                      <a:pt x="21898" y="3452"/>
                    </a:cubicBezTo>
                    <a:cubicBezTo>
                      <a:pt x="21199" y="2126"/>
                      <a:pt x="20314" y="970"/>
                      <a:pt x="19273" y="0"/>
                    </a:cubicBezTo>
                    <a:close/>
                  </a:path>
                </a:pathLst>
              </a:custGeom>
              <a:solidFill>
                <a:srgbClr val="000000">
                  <a:alpha val="1606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34">
                <a:extLst>
                  <a:ext uri="{FF2B5EF4-FFF2-40B4-BE49-F238E27FC236}">
                    <a16:creationId xmlns:a16="http://schemas.microsoft.com/office/drawing/2014/main" id="{7D579ECE-BC7E-421B-C1AC-BB1030D273EA}"/>
                  </a:ext>
                </a:extLst>
              </p:cNvPr>
              <p:cNvSpPr/>
              <p:nvPr/>
            </p:nvSpPr>
            <p:spPr>
              <a:xfrm rot="742043">
                <a:off x="-210590" y="2173188"/>
                <a:ext cx="27099" cy="15173"/>
              </a:xfrm>
              <a:custGeom>
                <a:avLst/>
                <a:gdLst/>
                <a:ahLst/>
                <a:cxnLst/>
                <a:rect l="l" t="t" r="r" b="b"/>
                <a:pathLst>
                  <a:path w="843" h="472" extrusionOk="0">
                    <a:moveTo>
                      <a:pt x="43" y="1"/>
                    </a:moveTo>
                    <a:lnTo>
                      <a:pt x="1" y="343"/>
                    </a:lnTo>
                    <a:lnTo>
                      <a:pt x="785" y="472"/>
                    </a:lnTo>
                    <a:lnTo>
                      <a:pt x="842" y="144"/>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34">
                <a:extLst>
                  <a:ext uri="{FF2B5EF4-FFF2-40B4-BE49-F238E27FC236}">
                    <a16:creationId xmlns:a16="http://schemas.microsoft.com/office/drawing/2014/main" id="{78587982-6088-E586-A04E-10680691DB39}"/>
                  </a:ext>
                </a:extLst>
              </p:cNvPr>
              <p:cNvSpPr/>
              <p:nvPr/>
            </p:nvSpPr>
            <p:spPr>
              <a:xfrm rot="742043">
                <a:off x="-197348" y="2140072"/>
                <a:ext cx="27999" cy="16555"/>
              </a:xfrm>
              <a:custGeom>
                <a:avLst/>
                <a:gdLst/>
                <a:ahLst/>
                <a:cxnLst/>
                <a:rect l="l" t="t" r="r" b="b"/>
                <a:pathLst>
                  <a:path w="871" h="515" extrusionOk="0">
                    <a:moveTo>
                      <a:pt x="86" y="1"/>
                    </a:moveTo>
                    <a:lnTo>
                      <a:pt x="0" y="343"/>
                    </a:lnTo>
                    <a:lnTo>
                      <a:pt x="799" y="514"/>
                    </a:lnTo>
                    <a:lnTo>
                      <a:pt x="870" y="186"/>
                    </a:lnTo>
                    <a:lnTo>
                      <a:pt x="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8" name="Google Shape;8618;p34">
                <a:extLst>
                  <a:ext uri="{FF2B5EF4-FFF2-40B4-BE49-F238E27FC236}">
                    <a16:creationId xmlns:a16="http://schemas.microsoft.com/office/drawing/2014/main" id="{D00BDDC2-FA0B-4A2C-F4BA-DF31F84E51BE}"/>
                  </a:ext>
                </a:extLst>
              </p:cNvPr>
              <p:cNvSpPr/>
              <p:nvPr/>
            </p:nvSpPr>
            <p:spPr>
              <a:xfrm rot="742043">
                <a:off x="-231992" y="2242130"/>
                <a:ext cx="26649" cy="12408"/>
              </a:xfrm>
              <a:custGeom>
                <a:avLst/>
                <a:gdLst/>
                <a:ahLst/>
                <a:cxnLst/>
                <a:rect l="l" t="t" r="r" b="b"/>
                <a:pathLst>
                  <a:path w="829" h="386" extrusionOk="0">
                    <a:moveTo>
                      <a:pt x="15" y="1"/>
                    </a:moveTo>
                    <a:lnTo>
                      <a:pt x="1" y="357"/>
                    </a:lnTo>
                    <a:lnTo>
                      <a:pt x="814" y="386"/>
                    </a:lnTo>
                    <a:lnTo>
                      <a:pt x="828" y="58"/>
                    </a:lnTo>
                    <a:lnTo>
                      <a:pt x="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9" name="Google Shape;8619;p34">
                <a:extLst>
                  <a:ext uri="{FF2B5EF4-FFF2-40B4-BE49-F238E27FC236}">
                    <a16:creationId xmlns:a16="http://schemas.microsoft.com/office/drawing/2014/main" id="{AEFA80BB-52CE-7B06-131C-2FB5ED055112}"/>
                  </a:ext>
                </a:extLst>
              </p:cNvPr>
              <p:cNvSpPr/>
              <p:nvPr/>
            </p:nvSpPr>
            <p:spPr>
              <a:xfrm rot="742043">
                <a:off x="-222596" y="2207167"/>
                <a:ext cx="27099" cy="13791"/>
              </a:xfrm>
              <a:custGeom>
                <a:avLst/>
                <a:gdLst/>
                <a:ahLst/>
                <a:cxnLst/>
                <a:rect l="l" t="t" r="r" b="b"/>
                <a:pathLst>
                  <a:path w="843" h="429" extrusionOk="0">
                    <a:moveTo>
                      <a:pt x="44" y="1"/>
                    </a:moveTo>
                    <a:lnTo>
                      <a:pt x="1" y="357"/>
                    </a:lnTo>
                    <a:lnTo>
                      <a:pt x="814" y="429"/>
                    </a:lnTo>
                    <a:lnTo>
                      <a:pt x="843" y="101"/>
                    </a:lnTo>
                    <a:lnTo>
                      <a:pt x="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34">
                <a:extLst>
                  <a:ext uri="{FF2B5EF4-FFF2-40B4-BE49-F238E27FC236}">
                    <a16:creationId xmlns:a16="http://schemas.microsoft.com/office/drawing/2014/main" id="{1BD753D5-1E88-6300-1361-1DA6C52E1070}"/>
                  </a:ext>
                </a:extLst>
              </p:cNvPr>
              <p:cNvSpPr/>
              <p:nvPr/>
            </p:nvSpPr>
            <p:spPr>
              <a:xfrm rot="742043">
                <a:off x="-244567" y="2311689"/>
                <a:ext cx="26617" cy="13791"/>
              </a:xfrm>
              <a:custGeom>
                <a:avLst/>
                <a:gdLst/>
                <a:ahLst/>
                <a:cxnLst/>
                <a:rect l="l" t="t" r="r" b="b"/>
                <a:pathLst>
                  <a:path w="828" h="429" extrusionOk="0">
                    <a:moveTo>
                      <a:pt x="799" y="0"/>
                    </a:moveTo>
                    <a:lnTo>
                      <a:pt x="0" y="72"/>
                    </a:lnTo>
                    <a:cubicBezTo>
                      <a:pt x="0" y="72"/>
                      <a:pt x="0" y="157"/>
                      <a:pt x="15" y="243"/>
                    </a:cubicBezTo>
                    <a:cubicBezTo>
                      <a:pt x="15" y="300"/>
                      <a:pt x="15" y="343"/>
                      <a:pt x="15" y="371"/>
                    </a:cubicBezTo>
                    <a:cubicBezTo>
                      <a:pt x="29" y="400"/>
                      <a:pt x="29" y="428"/>
                      <a:pt x="29" y="428"/>
                    </a:cubicBezTo>
                    <a:lnTo>
                      <a:pt x="828" y="343"/>
                    </a:lnTo>
                    <a:cubicBezTo>
                      <a:pt x="828" y="343"/>
                      <a:pt x="828" y="314"/>
                      <a:pt x="828" y="286"/>
                    </a:cubicBezTo>
                    <a:cubicBezTo>
                      <a:pt x="814" y="257"/>
                      <a:pt x="814" y="214"/>
                      <a:pt x="814" y="172"/>
                    </a:cubicBezTo>
                    <a:cubicBezTo>
                      <a:pt x="799" y="86"/>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34">
                <a:extLst>
                  <a:ext uri="{FF2B5EF4-FFF2-40B4-BE49-F238E27FC236}">
                    <a16:creationId xmlns:a16="http://schemas.microsoft.com/office/drawing/2014/main" id="{49482E47-78AB-A215-4D16-CD9AEFD8F169}"/>
                  </a:ext>
                </a:extLst>
              </p:cNvPr>
              <p:cNvSpPr/>
              <p:nvPr/>
            </p:nvSpPr>
            <p:spPr>
              <a:xfrm rot="742043">
                <a:off x="-239179" y="2277580"/>
                <a:ext cx="26167" cy="11508"/>
              </a:xfrm>
              <a:custGeom>
                <a:avLst/>
                <a:gdLst/>
                <a:ahLst/>
                <a:cxnLst/>
                <a:rect l="l" t="t" r="r" b="b"/>
                <a:pathLst>
                  <a:path w="814" h="358" extrusionOk="0">
                    <a:moveTo>
                      <a:pt x="799" y="1"/>
                    </a:moveTo>
                    <a:lnTo>
                      <a:pt x="0" y="15"/>
                    </a:lnTo>
                    <a:lnTo>
                      <a:pt x="0" y="357"/>
                    </a:lnTo>
                    <a:lnTo>
                      <a:pt x="813" y="329"/>
                    </a:lnTo>
                    <a:lnTo>
                      <a:pt x="7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34">
                <a:extLst>
                  <a:ext uri="{FF2B5EF4-FFF2-40B4-BE49-F238E27FC236}">
                    <a16:creationId xmlns:a16="http://schemas.microsoft.com/office/drawing/2014/main" id="{DA02D5E4-47AB-BD55-DB02-248A4BDEB106}"/>
                  </a:ext>
                </a:extLst>
              </p:cNvPr>
              <p:cNvSpPr/>
              <p:nvPr/>
            </p:nvSpPr>
            <p:spPr>
              <a:xfrm rot="742043">
                <a:off x="-247913" y="2381111"/>
                <a:ext cx="27999" cy="16973"/>
              </a:xfrm>
              <a:custGeom>
                <a:avLst/>
                <a:gdLst/>
                <a:ahLst/>
                <a:cxnLst/>
                <a:rect l="l" t="t" r="r" b="b"/>
                <a:pathLst>
                  <a:path w="871" h="528" extrusionOk="0">
                    <a:moveTo>
                      <a:pt x="785" y="0"/>
                    </a:moveTo>
                    <a:lnTo>
                      <a:pt x="0" y="185"/>
                    </a:lnTo>
                    <a:lnTo>
                      <a:pt x="86" y="528"/>
                    </a:lnTo>
                    <a:lnTo>
                      <a:pt x="871" y="328"/>
                    </a:lnTo>
                    <a:lnTo>
                      <a:pt x="7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34">
                <a:extLst>
                  <a:ext uri="{FF2B5EF4-FFF2-40B4-BE49-F238E27FC236}">
                    <a16:creationId xmlns:a16="http://schemas.microsoft.com/office/drawing/2014/main" id="{8D04D0A2-E655-0D37-D1BB-0B257B454377}"/>
                  </a:ext>
                </a:extLst>
              </p:cNvPr>
              <p:cNvSpPr/>
              <p:nvPr/>
            </p:nvSpPr>
            <p:spPr>
              <a:xfrm rot="742043">
                <a:off x="-247603" y="2346355"/>
                <a:ext cx="27549" cy="15173"/>
              </a:xfrm>
              <a:custGeom>
                <a:avLst/>
                <a:gdLst/>
                <a:ahLst/>
                <a:cxnLst/>
                <a:rect l="l" t="t" r="r" b="b"/>
                <a:pathLst>
                  <a:path w="857" h="472" extrusionOk="0">
                    <a:moveTo>
                      <a:pt x="799" y="0"/>
                    </a:moveTo>
                    <a:lnTo>
                      <a:pt x="0" y="129"/>
                    </a:lnTo>
                    <a:cubicBezTo>
                      <a:pt x="0" y="129"/>
                      <a:pt x="0" y="157"/>
                      <a:pt x="14" y="186"/>
                    </a:cubicBezTo>
                    <a:cubicBezTo>
                      <a:pt x="14" y="214"/>
                      <a:pt x="14" y="257"/>
                      <a:pt x="29" y="300"/>
                    </a:cubicBezTo>
                    <a:cubicBezTo>
                      <a:pt x="43" y="386"/>
                      <a:pt x="57" y="471"/>
                      <a:pt x="57" y="471"/>
                    </a:cubicBezTo>
                    <a:lnTo>
                      <a:pt x="856" y="328"/>
                    </a:lnTo>
                    <a:cubicBezTo>
                      <a:pt x="856" y="328"/>
                      <a:pt x="842" y="243"/>
                      <a:pt x="827" y="172"/>
                    </a:cubicBezTo>
                    <a:cubicBezTo>
                      <a:pt x="813" y="129"/>
                      <a:pt x="813" y="86"/>
                      <a:pt x="799" y="57"/>
                    </a:cubicBezTo>
                    <a:cubicBezTo>
                      <a:pt x="799" y="29"/>
                      <a:pt x="799" y="0"/>
                      <a:pt x="7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34">
                <a:extLst>
                  <a:ext uri="{FF2B5EF4-FFF2-40B4-BE49-F238E27FC236}">
                    <a16:creationId xmlns:a16="http://schemas.microsoft.com/office/drawing/2014/main" id="{9E8F510E-12E9-2963-B12C-725F72BE1042}"/>
                  </a:ext>
                </a:extLst>
              </p:cNvPr>
              <p:cNvSpPr/>
              <p:nvPr/>
            </p:nvSpPr>
            <p:spPr>
              <a:xfrm rot="742043">
                <a:off x="-240897" y="2450334"/>
                <a:ext cx="28449" cy="20188"/>
              </a:xfrm>
              <a:custGeom>
                <a:avLst/>
                <a:gdLst/>
                <a:ahLst/>
                <a:cxnLst/>
                <a:rect l="l" t="t" r="r" b="b"/>
                <a:pathLst>
                  <a:path w="885" h="628" extrusionOk="0">
                    <a:moveTo>
                      <a:pt x="756" y="0"/>
                    </a:moveTo>
                    <a:lnTo>
                      <a:pt x="0" y="300"/>
                    </a:lnTo>
                    <a:lnTo>
                      <a:pt x="128" y="628"/>
                    </a:lnTo>
                    <a:lnTo>
                      <a:pt x="885" y="314"/>
                    </a:lnTo>
                    <a:lnTo>
                      <a:pt x="7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34">
                <a:extLst>
                  <a:ext uri="{FF2B5EF4-FFF2-40B4-BE49-F238E27FC236}">
                    <a16:creationId xmlns:a16="http://schemas.microsoft.com/office/drawing/2014/main" id="{6F3956F6-175A-B40C-BFF0-18D4F2FFB804}"/>
                  </a:ext>
                </a:extLst>
              </p:cNvPr>
              <p:cNvSpPr/>
              <p:nvPr/>
            </p:nvSpPr>
            <p:spPr>
              <a:xfrm rot="742043">
                <a:off x="-245370" y="2415944"/>
                <a:ext cx="27999" cy="18355"/>
              </a:xfrm>
              <a:custGeom>
                <a:avLst/>
                <a:gdLst/>
                <a:ahLst/>
                <a:cxnLst/>
                <a:rect l="l" t="t" r="r" b="b"/>
                <a:pathLst>
                  <a:path w="871" h="571" extrusionOk="0">
                    <a:moveTo>
                      <a:pt x="771" y="0"/>
                    </a:moveTo>
                    <a:lnTo>
                      <a:pt x="0" y="243"/>
                    </a:lnTo>
                    <a:lnTo>
                      <a:pt x="100" y="571"/>
                    </a:lnTo>
                    <a:lnTo>
                      <a:pt x="870" y="314"/>
                    </a:lnTo>
                    <a:lnTo>
                      <a:pt x="7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34">
                <a:extLst>
                  <a:ext uri="{FF2B5EF4-FFF2-40B4-BE49-F238E27FC236}">
                    <a16:creationId xmlns:a16="http://schemas.microsoft.com/office/drawing/2014/main" id="{592FAB75-B6E5-5CC2-CD63-EAAD1845911E}"/>
                  </a:ext>
                </a:extLst>
              </p:cNvPr>
              <p:cNvSpPr/>
              <p:nvPr/>
            </p:nvSpPr>
            <p:spPr>
              <a:xfrm rot="742043">
                <a:off x="-224184" y="2518738"/>
                <a:ext cx="27999" cy="22052"/>
              </a:xfrm>
              <a:custGeom>
                <a:avLst/>
                <a:gdLst/>
                <a:ahLst/>
                <a:cxnLst/>
                <a:rect l="l" t="t" r="r" b="b"/>
                <a:pathLst>
                  <a:path w="871" h="686" extrusionOk="0">
                    <a:moveTo>
                      <a:pt x="713" y="1"/>
                    </a:moveTo>
                    <a:lnTo>
                      <a:pt x="0" y="386"/>
                    </a:lnTo>
                    <a:lnTo>
                      <a:pt x="171" y="686"/>
                    </a:lnTo>
                    <a:lnTo>
                      <a:pt x="870" y="286"/>
                    </a:lnTo>
                    <a:lnTo>
                      <a:pt x="7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34">
                <a:extLst>
                  <a:ext uri="{FF2B5EF4-FFF2-40B4-BE49-F238E27FC236}">
                    <a16:creationId xmlns:a16="http://schemas.microsoft.com/office/drawing/2014/main" id="{CFA9EA58-CE9C-CE5B-E8FB-64841B9BAC75}"/>
                  </a:ext>
                </a:extLst>
              </p:cNvPr>
              <p:cNvSpPr/>
              <p:nvPr/>
            </p:nvSpPr>
            <p:spPr>
              <a:xfrm rot="742043">
                <a:off x="-233545" y="2484752"/>
                <a:ext cx="27999" cy="21120"/>
              </a:xfrm>
              <a:custGeom>
                <a:avLst/>
                <a:gdLst/>
                <a:ahLst/>
                <a:cxnLst/>
                <a:rect l="l" t="t" r="r" b="b"/>
                <a:pathLst>
                  <a:path w="871" h="657" extrusionOk="0">
                    <a:moveTo>
                      <a:pt x="728" y="1"/>
                    </a:moveTo>
                    <a:lnTo>
                      <a:pt x="1" y="343"/>
                    </a:lnTo>
                    <a:cubicBezTo>
                      <a:pt x="1" y="343"/>
                      <a:pt x="29" y="429"/>
                      <a:pt x="72" y="500"/>
                    </a:cubicBezTo>
                    <a:cubicBezTo>
                      <a:pt x="115" y="586"/>
                      <a:pt x="158" y="657"/>
                      <a:pt x="158" y="657"/>
                    </a:cubicBezTo>
                    <a:lnTo>
                      <a:pt x="871" y="300"/>
                    </a:lnTo>
                    <a:cubicBezTo>
                      <a:pt x="871" y="300"/>
                      <a:pt x="842" y="229"/>
                      <a:pt x="799" y="158"/>
                    </a:cubicBezTo>
                    <a:cubicBezTo>
                      <a:pt x="757" y="72"/>
                      <a:pt x="728" y="1"/>
                      <a:pt x="7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34">
                <a:extLst>
                  <a:ext uri="{FF2B5EF4-FFF2-40B4-BE49-F238E27FC236}">
                    <a16:creationId xmlns:a16="http://schemas.microsoft.com/office/drawing/2014/main" id="{443550D8-CA3B-7943-7EFA-25B84E5431A3}"/>
                  </a:ext>
                </a:extLst>
              </p:cNvPr>
              <p:cNvSpPr/>
              <p:nvPr/>
            </p:nvSpPr>
            <p:spPr>
              <a:xfrm rot="742043">
                <a:off x="-198940" y="2584345"/>
                <a:ext cx="27549" cy="24334"/>
              </a:xfrm>
              <a:custGeom>
                <a:avLst/>
                <a:gdLst/>
                <a:ahLst/>
                <a:cxnLst/>
                <a:rect l="l" t="t" r="r" b="b"/>
                <a:pathLst>
                  <a:path w="857" h="757" extrusionOk="0">
                    <a:moveTo>
                      <a:pt x="657" y="1"/>
                    </a:moveTo>
                    <a:lnTo>
                      <a:pt x="1" y="472"/>
                    </a:lnTo>
                    <a:lnTo>
                      <a:pt x="215" y="757"/>
                    </a:lnTo>
                    <a:lnTo>
                      <a:pt x="857" y="272"/>
                    </a:lnTo>
                    <a:lnTo>
                      <a:pt x="65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9" name="Google Shape;8629;p34">
                <a:extLst>
                  <a:ext uri="{FF2B5EF4-FFF2-40B4-BE49-F238E27FC236}">
                    <a16:creationId xmlns:a16="http://schemas.microsoft.com/office/drawing/2014/main" id="{4AAC7FEF-582A-F9F5-D52D-CB45B2E1942C}"/>
                  </a:ext>
                </a:extLst>
              </p:cNvPr>
              <p:cNvSpPr/>
              <p:nvPr/>
            </p:nvSpPr>
            <p:spPr>
              <a:xfrm rot="742043">
                <a:off x="-212344" y="2551838"/>
                <a:ext cx="27517" cy="23402"/>
              </a:xfrm>
              <a:custGeom>
                <a:avLst/>
                <a:gdLst/>
                <a:ahLst/>
                <a:cxnLst/>
                <a:rect l="l" t="t" r="r" b="b"/>
                <a:pathLst>
                  <a:path w="856" h="728" extrusionOk="0">
                    <a:moveTo>
                      <a:pt x="670" y="0"/>
                    </a:moveTo>
                    <a:lnTo>
                      <a:pt x="0" y="428"/>
                    </a:lnTo>
                    <a:cubicBezTo>
                      <a:pt x="0" y="428"/>
                      <a:pt x="43" y="499"/>
                      <a:pt x="86" y="585"/>
                    </a:cubicBezTo>
                    <a:cubicBezTo>
                      <a:pt x="143" y="656"/>
                      <a:pt x="185" y="728"/>
                      <a:pt x="185" y="728"/>
                    </a:cubicBezTo>
                    <a:lnTo>
                      <a:pt x="856" y="285"/>
                    </a:lnTo>
                    <a:cubicBezTo>
                      <a:pt x="856" y="285"/>
                      <a:pt x="813" y="214"/>
                      <a:pt x="770" y="143"/>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0" name="Google Shape;8630;p34">
                <a:extLst>
                  <a:ext uri="{FF2B5EF4-FFF2-40B4-BE49-F238E27FC236}">
                    <a16:creationId xmlns:a16="http://schemas.microsoft.com/office/drawing/2014/main" id="{F5EE0676-6A16-B2B8-E4F1-256BF49E5EB2}"/>
                  </a:ext>
                </a:extLst>
              </p:cNvPr>
              <p:cNvSpPr/>
              <p:nvPr/>
            </p:nvSpPr>
            <p:spPr>
              <a:xfrm rot="742043">
                <a:off x="-165908" y="2646879"/>
                <a:ext cx="26167" cy="26167"/>
              </a:xfrm>
              <a:custGeom>
                <a:avLst/>
                <a:gdLst/>
                <a:ahLst/>
                <a:cxnLst/>
                <a:rect l="l" t="t" r="r" b="b"/>
                <a:pathLst>
                  <a:path w="814" h="814" extrusionOk="0">
                    <a:moveTo>
                      <a:pt x="585" y="0"/>
                    </a:moveTo>
                    <a:lnTo>
                      <a:pt x="0" y="542"/>
                    </a:lnTo>
                    <a:lnTo>
                      <a:pt x="228" y="813"/>
                    </a:lnTo>
                    <a:lnTo>
                      <a:pt x="813" y="257"/>
                    </a:lnTo>
                    <a:lnTo>
                      <a:pt x="5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34">
                <a:extLst>
                  <a:ext uri="{FF2B5EF4-FFF2-40B4-BE49-F238E27FC236}">
                    <a16:creationId xmlns:a16="http://schemas.microsoft.com/office/drawing/2014/main" id="{2120A2A6-19BF-04C8-AEB6-3C8C72D361D5}"/>
                  </a:ext>
                </a:extLst>
              </p:cNvPr>
              <p:cNvSpPr/>
              <p:nvPr/>
            </p:nvSpPr>
            <p:spPr>
              <a:xfrm rot="742043">
                <a:off x="-183420" y="2615881"/>
                <a:ext cx="27099" cy="25267"/>
              </a:xfrm>
              <a:custGeom>
                <a:avLst/>
                <a:gdLst/>
                <a:ahLst/>
                <a:cxnLst/>
                <a:rect l="l" t="t" r="r" b="b"/>
                <a:pathLst>
                  <a:path w="843" h="786" extrusionOk="0">
                    <a:moveTo>
                      <a:pt x="628" y="1"/>
                    </a:moveTo>
                    <a:lnTo>
                      <a:pt x="0" y="514"/>
                    </a:lnTo>
                    <a:cubicBezTo>
                      <a:pt x="0" y="514"/>
                      <a:pt x="57" y="586"/>
                      <a:pt x="115" y="657"/>
                    </a:cubicBezTo>
                    <a:cubicBezTo>
                      <a:pt x="172" y="728"/>
                      <a:pt x="229" y="785"/>
                      <a:pt x="229" y="785"/>
                    </a:cubicBezTo>
                    <a:lnTo>
                      <a:pt x="842" y="272"/>
                    </a:lnTo>
                    <a:cubicBezTo>
                      <a:pt x="842" y="272"/>
                      <a:pt x="785" y="200"/>
                      <a:pt x="728" y="143"/>
                    </a:cubicBezTo>
                    <a:cubicBezTo>
                      <a:pt x="685" y="72"/>
                      <a:pt x="628" y="1"/>
                      <a:pt x="6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2" name="Google Shape;8632;p34">
                <a:extLst>
                  <a:ext uri="{FF2B5EF4-FFF2-40B4-BE49-F238E27FC236}">
                    <a16:creationId xmlns:a16="http://schemas.microsoft.com/office/drawing/2014/main" id="{EABFD69D-B667-66B0-FAAD-DC531E98DBD2}"/>
                  </a:ext>
                </a:extLst>
              </p:cNvPr>
              <p:cNvSpPr/>
              <p:nvPr/>
            </p:nvSpPr>
            <p:spPr>
              <a:xfrm rot="742043">
                <a:off x="-126895" y="2706027"/>
                <a:ext cx="25267" cy="27099"/>
              </a:xfrm>
              <a:custGeom>
                <a:avLst/>
                <a:gdLst/>
                <a:ahLst/>
                <a:cxnLst/>
                <a:rect l="l" t="t" r="r" b="b"/>
                <a:pathLst>
                  <a:path w="786" h="843" extrusionOk="0">
                    <a:moveTo>
                      <a:pt x="543" y="1"/>
                    </a:moveTo>
                    <a:lnTo>
                      <a:pt x="1" y="614"/>
                    </a:lnTo>
                    <a:lnTo>
                      <a:pt x="272" y="842"/>
                    </a:lnTo>
                    <a:lnTo>
                      <a:pt x="785" y="229"/>
                    </a:lnTo>
                    <a:lnTo>
                      <a:pt x="5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3" name="Google Shape;8633;p34">
                <a:extLst>
                  <a:ext uri="{FF2B5EF4-FFF2-40B4-BE49-F238E27FC236}">
                    <a16:creationId xmlns:a16="http://schemas.microsoft.com/office/drawing/2014/main" id="{E6F67464-7270-8BCA-C408-D478FA1216A4}"/>
                  </a:ext>
                </a:extLst>
              </p:cNvPr>
              <p:cNvSpPr/>
              <p:nvPr/>
            </p:nvSpPr>
            <p:spPr>
              <a:xfrm rot="742043">
                <a:off x="-147223" y="2677189"/>
                <a:ext cx="25717" cy="26199"/>
              </a:xfrm>
              <a:custGeom>
                <a:avLst/>
                <a:gdLst/>
                <a:ahLst/>
                <a:cxnLst/>
                <a:rect l="l" t="t" r="r" b="b"/>
                <a:pathLst>
                  <a:path w="800" h="815" extrusionOk="0">
                    <a:moveTo>
                      <a:pt x="571" y="1"/>
                    </a:moveTo>
                    <a:lnTo>
                      <a:pt x="1" y="572"/>
                    </a:lnTo>
                    <a:lnTo>
                      <a:pt x="257" y="814"/>
                    </a:lnTo>
                    <a:lnTo>
                      <a:pt x="799" y="229"/>
                    </a:lnTo>
                    <a:lnTo>
                      <a:pt x="5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34">
                <a:extLst>
                  <a:ext uri="{FF2B5EF4-FFF2-40B4-BE49-F238E27FC236}">
                    <a16:creationId xmlns:a16="http://schemas.microsoft.com/office/drawing/2014/main" id="{A7E46DFD-102D-14AC-1755-05CA29ECAD26}"/>
                  </a:ext>
                </a:extLst>
              </p:cNvPr>
              <p:cNvSpPr/>
              <p:nvPr/>
            </p:nvSpPr>
            <p:spPr>
              <a:xfrm rot="742043">
                <a:off x="-80752" y="2760496"/>
                <a:ext cx="22952" cy="28031"/>
              </a:xfrm>
              <a:custGeom>
                <a:avLst/>
                <a:gdLst/>
                <a:ahLst/>
                <a:cxnLst/>
                <a:rect l="l" t="t" r="r" b="b"/>
                <a:pathLst>
                  <a:path w="714" h="872" extrusionOk="0">
                    <a:moveTo>
                      <a:pt x="457" y="1"/>
                    </a:moveTo>
                    <a:lnTo>
                      <a:pt x="1" y="671"/>
                    </a:lnTo>
                    <a:cubicBezTo>
                      <a:pt x="1" y="671"/>
                      <a:pt x="72" y="728"/>
                      <a:pt x="143" y="771"/>
                    </a:cubicBezTo>
                    <a:cubicBezTo>
                      <a:pt x="215" y="828"/>
                      <a:pt x="300" y="871"/>
                      <a:pt x="300" y="871"/>
                    </a:cubicBezTo>
                    <a:lnTo>
                      <a:pt x="714" y="186"/>
                    </a:lnTo>
                    <a:cubicBezTo>
                      <a:pt x="714" y="186"/>
                      <a:pt x="657" y="144"/>
                      <a:pt x="585" y="101"/>
                    </a:cubicBezTo>
                    <a:cubicBezTo>
                      <a:pt x="514" y="58"/>
                      <a:pt x="457" y="1"/>
                      <a:pt x="4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34">
                <a:extLst>
                  <a:ext uri="{FF2B5EF4-FFF2-40B4-BE49-F238E27FC236}">
                    <a16:creationId xmlns:a16="http://schemas.microsoft.com/office/drawing/2014/main" id="{1F832436-8ADD-3FBC-A4DA-3C8D5D69A848}"/>
                  </a:ext>
                </a:extLst>
              </p:cNvPr>
              <p:cNvSpPr/>
              <p:nvPr/>
            </p:nvSpPr>
            <p:spPr>
              <a:xfrm rot="742043">
                <a:off x="-104924" y="2734289"/>
                <a:ext cx="24785" cy="27067"/>
              </a:xfrm>
              <a:custGeom>
                <a:avLst/>
                <a:gdLst/>
                <a:ahLst/>
                <a:cxnLst/>
                <a:rect l="l" t="t" r="r" b="b"/>
                <a:pathLst>
                  <a:path w="771" h="842" extrusionOk="0">
                    <a:moveTo>
                      <a:pt x="500" y="0"/>
                    </a:moveTo>
                    <a:lnTo>
                      <a:pt x="1" y="628"/>
                    </a:lnTo>
                    <a:lnTo>
                      <a:pt x="286" y="842"/>
                    </a:lnTo>
                    <a:lnTo>
                      <a:pt x="771" y="200"/>
                    </a:lnTo>
                    <a:lnTo>
                      <a:pt x="5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6" name="Google Shape;8636;p34">
                <a:extLst>
                  <a:ext uri="{FF2B5EF4-FFF2-40B4-BE49-F238E27FC236}">
                    <a16:creationId xmlns:a16="http://schemas.microsoft.com/office/drawing/2014/main" id="{635A7A11-8943-16C5-8D7A-2A103CAF277F}"/>
                  </a:ext>
                </a:extLst>
              </p:cNvPr>
              <p:cNvSpPr/>
              <p:nvPr/>
            </p:nvSpPr>
            <p:spPr>
              <a:xfrm rot="742043">
                <a:off x="-720944" y="2307683"/>
                <a:ext cx="20670" cy="28449"/>
              </a:xfrm>
              <a:custGeom>
                <a:avLst/>
                <a:gdLst/>
                <a:ahLst/>
                <a:cxnLst/>
                <a:rect l="l" t="t" r="r" b="b"/>
                <a:pathLst>
                  <a:path w="643" h="885" extrusionOk="0">
                    <a:moveTo>
                      <a:pt x="329" y="1"/>
                    </a:moveTo>
                    <a:lnTo>
                      <a:pt x="1" y="742"/>
                    </a:lnTo>
                    <a:lnTo>
                      <a:pt x="300" y="885"/>
                    </a:lnTo>
                    <a:lnTo>
                      <a:pt x="643" y="143"/>
                    </a:lnTo>
                    <a:lnTo>
                      <a:pt x="3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7" name="Google Shape;8637;p34">
                <a:extLst>
                  <a:ext uri="{FF2B5EF4-FFF2-40B4-BE49-F238E27FC236}">
                    <a16:creationId xmlns:a16="http://schemas.microsoft.com/office/drawing/2014/main" id="{CAA2AD5B-B857-6E71-030C-75C357F6227D}"/>
                  </a:ext>
                </a:extLst>
              </p:cNvPr>
              <p:cNvSpPr/>
              <p:nvPr/>
            </p:nvSpPr>
            <p:spPr>
              <a:xfrm rot="742043">
                <a:off x="-749179" y="2286838"/>
                <a:ext cx="19738" cy="27999"/>
              </a:xfrm>
              <a:custGeom>
                <a:avLst/>
                <a:gdLst/>
                <a:ahLst/>
                <a:cxnLst/>
                <a:rect l="l" t="t" r="r" b="b"/>
                <a:pathLst>
                  <a:path w="614" h="871" extrusionOk="0">
                    <a:moveTo>
                      <a:pt x="285" y="0"/>
                    </a:moveTo>
                    <a:lnTo>
                      <a:pt x="0" y="756"/>
                    </a:lnTo>
                    <a:lnTo>
                      <a:pt x="314" y="870"/>
                    </a:lnTo>
                    <a:lnTo>
                      <a:pt x="613" y="129"/>
                    </a:lnTo>
                    <a:lnTo>
                      <a:pt x="28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34">
                <a:extLst>
                  <a:ext uri="{FF2B5EF4-FFF2-40B4-BE49-F238E27FC236}">
                    <a16:creationId xmlns:a16="http://schemas.microsoft.com/office/drawing/2014/main" id="{3C083DEB-7FAD-9B0A-5444-45832F8538ED}"/>
                  </a:ext>
                </a:extLst>
              </p:cNvPr>
              <p:cNvSpPr/>
              <p:nvPr/>
            </p:nvSpPr>
            <p:spPr>
              <a:xfrm rot="742043">
                <a:off x="-669261" y="2354935"/>
                <a:ext cx="22952" cy="27999"/>
              </a:xfrm>
              <a:custGeom>
                <a:avLst/>
                <a:gdLst/>
                <a:ahLst/>
                <a:cxnLst/>
                <a:rect l="l" t="t" r="r" b="b"/>
                <a:pathLst>
                  <a:path w="714" h="871" extrusionOk="0">
                    <a:moveTo>
                      <a:pt x="429" y="1"/>
                    </a:moveTo>
                    <a:lnTo>
                      <a:pt x="1" y="685"/>
                    </a:lnTo>
                    <a:lnTo>
                      <a:pt x="286" y="871"/>
                    </a:lnTo>
                    <a:lnTo>
                      <a:pt x="714" y="186"/>
                    </a:lnTo>
                    <a:lnTo>
                      <a:pt x="4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34">
                <a:extLst>
                  <a:ext uri="{FF2B5EF4-FFF2-40B4-BE49-F238E27FC236}">
                    <a16:creationId xmlns:a16="http://schemas.microsoft.com/office/drawing/2014/main" id="{95A0BA3C-3E96-0941-BFF7-5E0785072154}"/>
                  </a:ext>
                </a:extLst>
              </p:cNvPr>
              <p:cNvSpPr/>
              <p:nvPr/>
            </p:nvSpPr>
            <p:spPr>
              <a:xfrm rot="742043">
                <a:off x="-694433" y="2330558"/>
                <a:ext cx="22052" cy="27999"/>
              </a:xfrm>
              <a:custGeom>
                <a:avLst/>
                <a:gdLst/>
                <a:ahLst/>
                <a:cxnLst/>
                <a:rect l="l" t="t" r="r" b="b"/>
                <a:pathLst>
                  <a:path w="686" h="871" extrusionOk="0">
                    <a:moveTo>
                      <a:pt x="371" y="0"/>
                    </a:moveTo>
                    <a:lnTo>
                      <a:pt x="0" y="713"/>
                    </a:lnTo>
                    <a:lnTo>
                      <a:pt x="286" y="870"/>
                    </a:lnTo>
                    <a:lnTo>
                      <a:pt x="685" y="157"/>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34">
                <a:extLst>
                  <a:ext uri="{FF2B5EF4-FFF2-40B4-BE49-F238E27FC236}">
                    <a16:creationId xmlns:a16="http://schemas.microsoft.com/office/drawing/2014/main" id="{81E71EDF-DD2F-8B9E-C8EE-730D826F1DD3}"/>
                  </a:ext>
                </a:extLst>
              </p:cNvPr>
              <p:cNvSpPr/>
              <p:nvPr/>
            </p:nvSpPr>
            <p:spPr>
              <a:xfrm rot="742043">
                <a:off x="-623706" y="2409291"/>
                <a:ext cx="25235" cy="26617"/>
              </a:xfrm>
              <a:custGeom>
                <a:avLst/>
                <a:gdLst/>
                <a:ahLst/>
                <a:cxnLst/>
                <a:rect l="l" t="t" r="r" b="b"/>
                <a:pathLst>
                  <a:path w="785" h="828" extrusionOk="0">
                    <a:moveTo>
                      <a:pt x="514" y="1"/>
                    </a:moveTo>
                    <a:lnTo>
                      <a:pt x="0" y="614"/>
                    </a:lnTo>
                    <a:cubicBezTo>
                      <a:pt x="0" y="614"/>
                      <a:pt x="57" y="671"/>
                      <a:pt x="128" y="728"/>
                    </a:cubicBezTo>
                    <a:cubicBezTo>
                      <a:pt x="157" y="742"/>
                      <a:pt x="185" y="771"/>
                      <a:pt x="214" y="799"/>
                    </a:cubicBezTo>
                    <a:cubicBezTo>
                      <a:pt x="228" y="814"/>
                      <a:pt x="257" y="828"/>
                      <a:pt x="257" y="828"/>
                    </a:cubicBezTo>
                    <a:lnTo>
                      <a:pt x="785" y="215"/>
                    </a:lnTo>
                    <a:cubicBezTo>
                      <a:pt x="785" y="215"/>
                      <a:pt x="756" y="200"/>
                      <a:pt x="742" y="186"/>
                    </a:cubicBezTo>
                    <a:cubicBezTo>
                      <a:pt x="713" y="158"/>
                      <a:pt x="685" y="129"/>
                      <a:pt x="642" y="100"/>
                    </a:cubicBezTo>
                    <a:cubicBezTo>
                      <a:pt x="571" y="43"/>
                      <a:pt x="514" y="1"/>
                      <a:pt x="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34">
                <a:extLst>
                  <a:ext uri="{FF2B5EF4-FFF2-40B4-BE49-F238E27FC236}">
                    <a16:creationId xmlns:a16="http://schemas.microsoft.com/office/drawing/2014/main" id="{CE9B442F-E72C-B7E4-90C2-C2F426B38E8F}"/>
                  </a:ext>
                </a:extLst>
              </p:cNvPr>
              <p:cNvSpPr/>
              <p:nvPr/>
            </p:nvSpPr>
            <p:spPr>
              <a:xfrm rot="742043">
                <a:off x="-645764" y="2380902"/>
                <a:ext cx="24334" cy="27549"/>
              </a:xfrm>
              <a:custGeom>
                <a:avLst/>
                <a:gdLst/>
                <a:ahLst/>
                <a:cxnLst/>
                <a:rect l="l" t="t" r="r" b="b"/>
                <a:pathLst>
                  <a:path w="757" h="857" extrusionOk="0">
                    <a:moveTo>
                      <a:pt x="471" y="0"/>
                    </a:moveTo>
                    <a:lnTo>
                      <a:pt x="0" y="671"/>
                    </a:lnTo>
                    <a:lnTo>
                      <a:pt x="271" y="856"/>
                    </a:lnTo>
                    <a:lnTo>
                      <a:pt x="756" y="214"/>
                    </a:lnTo>
                    <a:lnTo>
                      <a:pt x="4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34">
                <a:extLst>
                  <a:ext uri="{FF2B5EF4-FFF2-40B4-BE49-F238E27FC236}">
                    <a16:creationId xmlns:a16="http://schemas.microsoft.com/office/drawing/2014/main" id="{53FCD9CA-E93F-2B0F-BAE3-0BA57ACB3484}"/>
                  </a:ext>
                </a:extLst>
              </p:cNvPr>
              <p:cNvSpPr/>
              <p:nvPr/>
            </p:nvSpPr>
            <p:spPr>
              <a:xfrm rot="742043">
                <a:off x="-586125" y="2469800"/>
                <a:ext cx="26649" cy="25235"/>
              </a:xfrm>
              <a:custGeom>
                <a:avLst/>
                <a:gdLst/>
                <a:ahLst/>
                <a:cxnLst/>
                <a:rect l="l" t="t" r="r" b="b"/>
                <a:pathLst>
                  <a:path w="829" h="785" extrusionOk="0">
                    <a:moveTo>
                      <a:pt x="600" y="0"/>
                    </a:moveTo>
                    <a:lnTo>
                      <a:pt x="1" y="528"/>
                    </a:lnTo>
                    <a:lnTo>
                      <a:pt x="215" y="785"/>
                    </a:lnTo>
                    <a:lnTo>
                      <a:pt x="828" y="257"/>
                    </a:lnTo>
                    <a:lnTo>
                      <a:pt x="6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34">
                <a:extLst>
                  <a:ext uri="{FF2B5EF4-FFF2-40B4-BE49-F238E27FC236}">
                    <a16:creationId xmlns:a16="http://schemas.microsoft.com/office/drawing/2014/main" id="{F06313CB-2D7F-5DCC-68DA-F1E84B7824D6}"/>
                  </a:ext>
                </a:extLst>
              </p:cNvPr>
              <p:cNvSpPr/>
              <p:nvPr/>
            </p:nvSpPr>
            <p:spPr>
              <a:xfrm rot="742043">
                <a:off x="-603812" y="2438581"/>
                <a:ext cx="25717" cy="26167"/>
              </a:xfrm>
              <a:custGeom>
                <a:avLst/>
                <a:gdLst/>
                <a:ahLst/>
                <a:cxnLst/>
                <a:rect l="l" t="t" r="r" b="b"/>
                <a:pathLst>
                  <a:path w="800" h="814" extrusionOk="0">
                    <a:moveTo>
                      <a:pt x="557" y="1"/>
                    </a:moveTo>
                    <a:lnTo>
                      <a:pt x="1" y="586"/>
                    </a:lnTo>
                    <a:cubicBezTo>
                      <a:pt x="1" y="586"/>
                      <a:pt x="15" y="600"/>
                      <a:pt x="29" y="614"/>
                    </a:cubicBezTo>
                    <a:cubicBezTo>
                      <a:pt x="58" y="643"/>
                      <a:pt x="86" y="671"/>
                      <a:pt x="115" y="700"/>
                    </a:cubicBezTo>
                    <a:cubicBezTo>
                      <a:pt x="172" y="757"/>
                      <a:pt x="229" y="814"/>
                      <a:pt x="229" y="814"/>
                    </a:cubicBezTo>
                    <a:lnTo>
                      <a:pt x="800" y="243"/>
                    </a:lnTo>
                    <a:cubicBezTo>
                      <a:pt x="800" y="243"/>
                      <a:pt x="743" y="186"/>
                      <a:pt x="686" y="129"/>
                    </a:cubicBezTo>
                    <a:cubicBezTo>
                      <a:pt x="657" y="86"/>
                      <a:pt x="614" y="58"/>
                      <a:pt x="600" y="43"/>
                    </a:cubicBezTo>
                    <a:cubicBezTo>
                      <a:pt x="571" y="15"/>
                      <a:pt x="557" y="1"/>
                      <a:pt x="5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34">
                <a:extLst>
                  <a:ext uri="{FF2B5EF4-FFF2-40B4-BE49-F238E27FC236}">
                    <a16:creationId xmlns:a16="http://schemas.microsoft.com/office/drawing/2014/main" id="{073093B3-2E6E-7B27-47C8-7C83CCC8EE69}"/>
                  </a:ext>
                </a:extLst>
              </p:cNvPr>
              <p:cNvSpPr/>
              <p:nvPr/>
            </p:nvSpPr>
            <p:spPr>
              <a:xfrm rot="742043">
                <a:off x="-557093" y="2535431"/>
                <a:ext cx="27999" cy="23434"/>
              </a:xfrm>
              <a:custGeom>
                <a:avLst/>
                <a:gdLst/>
                <a:ahLst/>
                <a:cxnLst/>
                <a:rect l="l" t="t" r="r" b="b"/>
                <a:pathLst>
                  <a:path w="871" h="729" extrusionOk="0">
                    <a:moveTo>
                      <a:pt x="671" y="0"/>
                    </a:moveTo>
                    <a:lnTo>
                      <a:pt x="0" y="443"/>
                    </a:lnTo>
                    <a:lnTo>
                      <a:pt x="200" y="728"/>
                    </a:lnTo>
                    <a:lnTo>
                      <a:pt x="870" y="286"/>
                    </a:lnTo>
                    <a:lnTo>
                      <a:pt x="6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34">
                <a:extLst>
                  <a:ext uri="{FF2B5EF4-FFF2-40B4-BE49-F238E27FC236}">
                    <a16:creationId xmlns:a16="http://schemas.microsoft.com/office/drawing/2014/main" id="{F945A1D8-6211-45AA-C49B-11BBE696DE56}"/>
                  </a:ext>
                </a:extLst>
              </p:cNvPr>
              <p:cNvSpPr/>
              <p:nvPr/>
            </p:nvSpPr>
            <p:spPr>
              <a:xfrm rot="742043">
                <a:off x="-570516" y="2501893"/>
                <a:ext cx="27099" cy="24334"/>
              </a:xfrm>
              <a:custGeom>
                <a:avLst/>
                <a:gdLst/>
                <a:ahLst/>
                <a:cxnLst/>
                <a:rect l="l" t="t" r="r" b="b"/>
                <a:pathLst>
                  <a:path w="843" h="757" extrusionOk="0">
                    <a:moveTo>
                      <a:pt x="642" y="0"/>
                    </a:moveTo>
                    <a:lnTo>
                      <a:pt x="0" y="500"/>
                    </a:lnTo>
                    <a:lnTo>
                      <a:pt x="200" y="756"/>
                    </a:lnTo>
                    <a:lnTo>
                      <a:pt x="842" y="286"/>
                    </a:lnTo>
                    <a:lnTo>
                      <a:pt x="6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6" name="Google Shape;8646;p34">
                <a:extLst>
                  <a:ext uri="{FF2B5EF4-FFF2-40B4-BE49-F238E27FC236}">
                    <a16:creationId xmlns:a16="http://schemas.microsoft.com/office/drawing/2014/main" id="{6DCE0A42-124F-C50E-5ED6-83A8F6C6770B}"/>
                  </a:ext>
                </a:extLst>
              </p:cNvPr>
              <p:cNvSpPr/>
              <p:nvPr/>
            </p:nvSpPr>
            <p:spPr>
              <a:xfrm rot="742043">
                <a:off x="-535826" y="2604374"/>
                <a:ext cx="27999" cy="21152"/>
              </a:xfrm>
              <a:custGeom>
                <a:avLst/>
                <a:gdLst/>
                <a:ahLst/>
                <a:cxnLst/>
                <a:rect l="l" t="t" r="r" b="b"/>
                <a:pathLst>
                  <a:path w="871" h="658" extrusionOk="0">
                    <a:moveTo>
                      <a:pt x="714" y="1"/>
                    </a:moveTo>
                    <a:lnTo>
                      <a:pt x="1" y="357"/>
                    </a:lnTo>
                    <a:lnTo>
                      <a:pt x="143" y="657"/>
                    </a:lnTo>
                    <a:lnTo>
                      <a:pt x="871" y="315"/>
                    </a:lnTo>
                    <a:lnTo>
                      <a:pt x="7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7" name="Google Shape;8647;p34">
                <a:extLst>
                  <a:ext uri="{FF2B5EF4-FFF2-40B4-BE49-F238E27FC236}">
                    <a16:creationId xmlns:a16="http://schemas.microsoft.com/office/drawing/2014/main" id="{AFA54F5F-5353-6C7C-78D7-C9C24031FC11}"/>
                  </a:ext>
                </a:extLst>
              </p:cNvPr>
              <p:cNvSpPr/>
              <p:nvPr/>
            </p:nvSpPr>
            <p:spPr>
              <a:xfrm rot="742043">
                <a:off x="-545239" y="2569485"/>
                <a:ext cx="28031" cy="22502"/>
              </a:xfrm>
              <a:custGeom>
                <a:avLst/>
                <a:gdLst/>
                <a:ahLst/>
                <a:cxnLst/>
                <a:rect l="l" t="t" r="r" b="b"/>
                <a:pathLst>
                  <a:path w="872" h="700" extrusionOk="0">
                    <a:moveTo>
                      <a:pt x="686" y="0"/>
                    </a:moveTo>
                    <a:lnTo>
                      <a:pt x="1" y="400"/>
                    </a:lnTo>
                    <a:cubicBezTo>
                      <a:pt x="1" y="400"/>
                      <a:pt x="44" y="471"/>
                      <a:pt x="87" y="557"/>
                    </a:cubicBezTo>
                    <a:cubicBezTo>
                      <a:pt x="115" y="628"/>
                      <a:pt x="158" y="699"/>
                      <a:pt x="158" y="699"/>
                    </a:cubicBezTo>
                    <a:lnTo>
                      <a:pt x="871" y="314"/>
                    </a:lnTo>
                    <a:cubicBezTo>
                      <a:pt x="871" y="314"/>
                      <a:pt x="828" y="229"/>
                      <a:pt x="786" y="157"/>
                    </a:cubicBezTo>
                    <a:cubicBezTo>
                      <a:pt x="743" y="72"/>
                      <a:pt x="686" y="0"/>
                      <a:pt x="6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34">
                <a:extLst>
                  <a:ext uri="{FF2B5EF4-FFF2-40B4-BE49-F238E27FC236}">
                    <a16:creationId xmlns:a16="http://schemas.microsoft.com/office/drawing/2014/main" id="{C528F719-5F3B-2508-D033-9169C55DE107}"/>
                  </a:ext>
                </a:extLst>
              </p:cNvPr>
              <p:cNvSpPr/>
              <p:nvPr/>
            </p:nvSpPr>
            <p:spPr>
              <a:xfrm rot="742043">
                <a:off x="-523483" y="2675604"/>
                <a:ext cx="27999" cy="18838"/>
              </a:xfrm>
              <a:custGeom>
                <a:avLst/>
                <a:gdLst/>
                <a:ahLst/>
                <a:cxnLst/>
                <a:rect l="l" t="t" r="r" b="b"/>
                <a:pathLst>
                  <a:path w="871" h="586" extrusionOk="0">
                    <a:moveTo>
                      <a:pt x="756" y="1"/>
                    </a:moveTo>
                    <a:lnTo>
                      <a:pt x="0" y="272"/>
                    </a:lnTo>
                    <a:lnTo>
                      <a:pt x="114" y="585"/>
                    </a:lnTo>
                    <a:lnTo>
                      <a:pt x="870" y="343"/>
                    </a:lnTo>
                    <a:lnTo>
                      <a:pt x="7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34">
                <a:extLst>
                  <a:ext uri="{FF2B5EF4-FFF2-40B4-BE49-F238E27FC236}">
                    <a16:creationId xmlns:a16="http://schemas.microsoft.com/office/drawing/2014/main" id="{C18E21F4-5C77-5118-3DDE-CD5B21421B23}"/>
                  </a:ext>
                </a:extLst>
              </p:cNvPr>
              <p:cNvSpPr/>
              <p:nvPr/>
            </p:nvSpPr>
            <p:spPr>
              <a:xfrm rot="742043">
                <a:off x="-528925" y="2639727"/>
                <a:ext cx="28481" cy="20220"/>
              </a:xfrm>
              <a:custGeom>
                <a:avLst/>
                <a:gdLst/>
                <a:ahLst/>
                <a:cxnLst/>
                <a:rect l="l" t="t" r="r" b="b"/>
                <a:pathLst>
                  <a:path w="886" h="629" extrusionOk="0">
                    <a:moveTo>
                      <a:pt x="743" y="1"/>
                    </a:moveTo>
                    <a:lnTo>
                      <a:pt x="1" y="315"/>
                    </a:lnTo>
                    <a:cubicBezTo>
                      <a:pt x="1" y="315"/>
                      <a:pt x="44" y="400"/>
                      <a:pt x="72" y="472"/>
                    </a:cubicBezTo>
                    <a:cubicBezTo>
                      <a:pt x="101" y="543"/>
                      <a:pt x="129" y="629"/>
                      <a:pt x="129" y="629"/>
                    </a:cubicBezTo>
                    <a:lnTo>
                      <a:pt x="885" y="329"/>
                    </a:lnTo>
                    <a:cubicBezTo>
                      <a:pt x="885" y="329"/>
                      <a:pt x="857" y="243"/>
                      <a:pt x="814" y="172"/>
                    </a:cubicBezTo>
                    <a:cubicBezTo>
                      <a:pt x="785" y="87"/>
                      <a:pt x="743" y="1"/>
                      <a:pt x="7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0" name="Google Shape;8650;p34">
                <a:extLst>
                  <a:ext uri="{FF2B5EF4-FFF2-40B4-BE49-F238E27FC236}">
                    <a16:creationId xmlns:a16="http://schemas.microsoft.com/office/drawing/2014/main" id="{3D59F54D-1D2E-FC85-C1BE-1D6EE274EFC3}"/>
                  </a:ext>
                </a:extLst>
              </p:cNvPr>
              <p:cNvSpPr/>
              <p:nvPr/>
            </p:nvSpPr>
            <p:spPr>
              <a:xfrm rot="742043">
                <a:off x="-518918" y="2747927"/>
                <a:ext cx="27999" cy="16555"/>
              </a:xfrm>
              <a:custGeom>
                <a:avLst/>
                <a:gdLst/>
                <a:ahLst/>
                <a:cxnLst/>
                <a:rect l="l" t="t" r="r" b="b"/>
                <a:pathLst>
                  <a:path w="871" h="515" extrusionOk="0">
                    <a:moveTo>
                      <a:pt x="785" y="1"/>
                    </a:moveTo>
                    <a:lnTo>
                      <a:pt x="1" y="186"/>
                    </a:lnTo>
                    <a:lnTo>
                      <a:pt x="86" y="514"/>
                    </a:lnTo>
                    <a:lnTo>
                      <a:pt x="871" y="343"/>
                    </a:lnTo>
                    <a:lnTo>
                      <a:pt x="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1" name="Google Shape;8651;p34">
                <a:extLst>
                  <a:ext uri="{FF2B5EF4-FFF2-40B4-BE49-F238E27FC236}">
                    <a16:creationId xmlns:a16="http://schemas.microsoft.com/office/drawing/2014/main" id="{A6928590-3C59-8D32-CA63-100561FFB33E}"/>
                  </a:ext>
                </a:extLst>
              </p:cNvPr>
              <p:cNvSpPr/>
              <p:nvPr/>
            </p:nvSpPr>
            <p:spPr>
              <a:xfrm rot="742043">
                <a:off x="-520060" y="2712013"/>
                <a:ext cx="27999" cy="17455"/>
              </a:xfrm>
              <a:custGeom>
                <a:avLst/>
                <a:gdLst/>
                <a:ahLst/>
                <a:cxnLst/>
                <a:rect l="l" t="t" r="r" b="b"/>
                <a:pathLst>
                  <a:path w="871" h="543" extrusionOk="0">
                    <a:moveTo>
                      <a:pt x="771" y="1"/>
                    </a:moveTo>
                    <a:lnTo>
                      <a:pt x="1" y="215"/>
                    </a:lnTo>
                    <a:lnTo>
                      <a:pt x="43" y="386"/>
                    </a:lnTo>
                    <a:cubicBezTo>
                      <a:pt x="72" y="457"/>
                      <a:pt x="86" y="543"/>
                      <a:pt x="86" y="543"/>
                    </a:cubicBezTo>
                    <a:lnTo>
                      <a:pt x="871" y="329"/>
                    </a:lnTo>
                    <a:cubicBezTo>
                      <a:pt x="871" y="329"/>
                      <a:pt x="842" y="243"/>
                      <a:pt x="814" y="172"/>
                    </a:cubicBezTo>
                    <a:cubicBezTo>
                      <a:pt x="799" y="86"/>
                      <a:pt x="771" y="1"/>
                      <a:pt x="7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34">
                <a:extLst>
                  <a:ext uri="{FF2B5EF4-FFF2-40B4-BE49-F238E27FC236}">
                    <a16:creationId xmlns:a16="http://schemas.microsoft.com/office/drawing/2014/main" id="{B908EF96-8A45-0D05-0072-9A1F672E84FD}"/>
                  </a:ext>
                </a:extLst>
              </p:cNvPr>
              <p:cNvSpPr/>
              <p:nvPr/>
            </p:nvSpPr>
            <p:spPr>
              <a:xfrm rot="742043">
                <a:off x="-521378" y="2820509"/>
                <a:ext cx="27067" cy="13791"/>
              </a:xfrm>
              <a:custGeom>
                <a:avLst/>
                <a:gdLst/>
                <a:ahLst/>
                <a:cxnLst/>
                <a:rect l="l" t="t" r="r" b="b"/>
                <a:pathLst>
                  <a:path w="842" h="429" extrusionOk="0">
                    <a:moveTo>
                      <a:pt x="799" y="0"/>
                    </a:moveTo>
                    <a:lnTo>
                      <a:pt x="0" y="100"/>
                    </a:lnTo>
                    <a:lnTo>
                      <a:pt x="43" y="428"/>
                    </a:lnTo>
                    <a:lnTo>
                      <a:pt x="842"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34">
                <a:extLst>
                  <a:ext uri="{FF2B5EF4-FFF2-40B4-BE49-F238E27FC236}">
                    <a16:creationId xmlns:a16="http://schemas.microsoft.com/office/drawing/2014/main" id="{9D864C79-C1E9-BFEF-D878-443032FDC4D2}"/>
                  </a:ext>
                </a:extLst>
              </p:cNvPr>
              <p:cNvSpPr/>
              <p:nvPr/>
            </p:nvSpPr>
            <p:spPr>
              <a:xfrm rot="742043">
                <a:off x="-519269" y="2784413"/>
                <a:ext cx="27549" cy="15173"/>
              </a:xfrm>
              <a:custGeom>
                <a:avLst/>
                <a:gdLst/>
                <a:ahLst/>
                <a:cxnLst/>
                <a:rect l="l" t="t" r="r" b="b"/>
                <a:pathLst>
                  <a:path w="857" h="472" extrusionOk="0">
                    <a:moveTo>
                      <a:pt x="800" y="1"/>
                    </a:moveTo>
                    <a:lnTo>
                      <a:pt x="1" y="129"/>
                    </a:lnTo>
                    <a:lnTo>
                      <a:pt x="58" y="471"/>
                    </a:lnTo>
                    <a:lnTo>
                      <a:pt x="857" y="343"/>
                    </a:lnTo>
                    <a:lnTo>
                      <a:pt x="8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34">
                <a:extLst>
                  <a:ext uri="{FF2B5EF4-FFF2-40B4-BE49-F238E27FC236}">
                    <a16:creationId xmlns:a16="http://schemas.microsoft.com/office/drawing/2014/main" id="{D25731D3-7549-39A7-EAC9-0F35170BAE99}"/>
                  </a:ext>
                </a:extLst>
              </p:cNvPr>
              <p:cNvSpPr/>
              <p:nvPr/>
            </p:nvSpPr>
            <p:spPr>
              <a:xfrm rot="742043">
                <a:off x="-531742" y="2892293"/>
                <a:ext cx="26199" cy="11476"/>
              </a:xfrm>
              <a:custGeom>
                <a:avLst/>
                <a:gdLst/>
                <a:ahLst/>
                <a:cxnLst/>
                <a:rect l="l" t="t" r="r" b="b"/>
                <a:pathLst>
                  <a:path w="815" h="357" extrusionOk="0">
                    <a:moveTo>
                      <a:pt x="1" y="0"/>
                    </a:moveTo>
                    <a:lnTo>
                      <a:pt x="15" y="157"/>
                    </a:lnTo>
                    <a:cubicBezTo>
                      <a:pt x="1" y="243"/>
                      <a:pt x="1" y="314"/>
                      <a:pt x="1" y="314"/>
                    </a:cubicBezTo>
                    <a:lnTo>
                      <a:pt x="814" y="357"/>
                    </a:lnTo>
                    <a:lnTo>
                      <a:pt x="814" y="171"/>
                    </a:lnTo>
                    <a:cubicBezTo>
                      <a:pt x="814" y="86"/>
                      <a:pt x="814" y="0"/>
                      <a:pt x="8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5" name="Google Shape;8655;p34">
                <a:extLst>
                  <a:ext uri="{FF2B5EF4-FFF2-40B4-BE49-F238E27FC236}">
                    <a16:creationId xmlns:a16="http://schemas.microsoft.com/office/drawing/2014/main" id="{9428A0B4-8839-B7EE-88A1-A220F9A58B76}"/>
                  </a:ext>
                </a:extLst>
              </p:cNvPr>
              <p:cNvSpPr/>
              <p:nvPr/>
            </p:nvSpPr>
            <p:spPr>
              <a:xfrm rot="742043">
                <a:off x="-525406" y="2856650"/>
                <a:ext cx="26617" cy="12408"/>
              </a:xfrm>
              <a:custGeom>
                <a:avLst/>
                <a:gdLst/>
                <a:ahLst/>
                <a:cxnLst/>
                <a:rect l="l" t="t" r="r" b="b"/>
                <a:pathLst>
                  <a:path w="828" h="386" extrusionOk="0">
                    <a:moveTo>
                      <a:pt x="799" y="0"/>
                    </a:moveTo>
                    <a:lnTo>
                      <a:pt x="0" y="43"/>
                    </a:lnTo>
                    <a:lnTo>
                      <a:pt x="29" y="385"/>
                    </a:lnTo>
                    <a:lnTo>
                      <a:pt x="828" y="343"/>
                    </a:lnTo>
                    <a:lnTo>
                      <a:pt x="7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6" name="Google Shape;8656;p34">
              <a:extLst>
                <a:ext uri="{FF2B5EF4-FFF2-40B4-BE49-F238E27FC236}">
                  <a16:creationId xmlns:a16="http://schemas.microsoft.com/office/drawing/2014/main" id="{6D5BFAAC-9B47-FA3B-40AA-1248DEB5D37E}"/>
                </a:ext>
              </a:extLst>
            </p:cNvPr>
            <p:cNvSpPr/>
            <p:nvPr/>
          </p:nvSpPr>
          <p:spPr>
            <a:xfrm>
              <a:off x="318333" y="234005"/>
              <a:ext cx="447114" cy="394709"/>
            </a:xfrm>
            <a:custGeom>
              <a:avLst/>
              <a:gdLst/>
              <a:ahLst/>
              <a:cxnLst/>
              <a:rect l="l" t="t" r="r" b="b"/>
              <a:pathLst>
                <a:path w="28795" h="25420" extrusionOk="0">
                  <a:moveTo>
                    <a:pt x="14408" y="0"/>
                  </a:moveTo>
                  <a:cubicBezTo>
                    <a:pt x="9355" y="0"/>
                    <a:pt x="4575" y="3033"/>
                    <a:pt x="2587" y="8016"/>
                  </a:cubicBezTo>
                  <a:cubicBezTo>
                    <a:pt x="1" y="14536"/>
                    <a:pt x="3183" y="21919"/>
                    <a:pt x="9703" y="24521"/>
                  </a:cubicBezTo>
                  <a:cubicBezTo>
                    <a:pt x="11242" y="25131"/>
                    <a:pt x="12828" y="25420"/>
                    <a:pt x="14388" y="25420"/>
                  </a:cubicBezTo>
                  <a:cubicBezTo>
                    <a:pt x="19440" y="25420"/>
                    <a:pt x="24217" y="22387"/>
                    <a:pt x="26193" y="17405"/>
                  </a:cubicBezTo>
                  <a:cubicBezTo>
                    <a:pt x="28795" y="10884"/>
                    <a:pt x="25613" y="3501"/>
                    <a:pt x="19092" y="899"/>
                  </a:cubicBezTo>
                  <a:cubicBezTo>
                    <a:pt x="17554" y="289"/>
                    <a:pt x="15968" y="0"/>
                    <a:pt x="144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57" name="Google Shape;8657;p34">
              <a:extLst>
                <a:ext uri="{FF2B5EF4-FFF2-40B4-BE49-F238E27FC236}">
                  <a16:creationId xmlns:a16="http://schemas.microsoft.com/office/drawing/2014/main" id="{B4CE7C07-567E-EA3D-C396-4063D356EBEF}"/>
                </a:ext>
              </a:extLst>
            </p:cNvPr>
            <p:cNvGrpSpPr/>
            <p:nvPr/>
          </p:nvGrpSpPr>
          <p:grpSpPr>
            <a:xfrm>
              <a:off x="357526" y="269347"/>
              <a:ext cx="326648" cy="309474"/>
              <a:chOff x="3550326" y="4310672"/>
              <a:chExt cx="393741" cy="373040"/>
            </a:xfrm>
          </p:grpSpPr>
          <p:sp>
            <p:nvSpPr>
              <p:cNvPr id="8658" name="Google Shape;8658;p34">
                <a:extLst>
                  <a:ext uri="{FF2B5EF4-FFF2-40B4-BE49-F238E27FC236}">
                    <a16:creationId xmlns:a16="http://schemas.microsoft.com/office/drawing/2014/main" id="{6603EB48-4A94-D7D1-4795-DFF9D4C7E01B}"/>
                  </a:ext>
                </a:extLst>
              </p:cNvPr>
              <p:cNvSpPr/>
              <p:nvPr/>
            </p:nvSpPr>
            <p:spPr>
              <a:xfrm>
                <a:off x="3550326" y="4319544"/>
                <a:ext cx="392562" cy="356456"/>
              </a:xfrm>
              <a:custGeom>
                <a:avLst/>
                <a:gdLst/>
                <a:ahLst/>
                <a:cxnLst/>
                <a:rect l="l" t="t" r="r" b="b"/>
                <a:pathLst>
                  <a:path w="20973" h="19044" extrusionOk="0">
                    <a:moveTo>
                      <a:pt x="8833" y="0"/>
                    </a:moveTo>
                    <a:cubicBezTo>
                      <a:pt x="6840" y="0"/>
                      <a:pt x="4843" y="279"/>
                      <a:pt x="3057" y="783"/>
                    </a:cubicBezTo>
                    <a:lnTo>
                      <a:pt x="2649" y="1237"/>
                    </a:lnTo>
                    <a:cubicBezTo>
                      <a:pt x="4981" y="619"/>
                      <a:pt x="7102" y="355"/>
                      <a:pt x="8995" y="355"/>
                    </a:cubicBezTo>
                    <a:cubicBezTo>
                      <a:pt x="13579" y="355"/>
                      <a:pt x="16830" y="1901"/>
                      <a:pt x="18528" y="3698"/>
                    </a:cubicBezTo>
                    <a:cubicBezTo>
                      <a:pt x="20126" y="5407"/>
                      <a:pt x="20597" y="8510"/>
                      <a:pt x="19750" y="11817"/>
                    </a:cubicBezTo>
                    <a:cubicBezTo>
                      <a:pt x="18904" y="15078"/>
                      <a:pt x="17023" y="17554"/>
                      <a:pt x="14813" y="18260"/>
                    </a:cubicBezTo>
                    <a:cubicBezTo>
                      <a:pt x="13853" y="18568"/>
                      <a:pt x="12858" y="18699"/>
                      <a:pt x="11857" y="18699"/>
                    </a:cubicBezTo>
                    <a:cubicBezTo>
                      <a:pt x="6305" y="18699"/>
                      <a:pt x="598" y="14660"/>
                      <a:pt x="1" y="14513"/>
                    </a:cubicBezTo>
                    <a:lnTo>
                      <a:pt x="1" y="14513"/>
                    </a:lnTo>
                    <a:cubicBezTo>
                      <a:pt x="63" y="14670"/>
                      <a:pt x="126" y="14764"/>
                      <a:pt x="204" y="14952"/>
                    </a:cubicBezTo>
                    <a:cubicBezTo>
                      <a:pt x="4599" y="17662"/>
                      <a:pt x="8568" y="19043"/>
                      <a:pt x="11872" y="19043"/>
                    </a:cubicBezTo>
                    <a:cubicBezTo>
                      <a:pt x="12965" y="19043"/>
                      <a:pt x="13984" y="18892"/>
                      <a:pt x="14922" y="18589"/>
                    </a:cubicBezTo>
                    <a:cubicBezTo>
                      <a:pt x="17227" y="17852"/>
                      <a:pt x="19217" y="15282"/>
                      <a:pt x="20095" y="11896"/>
                    </a:cubicBezTo>
                    <a:cubicBezTo>
                      <a:pt x="20973" y="8495"/>
                      <a:pt x="20471" y="5250"/>
                      <a:pt x="18778" y="3463"/>
                    </a:cubicBezTo>
                    <a:cubicBezTo>
                      <a:pt x="16489" y="1030"/>
                      <a:pt x="12667" y="0"/>
                      <a:pt x="8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34">
                <a:extLst>
                  <a:ext uri="{FF2B5EF4-FFF2-40B4-BE49-F238E27FC236}">
                    <a16:creationId xmlns:a16="http://schemas.microsoft.com/office/drawing/2014/main" id="{653AF5C7-CB15-949B-EC74-A4EAA6C41454}"/>
                  </a:ext>
                </a:extLst>
              </p:cNvPr>
              <p:cNvSpPr/>
              <p:nvPr/>
            </p:nvSpPr>
            <p:spPr>
              <a:xfrm>
                <a:off x="3623081" y="4317934"/>
                <a:ext cx="22330" cy="12335"/>
              </a:xfrm>
              <a:custGeom>
                <a:avLst/>
                <a:gdLst/>
                <a:ahLst/>
                <a:cxnLst/>
                <a:rect l="l" t="t" r="r" b="b"/>
                <a:pathLst>
                  <a:path w="1193" h="659" extrusionOk="0">
                    <a:moveTo>
                      <a:pt x="288" y="0"/>
                    </a:moveTo>
                    <a:cubicBezTo>
                      <a:pt x="185" y="0"/>
                      <a:pt x="108" y="28"/>
                      <a:pt x="79" y="85"/>
                    </a:cubicBezTo>
                    <a:cubicBezTo>
                      <a:pt x="1" y="195"/>
                      <a:pt x="173" y="399"/>
                      <a:pt x="455" y="540"/>
                    </a:cubicBezTo>
                    <a:cubicBezTo>
                      <a:pt x="623" y="619"/>
                      <a:pt x="785" y="659"/>
                      <a:pt x="910" y="659"/>
                    </a:cubicBezTo>
                    <a:cubicBezTo>
                      <a:pt x="1006" y="659"/>
                      <a:pt x="1079" y="635"/>
                      <a:pt x="1114" y="587"/>
                    </a:cubicBezTo>
                    <a:cubicBezTo>
                      <a:pt x="1192" y="461"/>
                      <a:pt x="1004" y="257"/>
                      <a:pt x="722" y="116"/>
                    </a:cubicBezTo>
                    <a:cubicBezTo>
                      <a:pt x="568" y="40"/>
                      <a:pt x="410" y="0"/>
                      <a:pt x="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34">
                <a:extLst>
                  <a:ext uri="{FF2B5EF4-FFF2-40B4-BE49-F238E27FC236}">
                    <a16:creationId xmlns:a16="http://schemas.microsoft.com/office/drawing/2014/main" id="{379B0470-7696-692D-0128-98251DA05B12}"/>
                  </a:ext>
                </a:extLst>
              </p:cNvPr>
              <p:cNvSpPr/>
              <p:nvPr/>
            </p:nvSpPr>
            <p:spPr>
              <a:xfrm>
                <a:off x="3613984" y="4331411"/>
                <a:ext cx="20271" cy="14955"/>
              </a:xfrm>
              <a:custGeom>
                <a:avLst/>
                <a:gdLst/>
                <a:ahLst/>
                <a:cxnLst/>
                <a:rect l="l" t="t" r="r" b="b"/>
                <a:pathLst>
                  <a:path w="1083" h="799" extrusionOk="0">
                    <a:moveTo>
                      <a:pt x="862" y="0"/>
                    </a:moveTo>
                    <a:cubicBezTo>
                      <a:pt x="743" y="0"/>
                      <a:pt x="580" y="63"/>
                      <a:pt x="424" y="180"/>
                    </a:cubicBezTo>
                    <a:cubicBezTo>
                      <a:pt x="158" y="368"/>
                      <a:pt x="1" y="619"/>
                      <a:pt x="64" y="729"/>
                    </a:cubicBezTo>
                    <a:cubicBezTo>
                      <a:pt x="87" y="776"/>
                      <a:pt x="140" y="799"/>
                      <a:pt x="210" y="799"/>
                    </a:cubicBezTo>
                    <a:cubicBezTo>
                      <a:pt x="327" y="799"/>
                      <a:pt x="493" y="736"/>
                      <a:pt x="659" y="619"/>
                    </a:cubicBezTo>
                    <a:cubicBezTo>
                      <a:pt x="926" y="447"/>
                      <a:pt x="1082" y="196"/>
                      <a:pt x="1020" y="70"/>
                    </a:cubicBezTo>
                    <a:cubicBezTo>
                      <a:pt x="990" y="23"/>
                      <a:pt x="934" y="0"/>
                      <a:pt x="8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1" name="Google Shape;8661;p34">
                <a:extLst>
                  <a:ext uri="{FF2B5EF4-FFF2-40B4-BE49-F238E27FC236}">
                    <a16:creationId xmlns:a16="http://schemas.microsoft.com/office/drawing/2014/main" id="{D4955EE5-4B66-1341-9E63-F5218E457E33}"/>
                  </a:ext>
                </a:extLst>
              </p:cNvPr>
              <p:cNvSpPr/>
              <p:nvPr/>
            </p:nvSpPr>
            <p:spPr>
              <a:xfrm>
                <a:off x="3648312" y="4314378"/>
                <a:ext cx="22611" cy="11362"/>
              </a:xfrm>
              <a:custGeom>
                <a:avLst/>
                <a:gdLst/>
                <a:ahLst/>
                <a:cxnLst/>
                <a:rect l="l" t="t" r="r" b="b"/>
                <a:pathLst>
                  <a:path w="1208" h="607" extrusionOk="0">
                    <a:moveTo>
                      <a:pt x="327" y="0"/>
                    </a:moveTo>
                    <a:cubicBezTo>
                      <a:pt x="196" y="0"/>
                      <a:pt x="97" y="36"/>
                      <a:pt x="63" y="103"/>
                    </a:cubicBezTo>
                    <a:cubicBezTo>
                      <a:pt x="1" y="228"/>
                      <a:pt x="189" y="416"/>
                      <a:pt x="487" y="526"/>
                    </a:cubicBezTo>
                    <a:cubicBezTo>
                      <a:pt x="638" y="579"/>
                      <a:pt x="782" y="606"/>
                      <a:pt x="898" y="606"/>
                    </a:cubicBezTo>
                    <a:cubicBezTo>
                      <a:pt x="1022" y="606"/>
                      <a:pt x="1113" y="575"/>
                      <a:pt x="1145" y="510"/>
                    </a:cubicBezTo>
                    <a:cubicBezTo>
                      <a:pt x="1208" y="385"/>
                      <a:pt x="1020" y="197"/>
                      <a:pt x="722" y="87"/>
                    </a:cubicBezTo>
                    <a:cubicBezTo>
                      <a:pt x="582" y="28"/>
                      <a:pt x="443" y="0"/>
                      <a:pt x="3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2" name="Google Shape;8662;p34">
                <a:extLst>
                  <a:ext uri="{FF2B5EF4-FFF2-40B4-BE49-F238E27FC236}">
                    <a16:creationId xmlns:a16="http://schemas.microsoft.com/office/drawing/2014/main" id="{471C169F-A73D-94D5-E071-5202BAC39CE3}"/>
                  </a:ext>
                </a:extLst>
              </p:cNvPr>
              <p:cNvSpPr/>
              <p:nvPr/>
            </p:nvSpPr>
            <p:spPr>
              <a:xfrm>
                <a:off x="3641275" y="4327611"/>
                <a:ext cx="19391" cy="16097"/>
              </a:xfrm>
              <a:custGeom>
                <a:avLst/>
                <a:gdLst/>
                <a:ahLst/>
                <a:cxnLst/>
                <a:rect l="l" t="t" r="r" b="b"/>
                <a:pathLst>
                  <a:path w="1036" h="860" extrusionOk="0">
                    <a:moveTo>
                      <a:pt x="830" y="1"/>
                    </a:moveTo>
                    <a:cubicBezTo>
                      <a:pt x="714" y="1"/>
                      <a:pt x="545" y="74"/>
                      <a:pt x="377" y="211"/>
                    </a:cubicBezTo>
                    <a:cubicBezTo>
                      <a:pt x="126" y="430"/>
                      <a:pt x="1" y="681"/>
                      <a:pt x="63" y="806"/>
                    </a:cubicBezTo>
                    <a:cubicBezTo>
                      <a:pt x="89" y="842"/>
                      <a:pt x="134" y="859"/>
                      <a:pt x="191" y="859"/>
                    </a:cubicBezTo>
                    <a:cubicBezTo>
                      <a:pt x="312" y="859"/>
                      <a:pt x="489" y="782"/>
                      <a:pt x="659" y="634"/>
                    </a:cubicBezTo>
                    <a:cubicBezTo>
                      <a:pt x="894" y="430"/>
                      <a:pt x="1035" y="179"/>
                      <a:pt x="957" y="54"/>
                    </a:cubicBezTo>
                    <a:cubicBezTo>
                      <a:pt x="931" y="18"/>
                      <a:pt x="887" y="1"/>
                      <a:pt x="8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34">
                <a:extLst>
                  <a:ext uri="{FF2B5EF4-FFF2-40B4-BE49-F238E27FC236}">
                    <a16:creationId xmlns:a16="http://schemas.microsoft.com/office/drawing/2014/main" id="{6D2A40FC-1689-E4E1-EBD8-FAC56766B683}"/>
                  </a:ext>
                </a:extLst>
              </p:cNvPr>
              <p:cNvSpPr/>
              <p:nvPr/>
            </p:nvSpPr>
            <p:spPr>
              <a:xfrm>
                <a:off x="3675022" y="4312282"/>
                <a:ext cx="22611" cy="11399"/>
              </a:xfrm>
              <a:custGeom>
                <a:avLst/>
                <a:gdLst/>
                <a:ahLst/>
                <a:cxnLst/>
                <a:rect l="l" t="t" r="r" b="b"/>
                <a:pathLst>
                  <a:path w="1208" h="609" extrusionOk="0">
                    <a:moveTo>
                      <a:pt x="340" y="0"/>
                    </a:moveTo>
                    <a:cubicBezTo>
                      <a:pt x="203" y="0"/>
                      <a:pt x="97" y="36"/>
                      <a:pt x="63" y="105"/>
                    </a:cubicBezTo>
                    <a:cubicBezTo>
                      <a:pt x="0" y="215"/>
                      <a:pt x="188" y="418"/>
                      <a:pt x="486" y="528"/>
                    </a:cubicBezTo>
                    <a:cubicBezTo>
                      <a:pt x="630" y="581"/>
                      <a:pt x="774" y="609"/>
                      <a:pt x="891" y="609"/>
                    </a:cubicBezTo>
                    <a:cubicBezTo>
                      <a:pt x="1017" y="609"/>
                      <a:pt x="1112" y="577"/>
                      <a:pt x="1144" y="512"/>
                    </a:cubicBezTo>
                    <a:cubicBezTo>
                      <a:pt x="1207" y="387"/>
                      <a:pt x="1019" y="199"/>
                      <a:pt x="721" y="74"/>
                    </a:cubicBezTo>
                    <a:cubicBezTo>
                      <a:pt x="587" y="24"/>
                      <a:pt x="453" y="0"/>
                      <a:pt x="3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34">
                <a:extLst>
                  <a:ext uri="{FF2B5EF4-FFF2-40B4-BE49-F238E27FC236}">
                    <a16:creationId xmlns:a16="http://schemas.microsoft.com/office/drawing/2014/main" id="{679229C9-5B90-707F-3371-729710D56B7E}"/>
                  </a:ext>
                </a:extLst>
              </p:cNvPr>
              <p:cNvSpPr/>
              <p:nvPr/>
            </p:nvSpPr>
            <p:spPr>
              <a:xfrm>
                <a:off x="3667685" y="4325552"/>
                <a:ext cx="19672" cy="16041"/>
              </a:xfrm>
              <a:custGeom>
                <a:avLst/>
                <a:gdLst/>
                <a:ahLst/>
                <a:cxnLst/>
                <a:rect l="l" t="t" r="r" b="b"/>
                <a:pathLst>
                  <a:path w="1051" h="857" extrusionOk="0">
                    <a:moveTo>
                      <a:pt x="842" y="1"/>
                    </a:moveTo>
                    <a:cubicBezTo>
                      <a:pt x="722" y="1"/>
                      <a:pt x="550" y="74"/>
                      <a:pt x="392" y="211"/>
                    </a:cubicBezTo>
                    <a:cubicBezTo>
                      <a:pt x="141" y="430"/>
                      <a:pt x="0" y="681"/>
                      <a:pt x="79" y="807"/>
                    </a:cubicBezTo>
                    <a:cubicBezTo>
                      <a:pt x="103" y="840"/>
                      <a:pt x="145" y="856"/>
                      <a:pt x="198" y="856"/>
                    </a:cubicBezTo>
                    <a:cubicBezTo>
                      <a:pt x="318" y="856"/>
                      <a:pt x="496" y="775"/>
                      <a:pt x="659" y="634"/>
                    </a:cubicBezTo>
                    <a:cubicBezTo>
                      <a:pt x="909" y="430"/>
                      <a:pt x="1050" y="180"/>
                      <a:pt x="972" y="54"/>
                    </a:cubicBezTo>
                    <a:cubicBezTo>
                      <a:pt x="946" y="18"/>
                      <a:pt x="900"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34">
                <a:extLst>
                  <a:ext uri="{FF2B5EF4-FFF2-40B4-BE49-F238E27FC236}">
                    <a16:creationId xmlns:a16="http://schemas.microsoft.com/office/drawing/2014/main" id="{0CF53176-E272-92D4-2CE5-66819D88225A}"/>
                  </a:ext>
                </a:extLst>
              </p:cNvPr>
              <p:cNvSpPr/>
              <p:nvPr/>
            </p:nvSpPr>
            <p:spPr>
              <a:xfrm>
                <a:off x="3704053" y="4310672"/>
                <a:ext cx="22611" cy="11249"/>
              </a:xfrm>
              <a:custGeom>
                <a:avLst/>
                <a:gdLst/>
                <a:ahLst/>
                <a:cxnLst/>
                <a:rect l="l" t="t" r="r" b="b"/>
                <a:pathLst>
                  <a:path w="1208" h="601" extrusionOk="0">
                    <a:moveTo>
                      <a:pt x="317" y="1"/>
                    </a:moveTo>
                    <a:cubicBezTo>
                      <a:pt x="191" y="1"/>
                      <a:pt x="96" y="32"/>
                      <a:pt x="64" y="97"/>
                    </a:cubicBezTo>
                    <a:cubicBezTo>
                      <a:pt x="1" y="222"/>
                      <a:pt x="205" y="410"/>
                      <a:pt x="502" y="520"/>
                    </a:cubicBezTo>
                    <a:cubicBezTo>
                      <a:pt x="646" y="573"/>
                      <a:pt x="787" y="601"/>
                      <a:pt x="900" y="601"/>
                    </a:cubicBezTo>
                    <a:cubicBezTo>
                      <a:pt x="1022" y="601"/>
                      <a:pt x="1113" y="569"/>
                      <a:pt x="1145" y="504"/>
                    </a:cubicBezTo>
                    <a:cubicBezTo>
                      <a:pt x="1208" y="379"/>
                      <a:pt x="1020" y="191"/>
                      <a:pt x="722" y="81"/>
                    </a:cubicBezTo>
                    <a:cubicBezTo>
                      <a:pt x="578" y="28"/>
                      <a:pt x="434" y="1"/>
                      <a:pt x="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34">
                <a:extLst>
                  <a:ext uri="{FF2B5EF4-FFF2-40B4-BE49-F238E27FC236}">
                    <a16:creationId xmlns:a16="http://schemas.microsoft.com/office/drawing/2014/main" id="{9B7ADC04-4B0C-522C-B2ED-955E59FA294B}"/>
                  </a:ext>
                </a:extLst>
              </p:cNvPr>
              <p:cNvSpPr/>
              <p:nvPr/>
            </p:nvSpPr>
            <p:spPr>
              <a:xfrm>
                <a:off x="3697015" y="4323961"/>
                <a:ext cx="19391" cy="15929"/>
              </a:xfrm>
              <a:custGeom>
                <a:avLst/>
                <a:gdLst/>
                <a:ahLst/>
                <a:cxnLst/>
                <a:rect l="l" t="t" r="r" b="b"/>
                <a:pathLst>
                  <a:path w="1036" h="851" extrusionOk="0">
                    <a:moveTo>
                      <a:pt x="830" y="0"/>
                    </a:moveTo>
                    <a:cubicBezTo>
                      <a:pt x="714" y="0"/>
                      <a:pt x="545" y="81"/>
                      <a:pt x="377" y="218"/>
                    </a:cubicBezTo>
                    <a:cubicBezTo>
                      <a:pt x="142" y="421"/>
                      <a:pt x="1" y="672"/>
                      <a:pt x="79" y="798"/>
                    </a:cubicBezTo>
                    <a:cubicBezTo>
                      <a:pt x="105" y="834"/>
                      <a:pt x="149" y="851"/>
                      <a:pt x="206" y="851"/>
                    </a:cubicBezTo>
                    <a:cubicBezTo>
                      <a:pt x="322" y="851"/>
                      <a:pt x="490" y="778"/>
                      <a:pt x="659" y="641"/>
                    </a:cubicBezTo>
                    <a:cubicBezTo>
                      <a:pt x="894" y="437"/>
                      <a:pt x="1035" y="171"/>
                      <a:pt x="957" y="61"/>
                    </a:cubicBezTo>
                    <a:cubicBezTo>
                      <a:pt x="931" y="20"/>
                      <a:pt x="887" y="0"/>
                      <a:pt x="8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7" name="Google Shape;8667;p34">
                <a:extLst>
                  <a:ext uri="{FF2B5EF4-FFF2-40B4-BE49-F238E27FC236}">
                    <a16:creationId xmlns:a16="http://schemas.microsoft.com/office/drawing/2014/main" id="{1762BFFC-6444-B54A-FCA1-42237CD73DB5}"/>
                  </a:ext>
                </a:extLst>
              </p:cNvPr>
              <p:cNvSpPr/>
              <p:nvPr/>
            </p:nvSpPr>
            <p:spPr>
              <a:xfrm>
                <a:off x="3733103" y="4311290"/>
                <a:ext cx="22311" cy="12522"/>
              </a:xfrm>
              <a:custGeom>
                <a:avLst/>
                <a:gdLst/>
                <a:ahLst/>
                <a:cxnLst/>
                <a:rect l="l" t="t" r="r" b="b"/>
                <a:pathLst>
                  <a:path w="1192" h="669" extrusionOk="0">
                    <a:moveTo>
                      <a:pt x="275" y="1"/>
                    </a:moveTo>
                    <a:cubicBezTo>
                      <a:pt x="183" y="1"/>
                      <a:pt x="113" y="26"/>
                      <a:pt x="79" y="80"/>
                    </a:cubicBezTo>
                    <a:cubicBezTo>
                      <a:pt x="1" y="189"/>
                      <a:pt x="173" y="409"/>
                      <a:pt x="455" y="550"/>
                    </a:cubicBezTo>
                    <a:cubicBezTo>
                      <a:pt x="614" y="629"/>
                      <a:pt x="778" y="669"/>
                      <a:pt x="904" y="669"/>
                    </a:cubicBezTo>
                    <a:cubicBezTo>
                      <a:pt x="1003" y="669"/>
                      <a:pt x="1079" y="645"/>
                      <a:pt x="1114" y="597"/>
                    </a:cubicBezTo>
                    <a:cubicBezTo>
                      <a:pt x="1192" y="471"/>
                      <a:pt x="1019" y="268"/>
                      <a:pt x="722" y="127"/>
                    </a:cubicBezTo>
                    <a:cubicBezTo>
                      <a:pt x="560" y="46"/>
                      <a:pt x="399" y="1"/>
                      <a:pt x="2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8" name="Google Shape;8668;p34">
                <a:extLst>
                  <a:ext uri="{FF2B5EF4-FFF2-40B4-BE49-F238E27FC236}">
                    <a16:creationId xmlns:a16="http://schemas.microsoft.com/office/drawing/2014/main" id="{98B6F2B4-BF09-488B-50E9-2E79F51DE9ED}"/>
                  </a:ext>
                </a:extLst>
              </p:cNvPr>
              <p:cNvSpPr/>
              <p:nvPr/>
            </p:nvSpPr>
            <p:spPr>
              <a:xfrm>
                <a:off x="3723725" y="4324654"/>
                <a:ext cx="20252" cy="14974"/>
              </a:xfrm>
              <a:custGeom>
                <a:avLst/>
                <a:gdLst/>
                <a:ahLst/>
                <a:cxnLst/>
                <a:rect l="l" t="t" r="r" b="b"/>
                <a:pathLst>
                  <a:path w="1082" h="800" extrusionOk="0">
                    <a:moveTo>
                      <a:pt x="872" y="1"/>
                    </a:moveTo>
                    <a:cubicBezTo>
                      <a:pt x="756" y="1"/>
                      <a:pt x="589" y="63"/>
                      <a:pt x="423" y="181"/>
                    </a:cubicBezTo>
                    <a:cubicBezTo>
                      <a:pt x="172" y="353"/>
                      <a:pt x="0" y="604"/>
                      <a:pt x="78" y="729"/>
                    </a:cubicBezTo>
                    <a:cubicBezTo>
                      <a:pt x="102" y="776"/>
                      <a:pt x="152" y="799"/>
                      <a:pt x="220" y="799"/>
                    </a:cubicBezTo>
                    <a:cubicBezTo>
                      <a:pt x="332" y="799"/>
                      <a:pt x="492" y="737"/>
                      <a:pt x="658" y="619"/>
                    </a:cubicBezTo>
                    <a:cubicBezTo>
                      <a:pt x="925" y="447"/>
                      <a:pt x="1082" y="196"/>
                      <a:pt x="1019" y="71"/>
                    </a:cubicBezTo>
                    <a:cubicBezTo>
                      <a:pt x="995" y="24"/>
                      <a:pt x="943" y="1"/>
                      <a:pt x="8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34">
                <a:extLst>
                  <a:ext uri="{FF2B5EF4-FFF2-40B4-BE49-F238E27FC236}">
                    <a16:creationId xmlns:a16="http://schemas.microsoft.com/office/drawing/2014/main" id="{73DF1C00-7D01-7439-94C4-99C2B92DB51F}"/>
                  </a:ext>
                </a:extLst>
              </p:cNvPr>
              <p:cNvSpPr/>
              <p:nvPr/>
            </p:nvSpPr>
            <p:spPr>
              <a:xfrm>
                <a:off x="3763912" y="4314004"/>
                <a:ext cx="21731" cy="13682"/>
              </a:xfrm>
              <a:custGeom>
                <a:avLst/>
                <a:gdLst/>
                <a:ahLst/>
                <a:cxnLst/>
                <a:rect l="l" t="t" r="r" b="b"/>
                <a:pathLst>
                  <a:path w="1161" h="731" extrusionOk="0">
                    <a:moveTo>
                      <a:pt x="255" y="1"/>
                    </a:moveTo>
                    <a:cubicBezTo>
                      <a:pt x="180" y="1"/>
                      <a:pt x="123" y="20"/>
                      <a:pt x="94" y="60"/>
                    </a:cubicBezTo>
                    <a:cubicBezTo>
                      <a:pt x="0" y="170"/>
                      <a:pt x="157" y="405"/>
                      <a:pt x="439" y="562"/>
                    </a:cubicBezTo>
                    <a:cubicBezTo>
                      <a:pt x="609" y="671"/>
                      <a:pt x="785" y="730"/>
                      <a:pt x="915" y="730"/>
                    </a:cubicBezTo>
                    <a:cubicBezTo>
                      <a:pt x="989" y="730"/>
                      <a:pt x="1048" y="711"/>
                      <a:pt x="1082" y="671"/>
                    </a:cubicBezTo>
                    <a:cubicBezTo>
                      <a:pt x="1160" y="562"/>
                      <a:pt x="1004" y="342"/>
                      <a:pt x="737" y="170"/>
                    </a:cubicBezTo>
                    <a:cubicBezTo>
                      <a:pt x="567" y="60"/>
                      <a:pt x="385" y="1"/>
                      <a:pt x="2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0" name="Google Shape;8670;p34">
                <a:extLst>
                  <a:ext uri="{FF2B5EF4-FFF2-40B4-BE49-F238E27FC236}">
                    <a16:creationId xmlns:a16="http://schemas.microsoft.com/office/drawing/2014/main" id="{B6546194-AE3A-E6AC-B4D0-B94971AE2344}"/>
                  </a:ext>
                </a:extLst>
              </p:cNvPr>
              <p:cNvSpPr/>
              <p:nvPr/>
            </p:nvSpPr>
            <p:spPr>
              <a:xfrm>
                <a:off x="3753055" y="4327742"/>
                <a:ext cx="20851" cy="13776"/>
              </a:xfrm>
              <a:custGeom>
                <a:avLst/>
                <a:gdLst/>
                <a:ahLst/>
                <a:cxnLst/>
                <a:rect l="l" t="t" r="r" b="b"/>
                <a:pathLst>
                  <a:path w="1114" h="736" extrusionOk="0">
                    <a:moveTo>
                      <a:pt x="892" y="1"/>
                    </a:moveTo>
                    <a:cubicBezTo>
                      <a:pt x="778" y="1"/>
                      <a:pt x="619" y="50"/>
                      <a:pt x="455" y="141"/>
                    </a:cubicBezTo>
                    <a:cubicBezTo>
                      <a:pt x="173" y="298"/>
                      <a:pt x="0" y="517"/>
                      <a:pt x="48" y="658"/>
                    </a:cubicBezTo>
                    <a:cubicBezTo>
                      <a:pt x="67" y="711"/>
                      <a:pt x="128" y="736"/>
                      <a:pt x="211" y="736"/>
                    </a:cubicBezTo>
                    <a:cubicBezTo>
                      <a:pt x="327" y="736"/>
                      <a:pt x="488" y="687"/>
                      <a:pt x="643" y="596"/>
                    </a:cubicBezTo>
                    <a:cubicBezTo>
                      <a:pt x="925" y="439"/>
                      <a:pt x="1113" y="204"/>
                      <a:pt x="1051" y="78"/>
                    </a:cubicBezTo>
                    <a:cubicBezTo>
                      <a:pt x="1031" y="26"/>
                      <a:pt x="973" y="1"/>
                      <a:pt x="8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1" name="Google Shape;8671;p34">
                <a:extLst>
                  <a:ext uri="{FF2B5EF4-FFF2-40B4-BE49-F238E27FC236}">
                    <a16:creationId xmlns:a16="http://schemas.microsoft.com/office/drawing/2014/main" id="{033CC05D-9DFC-69CC-A640-92C713BD2FAB}"/>
                  </a:ext>
                </a:extLst>
              </p:cNvPr>
              <p:cNvSpPr/>
              <p:nvPr/>
            </p:nvSpPr>
            <p:spPr>
              <a:xfrm>
                <a:off x="3796181" y="4320779"/>
                <a:ext cx="20851" cy="14656"/>
              </a:xfrm>
              <a:custGeom>
                <a:avLst/>
                <a:gdLst/>
                <a:ahLst/>
                <a:cxnLst/>
                <a:rect l="l" t="t" r="r" b="b"/>
                <a:pathLst>
                  <a:path w="1114" h="783" extrusionOk="0">
                    <a:moveTo>
                      <a:pt x="227" y="0"/>
                    </a:moveTo>
                    <a:cubicBezTo>
                      <a:pt x="169" y="0"/>
                      <a:pt x="123" y="14"/>
                      <a:pt x="95" y="43"/>
                    </a:cubicBezTo>
                    <a:cubicBezTo>
                      <a:pt x="1" y="152"/>
                      <a:pt x="142" y="388"/>
                      <a:pt x="392" y="576"/>
                    </a:cubicBezTo>
                    <a:cubicBezTo>
                      <a:pt x="565" y="705"/>
                      <a:pt x="752" y="783"/>
                      <a:pt x="883" y="783"/>
                    </a:cubicBezTo>
                    <a:cubicBezTo>
                      <a:pt x="942" y="783"/>
                      <a:pt x="990" y="767"/>
                      <a:pt x="1019" y="732"/>
                    </a:cubicBezTo>
                    <a:cubicBezTo>
                      <a:pt x="1113" y="638"/>
                      <a:pt x="988" y="403"/>
                      <a:pt x="737" y="215"/>
                    </a:cubicBezTo>
                    <a:cubicBezTo>
                      <a:pt x="552" y="73"/>
                      <a:pt x="359" y="0"/>
                      <a:pt x="2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34">
                <a:extLst>
                  <a:ext uri="{FF2B5EF4-FFF2-40B4-BE49-F238E27FC236}">
                    <a16:creationId xmlns:a16="http://schemas.microsoft.com/office/drawing/2014/main" id="{666003AD-DC35-9CDD-3539-881AE0428B38}"/>
                  </a:ext>
                </a:extLst>
              </p:cNvPr>
              <p:cNvSpPr/>
              <p:nvPr/>
            </p:nvSpPr>
            <p:spPr>
              <a:xfrm>
                <a:off x="3783265" y="4334368"/>
                <a:ext cx="21450" cy="12709"/>
              </a:xfrm>
              <a:custGeom>
                <a:avLst/>
                <a:gdLst/>
                <a:ahLst/>
                <a:cxnLst/>
                <a:rect l="l" t="t" r="r" b="b"/>
                <a:pathLst>
                  <a:path w="1146" h="679" extrusionOk="0">
                    <a:moveTo>
                      <a:pt x="885" y="0"/>
                    </a:moveTo>
                    <a:cubicBezTo>
                      <a:pt x="776" y="0"/>
                      <a:pt x="639" y="32"/>
                      <a:pt x="503" y="100"/>
                    </a:cubicBezTo>
                    <a:cubicBezTo>
                      <a:pt x="205" y="226"/>
                      <a:pt x="1" y="445"/>
                      <a:pt x="48" y="571"/>
                    </a:cubicBezTo>
                    <a:cubicBezTo>
                      <a:pt x="64" y="643"/>
                      <a:pt x="147" y="679"/>
                      <a:pt x="262" y="679"/>
                    </a:cubicBezTo>
                    <a:cubicBezTo>
                      <a:pt x="370" y="679"/>
                      <a:pt x="507" y="647"/>
                      <a:pt x="644" y="586"/>
                    </a:cubicBezTo>
                    <a:cubicBezTo>
                      <a:pt x="941" y="445"/>
                      <a:pt x="1145" y="242"/>
                      <a:pt x="1098" y="100"/>
                    </a:cubicBezTo>
                    <a:cubicBezTo>
                      <a:pt x="1082" y="36"/>
                      <a:pt x="999" y="0"/>
                      <a:pt x="8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34">
                <a:extLst>
                  <a:ext uri="{FF2B5EF4-FFF2-40B4-BE49-F238E27FC236}">
                    <a16:creationId xmlns:a16="http://schemas.microsoft.com/office/drawing/2014/main" id="{E9D6E9E6-30F8-FE89-22AD-0C8B35CCF3BD}"/>
                  </a:ext>
                </a:extLst>
              </p:cNvPr>
              <p:cNvSpPr/>
              <p:nvPr/>
            </p:nvSpPr>
            <p:spPr>
              <a:xfrm>
                <a:off x="3685878" y="4661794"/>
                <a:ext cx="20252" cy="15479"/>
              </a:xfrm>
              <a:custGeom>
                <a:avLst/>
                <a:gdLst/>
                <a:ahLst/>
                <a:cxnLst/>
                <a:rect l="l" t="t" r="r" b="b"/>
                <a:pathLst>
                  <a:path w="1082" h="827" extrusionOk="0">
                    <a:moveTo>
                      <a:pt x="220" y="1"/>
                    </a:moveTo>
                    <a:cubicBezTo>
                      <a:pt x="173" y="1"/>
                      <a:pt x="135" y="12"/>
                      <a:pt x="110" y="37"/>
                    </a:cubicBezTo>
                    <a:cubicBezTo>
                      <a:pt x="0" y="147"/>
                      <a:pt x="125" y="382"/>
                      <a:pt x="361" y="586"/>
                    </a:cubicBezTo>
                    <a:cubicBezTo>
                      <a:pt x="533" y="736"/>
                      <a:pt x="732" y="826"/>
                      <a:pt x="868" y="826"/>
                    </a:cubicBezTo>
                    <a:cubicBezTo>
                      <a:pt x="917" y="826"/>
                      <a:pt x="959" y="815"/>
                      <a:pt x="988" y="790"/>
                    </a:cubicBezTo>
                    <a:cubicBezTo>
                      <a:pt x="1082" y="696"/>
                      <a:pt x="972" y="445"/>
                      <a:pt x="737" y="241"/>
                    </a:cubicBezTo>
                    <a:cubicBezTo>
                      <a:pt x="552" y="91"/>
                      <a:pt x="351" y="1"/>
                      <a:pt x="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34">
                <a:extLst>
                  <a:ext uri="{FF2B5EF4-FFF2-40B4-BE49-F238E27FC236}">
                    <a16:creationId xmlns:a16="http://schemas.microsoft.com/office/drawing/2014/main" id="{AB19D9A3-85F3-1B7E-0E11-87FE7D2DBC15}"/>
                  </a:ext>
                </a:extLst>
              </p:cNvPr>
              <p:cNvSpPr/>
              <p:nvPr/>
            </p:nvSpPr>
            <p:spPr>
              <a:xfrm>
                <a:off x="3699074" y="4651723"/>
                <a:ext cx="21731" cy="11867"/>
              </a:xfrm>
              <a:custGeom>
                <a:avLst/>
                <a:gdLst/>
                <a:ahLst/>
                <a:cxnLst/>
                <a:rect l="l" t="t" r="r" b="b"/>
                <a:pathLst>
                  <a:path w="1161" h="634" extrusionOk="0">
                    <a:moveTo>
                      <a:pt x="889" y="0"/>
                    </a:moveTo>
                    <a:cubicBezTo>
                      <a:pt x="783" y="0"/>
                      <a:pt x="652" y="24"/>
                      <a:pt x="518" y="74"/>
                    </a:cubicBezTo>
                    <a:cubicBezTo>
                      <a:pt x="220" y="183"/>
                      <a:pt x="0" y="387"/>
                      <a:pt x="32" y="528"/>
                    </a:cubicBezTo>
                    <a:cubicBezTo>
                      <a:pt x="49" y="597"/>
                      <a:pt x="137" y="633"/>
                      <a:pt x="263" y="633"/>
                    </a:cubicBezTo>
                    <a:cubicBezTo>
                      <a:pt x="366" y="633"/>
                      <a:pt x="493" y="609"/>
                      <a:pt x="627" y="560"/>
                    </a:cubicBezTo>
                    <a:cubicBezTo>
                      <a:pt x="941" y="450"/>
                      <a:pt x="1160" y="246"/>
                      <a:pt x="1129" y="105"/>
                    </a:cubicBezTo>
                    <a:cubicBezTo>
                      <a:pt x="1112" y="36"/>
                      <a:pt x="1019" y="0"/>
                      <a:pt x="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34">
                <a:extLst>
                  <a:ext uri="{FF2B5EF4-FFF2-40B4-BE49-F238E27FC236}">
                    <a16:creationId xmlns:a16="http://schemas.microsoft.com/office/drawing/2014/main" id="{099D44D6-C7C6-EB27-D2F4-DA58C52D6C8B}"/>
                  </a:ext>
                </a:extLst>
              </p:cNvPr>
              <p:cNvSpPr/>
              <p:nvPr/>
            </p:nvSpPr>
            <p:spPr>
              <a:xfrm>
                <a:off x="3658008" y="4653988"/>
                <a:ext cx="20252" cy="15367"/>
              </a:xfrm>
              <a:custGeom>
                <a:avLst/>
                <a:gdLst/>
                <a:ahLst/>
                <a:cxnLst/>
                <a:rect l="l" t="t" r="r" b="b"/>
                <a:pathLst>
                  <a:path w="1082" h="821" extrusionOk="0">
                    <a:moveTo>
                      <a:pt x="224" y="0"/>
                    </a:moveTo>
                    <a:cubicBezTo>
                      <a:pt x="170" y="0"/>
                      <a:pt x="126" y="15"/>
                      <a:pt x="94" y="47"/>
                    </a:cubicBezTo>
                    <a:cubicBezTo>
                      <a:pt x="0" y="141"/>
                      <a:pt x="110" y="376"/>
                      <a:pt x="345" y="580"/>
                    </a:cubicBezTo>
                    <a:cubicBezTo>
                      <a:pt x="529" y="730"/>
                      <a:pt x="731" y="820"/>
                      <a:pt x="862" y="820"/>
                    </a:cubicBezTo>
                    <a:cubicBezTo>
                      <a:pt x="909" y="820"/>
                      <a:pt x="947" y="808"/>
                      <a:pt x="972" y="783"/>
                    </a:cubicBezTo>
                    <a:cubicBezTo>
                      <a:pt x="1082" y="689"/>
                      <a:pt x="956" y="439"/>
                      <a:pt x="721" y="235"/>
                    </a:cubicBezTo>
                    <a:cubicBezTo>
                      <a:pt x="543" y="90"/>
                      <a:pt x="356" y="0"/>
                      <a:pt x="2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6" name="Google Shape;8676;p34">
                <a:extLst>
                  <a:ext uri="{FF2B5EF4-FFF2-40B4-BE49-F238E27FC236}">
                    <a16:creationId xmlns:a16="http://schemas.microsoft.com/office/drawing/2014/main" id="{1084EC32-9E96-C16F-E93A-4BFABBFC89ED}"/>
                  </a:ext>
                </a:extLst>
              </p:cNvPr>
              <p:cNvSpPr/>
              <p:nvPr/>
            </p:nvSpPr>
            <p:spPr>
              <a:xfrm>
                <a:off x="3670904" y="4643806"/>
                <a:ext cx="21731" cy="11979"/>
              </a:xfrm>
              <a:custGeom>
                <a:avLst/>
                <a:gdLst/>
                <a:ahLst/>
                <a:cxnLst/>
                <a:rect l="l" t="t" r="r" b="b"/>
                <a:pathLst>
                  <a:path w="1161" h="640" extrusionOk="0">
                    <a:moveTo>
                      <a:pt x="896" y="0"/>
                    </a:moveTo>
                    <a:cubicBezTo>
                      <a:pt x="791" y="0"/>
                      <a:pt x="659" y="24"/>
                      <a:pt x="518" y="74"/>
                    </a:cubicBezTo>
                    <a:cubicBezTo>
                      <a:pt x="220" y="183"/>
                      <a:pt x="1" y="387"/>
                      <a:pt x="32" y="528"/>
                    </a:cubicBezTo>
                    <a:cubicBezTo>
                      <a:pt x="50" y="599"/>
                      <a:pt x="141" y="639"/>
                      <a:pt x="271" y="639"/>
                    </a:cubicBezTo>
                    <a:cubicBezTo>
                      <a:pt x="373" y="639"/>
                      <a:pt x="497" y="614"/>
                      <a:pt x="628" y="559"/>
                    </a:cubicBezTo>
                    <a:cubicBezTo>
                      <a:pt x="941" y="450"/>
                      <a:pt x="1161" y="246"/>
                      <a:pt x="1129" y="105"/>
                    </a:cubicBezTo>
                    <a:cubicBezTo>
                      <a:pt x="1112" y="36"/>
                      <a:pt x="1024" y="0"/>
                      <a:pt x="8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7" name="Google Shape;8677;p34">
                <a:extLst>
                  <a:ext uri="{FF2B5EF4-FFF2-40B4-BE49-F238E27FC236}">
                    <a16:creationId xmlns:a16="http://schemas.microsoft.com/office/drawing/2014/main" id="{76CA5620-4B9D-8138-E038-FA04EAC9BCDA}"/>
                  </a:ext>
                </a:extLst>
              </p:cNvPr>
              <p:cNvSpPr/>
              <p:nvPr/>
            </p:nvSpPr>
            <p:spPr>
              <a:xfrm>
                <a:off x="3631878" y="4642945"/>
                <a:ext cx="19092" cy="16509"/>
              </a:xfrm>
              <a:custGeom>
                <a:avLst/>
                <a:gdLst/>
                <a:ahLst/>
                <a:cxnLst/>
                <a:rect l="l" t="t" r="r" b="b"/>
                <a:pathLst>
                  <a:path w="1020" h="882" extrusionOk="0">
                    <a:moveTo>
                      <a:pt x="202" y="0"/>
                    </a:moveTo>
                    <a:cubicBezTo>
                      <a:pt x="165" y="0"/>
                      <a:pt x="134" y="9"/>
                      <a:pt x="111" y="26"/>
                    </a:cubicBezTo>
                    <a:cubicBezTo>
                      <a:pt x="1" y="120"/>
                      <a:pt x="79" y="370"/>
                      <a:pt x="299" y="590"/>
                    </a:cubicBezTo>
                    <a:cubicBezTo>
                      <a:pt x="471" y="774"/>
                      <a:pt x="681" y="881"/>
                      <a:pt x="817" y="881"/>
                    </a:cubicBezTo>
                    <a:cubicBezTo>
                      <a:pt x="855" y="881"/>
                      <a:pt x="886" y="873"/>
                      <a:pt x="910" y="856"/>
                    </a:cubicBezTo>
                    <a:cubicBezTo>
                      <a:pt x="1020" y="762"/>
                      <a:pt x="926" y="511"/>
                      <a:pt x="706" y="292"/>
                    </a:cubicBezTo>
                    <a:cubicBezTo>
                      <a:pt x="534" y="108"/>
                      <a:pt x="333" y="0"/>
                      <a:pt x="2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34">
                <a:extLst>
                  <a:ext uri="{FF2B5EF4-FFF2-40B4-BE49-F238E27FC236}">
                    <a16:creationId xmlns:a16="http://schemas.microsoft.com/office/drawing/2014/main" id="{B754FB65-5020-631F-1C2C-CEDDE425EC44}"/>
                  </a:ext>
                </a:extLst>
              </p:cNvPr>
              <p:cNvSpPr/>
              <p:nvPr/>
            </p:nvSpPr>
            <p:spPr>
              <a:xfrm>
                <a:off x="3645093" y="4635140"/>
                <a:ext cx="22012" cy="10968"/>
              </a:xfrm>
              <a:custGeom>
                <a:avLst/>
                <a:gdLst/>
                <a:ahLst/>
                <a:cxnLst/>
                <a:rect l="l" t="t" r="r" b="b"/>
                <a:pathLst>
                  <a:path w="1176" h="586" extrusionOk="0">
                    <a:moveTo>
                      <a:pt x="870" y="1"/>
                    </a:moveTo>
                    <a:cubicBezTo>
                      <a:pt x="778" y="1"/>
                      <a:pt x="673" y="17"/>
                      <a:pt x="565" y="51"/>
                    </a:cubicBezTo>
                    <a:cubicBezTo>
                      <a:pt x="251" y="129"/>
                      <a:pt x="0" y="301"/>
                      <a:pt x="32" y="443"/>
                    </a:cubicBezTo>
                    <a:cubicBezTo>
                      <a:pt x="42" y="534"/>
                      <a:pt x="157" y="585"/>
                      <a:pt x="321" y="585"/>
                    </a:cubicBezTo>
                    <a:cubicBezTo>
                      <a:pt x="411" y="585"/>
                      <a:pt x="516" y="570"/>
                      <a:pt x="627" y="537"/>
                    </a:cubicBezTo>
                    <a:cubicBezTo>
                      <a:pt x="925" y="458"/>
                      <a:pt x="1176" y="270"/>
                      <a:pt x="1160" y="129"/>
                    </a:cubicBezTo>
                    <a:cubicBezTo>
                      <a:pt x="1150" y="49"/>
                      <a:pt x="1032" y="1"/>
                      <a:pt x="8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34">
                <a:extLst>
                  <a:ext uri="{FF2B5EF4-FFF2-40B4-BE49-F238E27FC236}">
                    <a16:creationId xmlns:a16="http://schemas.microsoft.com/office/drawing/2014/main" id="{E94F349B-C641-47DB-B1E6-C43A1236381F}"/>
                  </a:ext>
                </a:extLst>
              </p:cNvPr>
              <p:cNvSpPr/>
              <p:nvPr/>
            </p:nvSpPr>
            <p:spPr>
              <a:xfrm>
                <a:off x="3604607" y="4629319"/>
                <a:ext cx="17913" cy="17463"/>
              </a:xfrm>
              <a:custGeom>
                <a:avLst/>
                <a:gdLst/>
                <a:ahLst/>
                <a:cxnLst/>
                <a:rect l="l" t="t" r="r" b="b"/>
                <a:pathLst>
                  <a:path w="957" h="933" extrusionOk="0">
                    <a:moveTo>
                      <a:pt x="194" y="1"/>
                    </a:moveTo>
                    <a:cubicBezTo>
                      <a:pt x="167" y="1"/>
                      <a:pt x="145" y="6"/>
                      <a:pt x="126" y="17"/>
                    </a:cubicBezTo>
                    <a:cubicBezTo>
                      <a:pt x="0" y="95"/>
                      <a:pt x="63" y="362"/>
                      <a:pt x="267" y="612"/>
                    </a:cubicBezTo>
                    <a:cubicBezTo>
                      <a:pt x="432" y="803"/>
                      <a:pt x="628" y="932"/>
                      <a:pt x="763" y="932"/>
                    </a:cubicBezTo>
                    <a:cubicBezTo>
                      <a:pt x="795" y="932"/>
                      <a:pt x="823" y="925"/>
                      <a:pt x="847" y="910"/>
                    </a:cubicBezTo>
                    <a:cubicBezTo>
                      <a:pt x="956" y="832"/>
                      <a:pt x="894" y="581"/>
                      <a:pt x="690" y="330"/>
                    </a:cubicBezTo>
                    <a:cubicBezTo>
                      <a:pt x="521" y="123"/>
                      <a:pt x="320"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34">
                <a:extLst>
                  <a:ext uri="{FF2B5EF4-FFF2-40B4-BE49-F238E27FC236}">
                    <a16:creationId xmlns:a16="http://schemas.microsoft.com/office/drawing/2014/main" id="{BADF4B43-FE10-CA92-B44F-C0786DE0A9AE}"/>
                  </a:ext>
                </a:extLst>
              </p:cNvPr>
              <p:cNvSpPr/>
              <p:nvPr/>
            </p:nvSpPr>
            <p:spPr>
              <a:xfrm>
                <a:off x="3618383" y="4623591"/>
                <a:ext cx="21731" cy="10313"/>
              </a:xfrm>
              <a:custGeom>
                <a:avLst/>
                <a:gdLst/>
                <a:ahLst/>
                <a:cxnLst/>
                <a:rect l="l" t="t" r="r" b="b"/>
                <a:pathLst>
                  <a:path w="1161" h="551" extrusionOk="0">
                    <a:moveTo>
                      <a:pt x="799" y="1"/>
                    </a:moveTo>
                    <a:cubicBezTo>
                      <a:pt x="727" y="1"/>
                      <a:pt x="648" y="9"/>
                      <a:pt x="565" y="25"/>
                    </a:cubicBezTo>
                    <a:cubicBezTo>
                      <a:pt x="252" y="88"/>
                      <a:pt x="1" y="244"/>
                      <a:pt x="1" y="386"/>
                    </a:cubicBezTo>
                    <a:cubicBezTo>
                      <a:pt x="13" y="489"/>
                      <a:pt x="152" y="551"/>
                      <a:pt x="350" y="551"/>
                    </a:cubicBezTo>
                    <a:cubicBezTo>
                      <a:pt x="420" y="551"/>
                      <a:pt x="498" y="543"/>
                      <a:pt x="581" y="527"/>
                    </a:cubicBezTo>
                    <a:cubicBezTo>
                      <a:pt x="910" y="464"/>
                      <a:pt x="1161" y="307"/>
                      <a:pt x="1145" y="166"/>
                    </a:cubicBezTo>
                    <a:cubicBezTo>
                      <a:pt x="1145" y="62"/>
                      <a:pt x="1000" y="1"/>
                      <a:pt x="7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34">
                <a:extLst>
                  <a:ext uri="{FF2B5EF4-FFF2-40B4-BE49-F238E27FC236}">
                    <a16:creationId xmlns:a16="http://schemas.microsoft.com/office/drawing/2014/main" id="{C7A5E9A8-5D57-2046-220F-C5B5055A255F}"/>
                  </a:ext>
                </a:extLst>
              </p:cNvPr>
              <p:cNvSpPr/>
              <p:nvPr/>
            </p:nvSpPr>
            <p:spPr>
              <a:xfrm>
                <a:off x="3577897" y="4611762"/>
                <a:ext cx="16453" cy="18437"/>
              </a:xfrm>
              <a:custGeom>
                <a:avLst/>
                <a:gdLst/>
                <a:ahLst/>
                <a:cxnLst/>
                <a:rect l="l" t="t" r="r" b="b"/>
                <a:pathLst>
                  <a:path w="879" h="985" extrusionOk="0">
                    <a:moveTo>
                      <a:pt x="184" y="1"/>
                    </a:moveTo>
                    <a:cubicBezTo>
                      <a:pt x="162" y="1"/>
                      <a:pt x="143" y="5"/>
                      <a:pt x="126" y="14"/>
                    </a:cubicBezTo>
                    <a:cubicBezTo>
                      <a:pt x="1" y="77"/>
                      <a:pt x="32" y="344"/>
                      <a:pt x="205" y="610"/>
                    </a:cubicBezTo>
                    <a:cubicBezTo>
                      <a:pt x="365" y="837"/>
                      <a:pt x="559" y="984"/>
                      <a:pt x="691" y="984"/>
                    </a:cubicBezTo>
                    <a:cubicBezTo>
                      <a:pt x="714" y="984"/>
                      <a:pt x="735" y="980"/>
                      <a:pt x="753" y="970"/>
                    </a:cubicBezTo>
                    <a:cubicBezTo>
                      <a:pt x="879" y="908"/>
                      <a:pt x="832" y="626"/>
                      <a:pt x="659" y="375"/>
                    </a:cubicBezTo>
                    <a:cubicBezTo>
                      <a:pt x="512" y="148"/>
                      <a:pt x="309" y="1"/>
                      <a:pt x="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34">
                <a:extLst>
                  <a:ext uri="{FF2B5EF4-FFF2-40B4-BE49-F238E27FC236}">
                    <a16:creationId xmlns:a16="http://schemas.microsoft.com/office/drawing/2014/main" id="{F33A42C3-5421-198E-EB5C-41CB5A8E901F}"/>
                  </a:ext>
                </a:extLst>
              </p:cNvPr>
              <p:cNvSpPr/>
              <p:nvPr/>
            </p:nvSpPr>
            <p:spPr>
              <a:xfrm>
                <a:off x="3591430" y="4608374"/>
                <a:ext cx="21993" cy="9640"/>
              </a:xfrm>
              <a:custGeom>
                <a:avLst/>
                <a:gdLst/>
                <a:ahLst/>
                <a:cxnLst/>
                <a:rect l="l" t="t" r="r" b="b"/>
                <a:pathLst>
                  <a:path w="1175" h="515" extrusionOk="0">
                    <a:moveTo>
                      <a:pt x="735" y="0"/>
                    </a:moveTo>
                    <a:cubicBezTo>
                      <a:pt x="690" y="0"/>
                      <a:pt x="643" y="3"/>
                      <a:pt x="595" y="7"/>
                    </a:cubicBezTo>
                    <a:cubicBezTo>
                      <a:pt x="281" y="39"/>
                      <a:pt x="15" y="164"/>
                      <a:pt x="15" y="305"/>
                    </a:cubicBezTo>
                    <a:cubicBezTo>
                      <a:pt x="1" y="428"/>
                      <a:pt x="189" y="515"/>
                      <a:pt x="455" y="515"/>
                    </a:cubicBezTo>
                    <a:cubicBezTo>
                      <a:pt x="494" y="515"/>
                      <a:pt x="536" y="513"/>
                      <a:pt x="579" y="509"/>
                    </a:cubicBezTo>
                    <a:cubicBezTo>
                      <a:pt x="892" y="477"/>
                      <a:pt x="1159" y="336"/>
                      <a:pt x="1175" y="195"/>
                    </a:cubicBezTo>
                    <a:cubicBezTo>
                      <a:pt x="1175" y="75"/>
                      <a:pt x="992" y="0"/>
                      <a:pt x="7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34">
                <a:extLst>
                  <a:ext uri="{FF2B5EF4-FFF2-40B4-BE49-F238E27FC236}">
                    <a16:creationId xmlns:a16="http://schemas.microsoft.com/office/drawing/2014/main" id="{0DC8AF63-5A42-F409-F180-17156F2D246D}"/>
                  </a:ext>
                </a:extLst>
              </p:cNvPr>
              <p:cNvSpPr/>
              <p:nvPr/>
            </p:nvSpPr>
            <p:spPr>
              <a:xfrm>
                <a:off x="3552965" y="4595927"/>
                <a:ext cx="16453" cy="18418"/>
              </a:xfrm>
              <a:custGeom>
                <a:avLst/>
                <a:gdLst/>
                <a:ahLst/>
                <a:cxnLst/>
                <a:rect l="l" t="t" r="r" b="b"/>
                <a:pathLst>
                  <a:path w="879" h="984" extrusionOk="0">
                    <a:moveTo>
                      <a:pt x="174" y="0"/>
                    </a:moveTo>
                    <a:cubicBezTo>
                      <a:pt x="150" y="0"/>
                      <a:pt x="129" y="5"/>
                      <a:pt x="110" y="14"/>
                    </a:cubicBezTo>
                    <a:cubicBezTo>
                      <a:pt x="1" y="77"/>
                      <a:pt x="32" y="343"/>
                      <a:pt x="204" y="610"/>
                    </a:cubicBezTo>
                    <a:cubicBezTo>
                      <a:pt x="365" y="836"/>
                      <a:pt x="559" y="984"/>
                      <a:pt x="690" y="984"/>
                    </a:cubicBezTo>
                    <a:cubicBezTo>
                      <a:pt x="713" y="984"/>
                      <a:pt x="734" y="979"/>
                      <a:pt x="753" y="970"/>
                    </a:cubicBezTo>
                    <a:cubicBezTo>
                      <a:pt x="878" y="907"/>
                      <a:pt x="831" y="641"/>
                      <a:pt x="659" y="374"/>
                    </a:cubicBezTo>
                    <a:cubicBezTo>
                      <a:pt x="512" y="148"/>
                      <a:pt x="308"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34">
                <a:extLst>
                  <a:ext uri="{FF2B5EF4-FFF2-40B4-BE49-F238E27FC236}">
                    <a16:creationId xmlns:a16="http://schemas.microsoft.com/office/drawing/2014/main" id="{86785EA4-2B72-D7C9-60F3-71309AC1B332}"/>
                  </a:ext>
                </a:extLst>
              </p:cNvPr>
              <p:cNvSpPr/>
              <p:nvPr/>
            </p:nvSpPr>
            <p:spPr>
              <a:xfrm>
                <a:off x="3558244" y="4593213"/>
                <a:ext cx="21993" cy="9771"/>
              </a:xfrm>
              <a:custGeom>
                <a:avLst/>
                <a:gdLst/>
                <a:ahLst/>
                <a:cxnLst/>
                <a:rect l="l" t="t" r="r" b="b"/>
                <a:pathLst>
                  <a:path w="1175" h="522" extrusionOk="0">
                    <a:moveTo>
                      <a:pt x="675" y="0"/>
                    </a:moveTo>
                    <a:cubicBezTo>
                      <a:pt x="649" y="0"/>
                      <a:pt x="623" y="1"/>
                      <a:pt x="596" y="2"/>
                    </a:cubicBezTo>
                    <a:cubicBezTo>
                      <a:pt x="283" y="34"/>
                      <a:pt x="16" y="175"/>
                      <a:pt x="1" y="316"/>
                    </a:cubicBezTo>
                    <a:cubicBezTo>
                      <a:pt x="1" y="445"/>
                      <a:pt x="211" y="521"/>
                      <a:pt x="487" y="521"/>
                    </a:cubicBezTo>
                    <a:cubicBezTo>
                      <a:pt x="512" y="521"/>
                      <a:pt x="539" y="521"/>
                      <a:pt x="565" y="519"/>
                    </a:cubicBezTo>
                    <a:cubicBezTo>
                      <a:pt x="894" y="488"/>
                      <a:pt x="1161" y="347"/>
                      <a:pt x="1161" y="206"/>
                    </a:cubicBezTo>
                    <a:cubicBezTo>
                      <a:pt x="1175" y="77"/>
                      <a:pt x="953" y="0"/>
                      <a:pt x="6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34">
                <a:extLst>
                  <a:ext uri="{FF2B5EF4-FFF2-40B4-BE49-F238E27FC236}">
                    <a16:creationId xmlns:a16="http://schemas.microsoft.com/office/drawing/2014/main" id="{9F068FAA-CB22-ED10-BB01-3F68C6DFFC57}"/>
                  </a:ext>
                </a:extLst>
              </p:cNvPr>
              <p:cNvSpPr/>
              <p:nvPr/>
            </p:nvSpPr>
            <p:spPr>
              <a:xfrm>
                <a:off x="3825530" y="4329109"/>
                <a:ext cx="19953" cy="15760"/>
              </a:xfrm>
              <a:custGeom>
                <a:avLst/>
                <a:gdLst/>
                <a:ahLst/>
                <a:cxnLst/>
                <a:rect l="l" t="t" r="r" b="b"/>
                <a:pathLst>
                  <a:path w="1066" h="842" extrusionOk="0">
                    <a:moveTo>
                      <a:pt x="209" y="0"/>
                    </a:moveTo>
                    <a:cubicBezTo>
                      <a:pt x="162" y="0"/>
                      <a:pt x="123" y="12"/>
                      <a:pt x="94" y="37"/>
                    </a:cubicBezTo>
                    <a:cubicBezTo>
                      <a:pt x="0" y="131"/>
                      <a:pt x="110" y="381"/>
                      <a:pt x="345" y="585"/>
                    </a:cubicBezTo>
                    <a:cubicBezTo>
                      <a:pt x="519" y="747"/>
                      <a:pt x="718" y="841"/>
                      <a:pt x="854" y="841"/>
                    </a:cubicBezTo>
                    <a:cubicBezTo>
                      <a:pt x="903" y="841"/>
                      <a:pt x="943" y="829"/>
                      <a:pt x="972" y="805"/>
                    </a:cubicBezTo>
                    <a:cubicBezTo>
                      <a:pt x="1066" y="711"/>
                      <a:pt x="956" y="460"/>
                      <a:pt x="721" y="256"/>
                    </a:cubicBezTo>
                    <a:cubicBezTo>
                      <a:pt x="536" y="94"/>
                      <a:pt x="342" y="0"/>
                      <a:pt x="2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6" name="Google Shape;8686;p34">
                <a:extLst>
                  <a:ext uri="{FF2B5EF4-FFF2-40B4-BE49-F238E27FC236}">
                    <a16:creationId xmlns:a16="http://schemas.microsoft.com/office/drawing/2014/main" id="{50154B43-14FB-9E83-C0B3-2AD989E61CE0}"/>
                  </a:ext>
                </a:extLst>
              </p:cNvPr>
              <p:cNvSpPr/>
              <p:nvPr/>
            </p:nvSpPr>
            <p:spPr>
              <a:xfrm>
                <a:off x="3810855" y="4342641"/>
                <a:ext cx="21731" cy="11736"/>
              </a:xfrm>
              <a:custGeom>
                <a:avLst/>
                <a:gdLst/>
                <a:ahLst/>
                <a:cxnLst/>
                <a:rect l="l" t="t" r="r" b="b"/>
                <a:pathLst>
                  <a:path w="1161" h="627" extrusionOk="0">
                    <a:moveTo>
                      <a:pt x="868" y="0"/>
                    </a:moveTo>
                    <a:cubicBezTo>
                      <a:pt x="771" y="0"/>
                      <a:pt x="655" y="21"/>
                      <a:pt x="533" y="66"/>
                    </a:cubicBezTo>
                    <a:cubicBezTo>
                      <a:pt x="220" y="176"/>
                      <a:pt x="0" y="364"/>
                      <a:pt x="32" y="505"/>
                    </a:cubicBezTo>
                    <a:cubicBezTo>
                      <a:pt x="50" y="587"/>
                      <a:pt x="148" y="627"/>
                      <a:pt x="290" y="627"/>
                    </a:cubicBezTo>
                    <a:cubicBezTo>
                      <a:pt x="390" y="627"/>
                      <a:pt x="513" y="607"/>
                      <a:pt x="643" y="568"/>
                    </a:cubicBezTo>
                    <a:cubicBezTo>
                      <a:pt x="941" y="458"/>
                      <a:pt x="1160" y="254"/>
                      <a:pt x="1129" y="129"/>
                    </a:cubicBezTo>
                    <a:cubicBezTo>
                      <a:pt x="1110" y="45"/>
                      <a:pt x="1009"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7" name="Google Shape;8687;p34">
                <a:extLst>
                  <a:ext uri="{FF2B5EF4-FFF2-40B4-BE49-F238E27FC236}">
                    <a16:creationId xmlns:a16="http://schemas.microsoft.com/office/drawing/2014/main" id="{AB42C034-2AE2-3E0B-C749-DBC5CAC522F8}"/>
                  </a:ext>
                </a:extLst>
              </p:cNvPr>
              <p:cNvSpPr/>
              <p:nvPr/>
            </p:nvSpPr>
            <p:spPr>
              <a:xfrm>
                <a:off x="3854860" y="4341219"/>
                <a:ext cx="18792" cy="16902"/>
              </a:xfrm>
              <a:custGeom>
                <a:avLst/>
                <a:gdLst/>
                <a:ahLst/>
                <a:cxnLst/>
                <a:rect l="l" t="t" r="r" b="b"/>
                <a:pathLst>
                  <a:path w="1004" h="903" extrusionOk="0">
                    <a:moveTo>
                      <a:pt x="207" y="1"/>
                    </a:moveTo>
                    <a:cubicBezTo>
                      <a:pt x="168" y="1"/>
                      <a:pt x="135" y="11"/>
                      <a:pt x="110" y="32"/>
                    </a:cubicBezTo>
                    <a:cubicBezTo>
                      <a:pt x="0" y="111"/>
                      <a:pt x="79" y="361"/>
                      <a:pt x="298" y="597"/>
                    </a:cubicBezTo>
                    <a:cubicBezTo>
                      <a:pt x="461" y="784"/>
                      <a:pt x="664" y="902"/>
                      <a:pt x="795" y="902"/>
                    </a:cubicBezTo>
                    <a:cubicBezTo>
                      <a:pt x="828" y="902"/>
                      <a:pt x="856" y="895"/>
                      <a:pt x="878" y="879"/>
                    </a:cubicBezTo>
                    <a:cubicBezTo>
                      <a:pt x="1004" y="800"/>
                      <a:pt x="910" y="550"/>
                      <a:pt x="690" y="299"/>
                    </a:cubicBezTo>
                    <a:cubicBezTo>
                      <a:pt x="533" y="117"/>
                      <a:pt x="338" y="1"/>
                      <a:pt x="2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34">
                <a:extLst>
                  <a:ext uri="{FF2B5EF4-FFF2-40B4-BE49-F238E27FC236}">
                    <a16:creationId xmlns:a16="http://schemas.microsoft.com/office/drawing/2014/main" id="{C87208B3-E9BD-8863-35F6-C3E84B21D4EA}"/>
                  </a:ext>
                </a:extLst>
              </p:cNvPr>
              <p:cNvSpPr/>
              <p:nvPr/>
            </p:nvSpPr>
            <p:spPr>
              <a:xfrm>
                <a:off x="3838426" y="4354377"/>
                <a:ext cx="21731" cy="10557"/>
              </a:xfrm>
              <a:custGeom>
                <a:avLst/>
                <a:gdLst/>
                <a:ahLst/>
                <a:cxnLst/>
                <a:rect l="l" t="t" r="r" b="b"/>
                <a:pathLst>
                  <a:path w="1161" h="564" extrusionOk="0">
                    <a:moveTo>
                      <a:pt x="816" y="0"/>
                    </a:moveTo>
                    <a:cubicBezTo>
                      <a:pt x="735" y="0"/>
                      <a:pt x="644" y="11"/>
                      <a:pt x="549" y="35"/>
                    </a:cubicBezTo>
                    <a:cubicBezTo>
                      <a:pt x="236" y="97"/>
                      <a:pt x="1" y="270"/>
                      <a:pt x="16" y="411"/>
                    </a:cubicBezTo>
                    <a:cubicBezTo>
                      <a:pt x="27" y="511"/>
                      <a:pt x="164" y="563"/>
                      <a:pt x="355" y="563"/>
                    </a:cubicBezTo>
                    <a:cubicBezTo>
                      <a:pt x="433" y="563"/>
                      <a:pt x="521" y="555"/>
                      <a:pt x="612" y="536"/>
                    </a:cubicBezTo>
                    <a:cubicBezTo>
                      <a:pt x="910" y="458"/>
                      <a:pt x="1161" y="285"/>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34">
                <a:extLst>
                  <a:ext uri="{FF2B5EF4-FFF2-40B4-BE49-F238E27FC236}">
                    <a16:creationId xmlns:a16="http://schemas.microsoft.com/office/drawing/2014/main" id="{2ECFB165-EB30-87E8-E96F-4981F42910A8}"/>
                  </a:ext>
                </a:extLst>
              </p:cNvPr>
              <p:cNvSpPr/>
              <p:nvPr/>
            </p:nvSpPr>
            <p:spPr>
              <a:xfrm>
                <a:off x="3880971" y="4357541"/>
                <a:ext cx="13514" cy="20196"/>
              </a:xfrm>
              <a:custGeom>
                <a:avLst/>
                <a:gdLst/>
                <a:ahLst/>
                <a:cxnLst/>
                <a:rect l="l" t="t" r="r" b="b"/>
                <a:pathLst>
                  <a:path w="722" h="1079" extrusionOk="0">
                    <a:moveTo>
                      <a:pt x="193" y="0"/>
                    </a:moveTo>
                    <a:cubicBezTo>
                      <a:pt x="181" y="0"/>
                      <a:pt x="169" y="2"/>
                      <a:pt x="157" y="7"/>
                    </a:cubicBezTo>
                    <a:cubicBezTo>
                      <a:pt x="16" y="38"/>
                      <a:pt x="1" y="305"/>
                      <a:pt x="126" y="602"/>
                    </a:cubicBezTo>
                    <a:cubicBezTo>
                      <a:pt x="240" y="873"/>
                      <a:pt x="419" y="1079"/>
                      <a:pt x="544" y="1079"/>
                    </a:cubicBezTo>
                    <a:cubicBezTo>
                      <a:pt x="557" y="1079"/>
                      <a:pt x="569" y="1077"/>
                      <a:pt x="580" y="1073"/>
                    </a:cubicBezTo>
                    <a:cubicBezTo>
                      <a:pt x="722" y="1041"/>
                      <a:pt x="722" y="759"/>
                      <a:pt x="612" y="461"/>
                    </a:cubicBezTo>
                    <a:cubicBezTo>
                      <a:pt x="498" y="205"/>
                      <a:pt x="319" y="0"/>
                      <a:pt x="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34">
                <a:extLst>
                  <a:ext uri="{FF2B5EF4-FFF2-40B4-BE49-F238E27FC236}">
                    <a16:creationId xmlns:a16="http://schemas.microsoft.com/office/drawing/2014/main" id="{597B97D9-5258-598C-9A78-5F197130EBF4}"/>
                  </a:ext>
                </a:extLst>
              </p:cNvPr>
              <p:cNvSpPr/>
              <p:nvPr/>
            </p:nvSpPr>
            <p:spPr>
              <a:xfrm>
                <a:off x="3862197" y="4372271"/>
                <a:ext cx="21731" cy="10557"/>
              </a:xfrm>
              <a:custGeom>
                <a:avLst/>
                <a:gdLst/>
                <a:ahLst/>
                <a:cxnLst/>
                <a:rect l="l" t="t" r="r" b="b"/>
                <a:pathLst>
                  <a:path w="1161" h="564" extrusionOk="0">
                    <a:moveTo>
                      <a:pt x="816" y="0"/>
                    </a:moveTo>
                    <a:cubicBezTo>
                      <a:pt x="735" y="0"/>
                      <a:pt x="644" y="11"/>
                      <a:pt x="549" y="35"/>
                    </a:cubicBezTo>
                    <a:cubicBezTo>
                      <a:pt x="235" y="97"/>
                      <a:pt x="0" y="270"/>
                      <a:pt x="16" y="411"/>
                    </a:cubicBezTo>
                    <a:cubicBezTo>
                      <a:pt x="27" y="511"/>
                      <a:pt x="164" y="564"/>
                      <a:pt x="349" y="564"/>
                    </a:cubicBezTo>
                    <a:cubicBezTo>
                      <a:pt x="425" y="564"/>
                      <a:pt x="509" y="555"/>
                      <a:pt x="596" y="536"/>
                    </a:cubicBezTo>
                    <a:cubicBezTo>
                      <a:pt x="909" y="458"/>
                      <a:pt x="1160" y="286"/>
                      <a:pt x="1145" y="144"/>
                    </a:cubicBezTo>
                    <a:cubicBezTo>
                      <a:pt x="1134" y="57"/>
                      <a:pt x="1001" y="0"/>
                      <a:pt x="8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34">
                <a:extLst>
                  <a:ext uri="{FF2B5EF4-FFF2-40B4-BE49-F238E27FC236}">
                    <a16:creationId xmlns:a16="http://schemas.microsoft.com/office/drawing/2014/main" id="{BACB7ACC-5910-5537-8DE5-8B521CCC1868}"/>
                  </a:ext>
                </a:extLst>
              </p:cNvPr>
              <p:cNvSpPr/>
              <p:nvPr/>
            </p:nvSpPr>
            <p:spPr>
              <a:xfrm>
                <a:off x="3907082" y="4380825"/>
                <a:ext cx="12335" cy="21169"/>
              </a:xfrm>
              <a:custGeom>
                <a:avLst/>
                <a:gdLst/>
                <a:ahLst/>
                <a:cxnLst/>
                <a:rect l="l" t="t" r="r" b="b"/>
                <a:pathLst>
                  <a:path w="659" h="1131" extrusionOk="0">
                    <a:moveTo>
                      <a:pt x="186" y="0"/>
                    </a:moveTo>
                    <a:cubicBezTo>
                      <a:pt x="182" y="0"/>
                      <a:pt x="177" y="0"/>
                      <a:pt x="173" y="1"/>
                    </a:cubicBezTo>
                    <a:cubicBezTo>
                      <a:pt x="48" y="32"/>
                      <a:pt x="1" y="299"/>
                      <a:pt x="79" y="597"/>
                    </a:cubicBezTo>
                    <a:cubicBezTo>
                      <a:pt x="155" y="900"/>
                      <a:pt x="319" y="1130"/>
                      <a:pt x="457" y="1130"/>
                    </a:cubicBezTo>
                    <a:cubicBezTo>
                      <a:pt x="462" y="1130"/>
                      <a:pt x="466" y="1130"/>
                      <a:pt x="471" y="1130"/>
                    </a:cubicBezTo>
                    <a:cubicBezTo>
                      <a:pt x="612" y="1098"/>
                      <a:pt x="659" y="832"/>
                      <a:pt x="565" y="534"/>
                    </a:cubicBezTo>
                    <a:cubicBezTo>
                      <a:pt x="489" y="230"/>
                      <a:pt x="325" y="0"/>
                      <a:pt x="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34">
                <a:extLst>
                  <a:ext uri="{FF2B5EF4-FFF2-40B4-BE49-F238E27FC236}">
                    <a16:creationId xmlns:a16="http://schemas.microsoft.com/office/drawing/2014/main" id="{4B0F6FDB-35D4-5635-B6E1-CC69C84C2175}"/>
                  </a:ext>
                </a:extLst>
              </p:cNvPr>
              <p:cNvSpPr/>
              <p:nvPr/>
            </p:nvSpPr>
            <p:spPr>
              <a:xfrm>
                <a:off x="3886249" y="4394508"/>
                <a:ext cx="21731" cy="9658"/>
              </a:xfrm>
              <a:custGeom>
                <a:avLst/>
                <a:gdLst/>
                <a:ahLst/>
                <a:cxnLst/>
                <a:rect l="l" t="t" r="r" b="b"/>
                <a:pathLst>
                  <a:path w="1161" h="516" extrusionOk="0">
                    <a:moveTo>
                      <a:pt x="705" y="1"/>
                    </a:moveTo>
                    <a:cubicBezTo>
                      <a:pt x="665" y="1"/>
                      <a:pt x="623" y="3"/>
                      <a:pt x="581" y="7"/>
                    </a:cubicBezTo>
                    <a:cubicBezTo>
                      <a:pt x="267" y="38"/>
                      <a:pt x="1" y="179"/>
                      <a:pt x="1" y="320"/>
                    </a:cubicBezTo>
                    <a:cubicBezTo>
                      <a:pt x="1" y="440"/>
                      <a:pt x="183" y="515"/>
                      <a:pt x="441" y="515"/>
                    </a:cubicBezTo>
                    <a:cubicBezTo>
                      <a:pt x="485" y="515"/>
                      <a:pt x="532" y="513"/>
                      <a:pt x="581" y="508"/>
                    </a:cubicBezTo>
                    <a:cubicBezTo>
                      <a:pt x="894" y="477"/>
                      <a:pt x="1145" y="336"/>
                      <a:pt x="1161" y="210"/>
                    </a:cubicBezTo>
                    <a:cubicBezTo>
                      <a:pt x="1161" y="88"/>
                      <a:pt x="971" y="1"/>
                      <a:pt x="7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34">
                <a:extLst>
                  <a:ext uri="{FF2B5EF4-FFF2-40B4-BE49-F238E27FC236}">
                    <a16:creationId xmlns:a16="http://schemas.microsoft.com/office/drawing/2014/main" id="{897D7262-6D23-CFFA-EC14-899EA44345BE}"/>
                  </a:ext>
                </a:extLst>
              </p:cNvPr>
              <p:cNvSpPr/>
              <p:nvPr/>
            </p:nvSpPr>
            <p:spPr>
              <a:xfrm>
                <a:off x="3921756" y="4407179"/>
                <a:ext cx="10575" cy="21544"/>
              </a:xfrm>
              <a:custGeom>
                <a:avLst/>
                <a:gdLst/>
                <a:ahLst/>
                <a:cxnLst/>
                <a:rect l="l" t="t" r="r" b="b"/>
                <a:pathLst>
                  <a:path w="565" h="1151" extrusionOk="0">
                    <a:moveTo>
                      <a:pt x="322" y="1"/>
                    </a:moveTo>
                    <a:cubicBezTo>
                      <a:pt x="203" y="1"/>
                      <a:pt x="76" y="226"/>
                      <a:pt x="32" y="521"/>
                    </a:cubicBezTo>
                    <a:cubicBezTo>
                      <a:pt x="0" y="834"/>
                      <a:pt x="79" y="1117"/>
                      <a:pt x="220" y="1148"/>
                    </a:cubicBezTo>
                    <a:cubicBezTo>
                      <a:pt x="227" y="1150"/>
                      <a:pt x="235" y="1151"/>
                      <a:pt x="242" y="1151"/>
                    </a:cubicBezTo>
                    <a:cubicBezTo>
                      <a:pt x="362" y="1151"/>
                      <a:pt x="488" y="925"/>
                      <a:pt x="517" y="631"/>
                    </a:cubicBezTo>
                    <a:cubicBezTo>
                      <a:pt x="565" y="317"/>
                      <a:pt x="486" y="35"/>
                      <a:pt x="345" y="4"/>
                    </a:cubicBezTo>
                    <a:cubicBezTo>
                      <a:pt x="338" y="2"/>
                      <a:pt x="330" y="1"/>
                      <a:pt x="3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34">
                <a:extLst>
                  <a:ext uri="{FF2B5EF4-FFF2-40B4-BE49-F238E27FC236}">
                    <a16:creationId xmlns:a16="http://schemas.microsoft.com/office/drawing/2014/main" id="{367FE111-B97B-0423-BA23-E8B4AC2F87A7}"/>
                  </a:ext>
                </a:extLst>
              </p:cNvPr>
              <p:cNvSpPr/>
              <p:nvPr/>
            </p:nvSpPr>
            <p:spPr>
              <a:xfrm>
                <a:off x="3897686" y="4414367"/>
                <a:ext cx="22910" cy="10407"/>
              </a:xfrm>
              <a:custGeom>
                <a:avLst/>
                <a:gdLst/>
                <a:ahLst/>
                <a:cxnLst/>
                <a:rect l="l" t="t" r="r" b="b"/>
                <a:pathLst>
                  <a:path w="1224" h="556" extrusionOk="0">
                    <a:moveTo>
                      <a:pt x="391" y="0"/>
                    </a:moveTo>
                    <a:cubicBezTo>
                      <a:pt x="224" y="0"/>
                      <a:pt x="93" y="42"/>
                      <a:pt x="64" y="121"/>
                    </a:cubicBezTo>
                    <a:cubicBezTo>
                      <a:pt x="1" y="247"/>
                      <a:pt x="205" y="419"/>
                      <a:pt x="518" y="513"/>
                    </a:cubicBezTo>
                    <a:cubicBezTo>
                      <a:pt x="633" y="542"/>
                      <a:pt x="744" y="556"/>
                      <a:pt x="841" y="556"/>
                    </a:cubicBezTo>
                    <a:cubicBezTo>
                      <a:pt x="1009" y="556"/>
                      <a:pt x="1137" y="514"/>
                      <a:pt x="1177" y="435"/>
                    </a:cubicBezTo>
                    <a:cubicBezTo>
                      <a:pt x="1224" y="309"/>
                      <a:pt x="1020" y="137"/>
                      <a:pt x="706" y="43"/>
                    </a:cubicBezTo>
                    <a:cubicBezTo>
                      <a:pt x="597" y="14"/>
                      <a:pt x="488" y="0"/>
                      <a:pt x="3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34">
                <a:extLst>
                  <a:ext uri="{FF2B5EF4-FFF2-40B4-BE49-F238E27FC236}">
                    <a16:creationId xmlns:a16="http://schemas.microsoft.com/office/drawing/2014/main" id="{5BECF751-AD66-BD7E-1081-DDECA6C6CFAE}"/>
                  </a:ext>
                </a:extLst>
              </p:cNvPr>
              <p:cNvSpPr/>
              <p:nvPr/>
            </p:nvSpPr>
            <p:spPr>
              <a:xfrm>
                <a:off x="3928495" y="4438681"/>
                <a:ext cx="13814" cy="20159"/>
              </a:xfrm>
              <a:custGeom>
                <a:avLst/>
                <a:gdLst/>
                <a:ahLst/>
                <a:cxnLst/>
                <a:rect l="l" t="t" r="r" b="b"/>
                <a:pathLst>
                  <a:path w="738" h="1077" extrusionOk="0">
                    <a:moveTo>
                      <a:pt x="561" y="1"/>
                    </a:moveTo>
                    <a:cubicBezTo>
                      <a:pt x="447" y="1"/>
                      <a:pt x="279" y="162"/>
                      <a:pt x="157" y="405"/>
                    </a:cubicBezTo>
                    <a:cubicBezTo>
                      <a:pt x="16" y="687"/>
                      <a:pt x="1" y="985"/>
                      <a:pt x="110" y="1064"/>
                    </a:cubicBezTo>
                    <a:cubicBezTo>
                      <a:pt x="126" y="1072"/>
                      <a:pt x="143" y="1077"/>
                      <a:pt x="162" y="1077"/>
                    </a:cubicBezTo>
                    <a:cubicBezTo>
                      <a:pt x="279" y="1077"/>
                      <a:pt x="459" y="915"/>
                      <a:pt x="581" y="672"/>
                    </a:cubicBezTo>
                    <a:cubicBezTo>
                      <a:pt x="722" y="390"/>
                      <a:pt x="737" y="92"/>
                      <a:pt x="612" y="14"/>
                    </a:cubicBezTo>
                    <a:cubicBezTo>
                      <a:pt x="597" y="5"/>
                      <a:pt x="580" y="1"/>
                      <a:pt x="5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34">
                <a:extLst>
                  <a:ext uri="{FF2B5EF4-FFF2-40B4-BE49-F238E27FC236}">
                    <a16:creationId xmlns:a16="http://schemas.microsoft.com/office/drawing/2014/main" id="{45360E63-6DFE-2379-D9EE-99E7FDEC1CEC}"/>
                  </a:ext>
                </a:extLst>
              </p:cNvPr>
              <p:cNvSpPr/>
              <p:nvPr/>
            </p:nvSpPr>
            <p:spPr>
              <a:xfrm>
                <a:off x="3907381" y="4437221"/>
                <a:ext cx="21132" cy="14263"/>
              </a:xfrm>
              <a:custGeom>
                <a:avLst/>
                <a:gdLst/>
                <a:ahLst/>
                <a:cxnLst/>
                <a:rect l="l" t="t" r="r" b="b"/>
                <a:pathLst>
                  <a:path w="1129" h="762" extrusionOk="0">
                    <a:moveTo>
                      <a:pt x="233" y="1"/>
                    </a:moveTo>
                    <a:cubicBezTo>
                      <a:pt x="172" y="1"/>
                      <a:pt x="124" y="15"/>
                      <a:pt x="94" y="44"/>
                    </a:cubicBezTo>
                    <a:cubicBezTo>
                      <a:pt x="0" y="154"/>
                      <a:pt x="141" y="389"/>
                      <a:pt x="392" y="562"/>
                    </a:cubicBezTo>
                    <a:cubicBezTo>
                      <a:pt x="576" y="692"/>
                      <a:pt x="767" y="762"/>
                      <a:pt x="899" y="762"/>
                    </a:cubicBezTo>
                    <a:cubicBezTo>
                      <a:pt x="958" y="762"/>
                      <a:pt x="1006" y="748"/>
                      <a:pt x="1035" y="718"/>
                    </a:cubicBezTo>
                    <a:cubicBezTo>
                      <a:pt x="1129" y="609"/>
                      <a:pt x="1003" y="374"/>
                      <a:pt x="737" y="186"/>
                    </a:cubicBezTo>
                    <a:cubicBezTo>
                      <a:pt x="554" y="67"/>
                      <a:pt x="364"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34">
                <a:extLst>
                  <a:ext uri="{FF2B5EF4-FFF2-40B4-BE49-F238E27FC236}">
                    <a16:creationId xmlns:a16="http://schemas.microsoft.com/office/drawing/2014/main" id="{9E689C34-A4A7-AF7F-75CD-2FF086FE2277}"/>
                  </a:ext>
                </a:extLst>
              </p:cNvPr>
              <p:cNvSpPr/>
              <p:nvPr/>
            </p:nvSpPr>
            <p:spPr>
              <a:xfrm>
                <a:off x="3929973" y="4466158"/>
                <a:ext cx="14094" cy="20084"/>
              </a:xfrm>
              <a:custGeom>
                <a:avLst/>
                <a:gdLst/>
                <a:ahLst/>
                <a:cxnLst/>
                <a:rect l="l" t="t" r="r" b="b"/>
                <a:pathLst>
                  <a:path w="753" h="1073" extrusionOk="0">
                    <a:moveTo>
                      <a:pt x="566" y="0"/>
                    </a:moveTo>
                    <a:cubicBezTo>
                      <a:pt x="448" y="0"/>
                      <a:pt x="275" y="161"/>
                      <a:pt x="157" y="411"/>
                    </a:cubicBezTo>
                    <a:cubicBezTo>
                      <a:pt x="16" y="693"/>
                      <a:pt x="0" y="991"/>
                      <a:pt x="126" y="1053"/>
                    </a:cubicBezTo>
                    <a:cubicBezTo>
                      <a:pt x="143" y="1066"/>
                      <a:pt x="164" y="1072"/>
                      <a:pt x="186" y="1072"/>
                    </a:cubicBezTo>
                    <a:cubicBezTo>
                      <a:pt x="300" y="1072"/>
                      <a:pt x="462" y="913"/>
                      <a:pt x="580" y="677"/>
                    </a:cubicBezTo>
                    <a:cubicBezTo>
                      <a:pt x="721" y="379"/>
                      <a:pt x="752" y="97"/>
                      <a:pt x="627" y="19"/>
                    </a:cubicBezTo>
                    <a:cubicBezTo>
                      <a:pt x="609" y="6"/>
                      <a:pt x="588" y="0"/>
                      <a:pt x="5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8" name="Google Shape;8698;p34">
                <a:extLst>
                  <a:ext uri="{FF2B5EF4-FFF2-40B4-BE49-F238E27FC236}">
                    <a16:creationId xmlns:a16="http://schemas.microsoft.com/office/drawing/2014/main" id="{831C2A41-D333-CDD4-62A2-F1FF1D064EE8}"/>
                  </a:ext>
                </a:extLst>
              </p:cNvPr>
              <p:cNvSpPr/>
              <p:nvPr/>
            </p:nvSpPr>
            <p:spPr>
              <a:xfrm>
                <a:off x="3909141" y="4464605"/>
                <a:ext cx="21132" cy="14375"/>
              </a:xfrm>
              <a:custGeom>
                <a:avLst/>
                <a:gdLst/>
                <a:ahLst/>
                <a:cxnLst/>
                <a:rect l="l" t="t" r="r" b="b"/>
                <a:pathLst>
                  <a:path w="1129" h="768" extrusionOk="0">
                    <a:moveTo>
                      <a:pt x="243" y="1"/>
                    </a:moveTo>
                    <a:cubicBezTo>
                      <a:pt x="178" y="1"/>
                      <a:pt x="126" y="18"/>
                      <a:pt x="94" y="55"/>
                    </a:cubicBezTo>
                    <a:cubicBezTo>
                      <a:pt x="0" y="165"/>
                      <a:pt x="126" y="384"/>
                      <a:pt x="392" y="572"/>
                    </a:cubicBezTo>
                    <a:cubicBezTo>
                      <a:pt x="570" y="698"/>
                      <a:pt x="754" y="767"/>
                      <a:pt x="886" y="767"/>
                    </a:cubicBezTo>
                    <a:cubicBezTo>
                      <a:pt x="951" y="767"/>
                      <a:pt x="1003" y="750"/>
                      <a:pt x="1035" y="713"/>
                    </a:cubicBezTo>
                    <a:cubicBezTo>
                      <a:pt x="1129" y="619"/>
                      <a:pt x="988" y="384"/>
                      <a:pt x="737" y="196"/>
                    </a:cubicBezTo>
                    <a:cubicBezTo>
                      <a:pt x="559" y="71"/>
                      <a:pt x="375" y="1"/>
                      <a:pt x="2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9" name="Google Shape;8699;p34">
                <a:extLst>
                  <a:ext uri="{FF2B5EF4-FFF2-40B4-BE49-F238E27FC236}">
                    <a16:creationId xmlns:a16="http://schemas.microsoft.com/office/drawing/2014/main" id="{7747B63C-250A-9D3F-1CC7-AD7CABAEB759}"/>
                  </a:ext>
                </a:extLst>
              </p:cNvPr>
              <p:cNvSpPr/>
              <p:nvPr/>
            </p:nvSpPr>
            <p:spPr>
              <a:xfrm>
                <a:off x="3927035" y="4497061"/>
                <a:ext cx="16153" cy="18886"/>
              </a:xfrm>
              <a:custGeom>
                <a:avLst/>
                <a:gdLst/>
                <a:ahLst/>
                <a:cxnLst/>
                <a:rect l="l" t="t" r="r" b="b"/>
                <a:pathLst>
                  <a:path w="863" h="1009" extrusionOk="0">
                    <a:moveTo>
                      <a:pt x="684" y="0"/>
                    </a:moveTo>
                    <a:cubicBezTo>
                      <a:pt x="562" y="0"/>
                      <a:pt x="384" y="132"/>
                      <a:pt x="235" y="343"/>
                    </a:cubicBezTo>
                    <a:cubicBezTo>
                      <a:pt x="63" y="594"/>
                      <a:pt x="0" y="891"/>
                      <a:pt x="94" y="986"/>
                    </a:cubicBezTo>
                    <a:cubicBezTo>
                      <a:pt x="116" y="1001"/>
                      <a:pt x="143" y="1009"/>
                      <a:pt x="173" y="1009"/>
                    </a:cubicBezTo>
                    <a:cubicBezTo>
                      <a:pt x="296" y="1009"/>
                      <a:pt x="477" y="886"/>
                      <a:pt x="627" y="672"/>
                    </a:cubicBezTo>
                    <a:cubicBezTo>
                      <a:pt x="800" y="406"/>
                      <a:pt x="862" y="123"/>
                      <a:pt x="768" y="29"/>
                    </a:cubicBezTo>
                    <a:cubicBezTo>
                      <a:pt x="745" y="10"/>
                      <a:pt x="717" y="0"/>
                      <a:pt x="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34">
                <a:extLst>
                  <a:ext uri="{FF2B5EF4-FFF2-40B4-BE49-F238E27FC236}">
                    <a16:creationId xmlns:a16="http://schemas.microsoft.com/office/drawing/2014/main" id="{F8FA0A58-4067-B265-442E-D875227F9CC0}"/>
                  </a:ext>
                </a:extLst>
              </p:cNvPr>
              <p:cNvSpPr/>
              <p:nvPr/>
            </p:nvSpPr>
            <p:spPr>
              <a:xfrm>
                <a:off x="3908841" y="4491389"/>
                <a:ext cx="19672" cy="16247"/>
              </a:xfrm>
              <a:custGeom>
                <a:avLst/>
                <a:gdLst/>
                <a:ahLst/>
                <a:cxnLst/>
                <a:rect l="l" t="t" r="r" b="b"/>
                <a:pathLst>
                  <a:path w="1051" h="868" extrusionOk="0">
                    <a:moveTo>
                      <a:pt x="216" y="1"/>
                    </a:moveTo>
                    <a:cubicBezTo>
                      <a:pt x="173" y="1"/>
                      <a:pt x="137" y="12"/>
                      <a:pt x="110" y="35"/>
                    </a:cubicBezTo>
                    <a:cubicBezTo>
                      <a:pt x="1" y="113"/>
                      <a:pt x="95" y="364"/>
                      <a:pt x="330" y="583"/>
                    </a:cubicBezTo>
                    <a:cubicBezTo>
                      <a:pt x="508" y="761"/>
                      <a:pt x="704" y="868"/>
                      <a:pt x="836" y="868"/>
                    </a:cubicBezTo>
                    <a:cubicBezTo>
                      <a:pt x="879" y="868"/>
                      <a:pt x="914" y="857"/>
                      <a:pt x="941" y="834"/>
                    </a:cubicBezTo>
                    <a:cubicBezTo>
                      <a:pt x="1051" y="740"/>
                      <a:pt x="957" y="489"/>
                      <a:pt x="722" y="270"/>
                    </a:cubicBezTo>
                    <a:cubicBezTo>
                      <a:pt x="544" y="104"/>
                      <a:pt x="348" y="1"/>
                      <a:pt x="2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34">
                <a:extLst>
                  <a:ext uri="{FF2B5EF4-FFF2-40B4-BE49-F238E27FC236}">
                    <a16:creationId xmlns:a16="http://schemas.microsoft.com/office/drawing/2014/main" id="{177B967F-F973-4107-A415-81ACE6796B15}"/>
                  </a:ext>
                </a:extLst>
              </p:cNvPr>
              <p:cNvSpPr/>
              <p:nvPr/>
            </p:nvSpPr>
            <p:spPr>
              <a:xfrm>
                <a:off x="3922917" y="4526672"/>
                <a:ext cx="18512" cy="16977"/>
              </a:xfrm>
              <a:custGeom>
                <a:avLst/>
                <a:gdLst/>
                <a:ahLst/>
                <a:cxnLst/>
                <a:rect l="l" t="t" r="r" b="b"/>
                <a:pathLst>
                  <a:path w="989" h="907" extrusionOk="0">
                    <a:moveTo>
                      <a:pt x="798" y="1"/>
                    </a:moveTo>
                    <a:cubicBezTo>
                      <a:pt x="677" y="1"/>
                      <a:pt x="503" y="97"/>
                      <a:pt x="346" y="266"/>
                    </a:cubicBezTo>
                    <a:cubicBezTo>
                      <a:pt x="111" y="485"/>
                      <a:pt x="1" y="767"/>
                      <a:pt x="95" y="861"/>
                    </a:cubicBezTo>
                    <a:cubicBezTo>
                      <a:pt x="117" y="892"/>
                      <a:pt x="154" y="907"/>
                      <a:pt x="201" y="907"/>
                    </a:cubicBezTo>
                    <a:cubicBezTo>
                      <a:pt x="320" y="907"/>
                      <a:pt x="502" y="811"/>
                      <a:pt x="659" y="642"/>
                    </a:cubicBezTo>
                    <a:cubicBezTo>
                      <a:pt x="879" y="422"/>
                      <a:pt x="988" y="156"/>
                      <a:pt x="910" y="46"/>
                    </a:cubicBezTo>
                    <a:cubicBezTo>
                      <a:pt x="884" y="15"/>
                      <a:pt x="845" y="1"/>
                      <a:pt x="79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34">
                <a:extLst>
                  <a:ext uri="{FF2B5EF4-FFF2-40B4-BE49-F238E27FC236}">
                    <a16:creationId xmlns:a16="http://schemas.microsoft.com/office/drawing/2014/main" id="{1F86D291-ACB9-A50B-6CB3-5AAD48C81A02}"/>
                  </a:ext>
                </a:extLst>
              </p:cNvPr>
              <p:cNvSpPr/>
              <p:nvPr/>
            </p:nvSpPr>
            <p:spPr>
              <a:xfrm>
                <a:off x="3908542" y="4516415"/>
                <a:ext cx="17332" cy="18137"/>
              </a:xfrm>
              <a:custGeom>
                <a:avLst/>
                <a:gdLst/>
                <a:ahLst/>
                <a:cxnLst/>
                <a:rect l="l" t="t" r="r" b="b"/>
                <a:pathLst>
                  <a:path w="926" h="969" extrusionOk="0">
                    <a:moveTo>
                      <a:pt x="174" y="0"/>
                    </a:moveTo>
                    <a:cubicBezTo>
                      <a:pt x="151" y="0"/>
                      <a:pt x="129" y="5"/>
                      <a:pt x="111" y="14"/>
                    </a:cubicBezTo>
                    <a:cubicBezTo>
                      <a:pt x="1" y="93"/>
                      <a:pt x="48" y="343"/>
                      <a:pt x="236" y="610"/>
                    </a:cubicBezTo>
                    <a:cubicBezTo>
                      <a:pt x="409" y="823"/>
                      <a:pt x="617" y="968"/>
                      <a:pt x="742" y="968"/>
                    </a:cubicBezTo>
                    <a:cubicBezTo>
                      <a:pt x="764" y="968"/>
                      <a:pt x="784" y="964"/>
                      <a:pt x="800" y="955"/>
                    </a:cubicBezTo>
                    <a:cubicBezTo>
                      <a:pt x="926" y="876"/>
                      <a:pt x="879" y="610"/>
                      <a:pt x="675" y="359"/>
                    </a:cubicBezTo>
                    <a:cubicBezTo>
                      <a:pt x="515" y="146"/>
                      <a:pt x="309" y="0"/>
                      <a:pt x="1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3" name="Google Shape;8703;p34">
                <a:extLst>
                  <a:ext uri="{FF2B5EF4-FFF2-40B4-BE49-F238E27FC236}">
                    <a16:creationId xmlns:a16="http://schemas.microsoft.com/office/drawing/2014/main" id="{9E7B0D44-242D-8F05-19E0-DB98AD8E4030}"/>
                  </a:ext>
                </a:extLst>
              </p:cNvPr>
              <p:cNvSpPr/>
              <p:nvPr/>
            </p:nvSpPr>
            <p:spPr>
              <a:xfrm>
                <a:off x="3863376" y="4641504"/>
                <a:ext cx="22012" cy="11455"/>
              </a:xfrm>
              <a:custGeom>
                <a:avLst/>
                <a:gdLst/>
                <a:ahLst/>
                <a:cxnLst/>
                <a:rect l="l" t="t" r="r" b="b"/>
                <a:pathLst>
                  <a:path w="1176" h="612" extrusionOk="0">
                    <a:moveTo>
                      <a:pt x="878" y="1"/>
                    </a:moveTo>
                    <a:cubicBezTo>
                      <a:pt x="781" y="1"/>
                      <a:pt x="666" y="18"/>
                      <a:pt x="549" y="55"/>
                    </a:cubicBezTo>
                    <a:cubicBezTo>
                      <a:pt x="235" y="165"/>
                      <a:pt x="0" y="353"/>
                      <a:pt x="31" y="494"/>
                    </a:cubicBezTo>
                    <a:cubicBezTo>
                      <a:pt x="50" y="570"/>
                      <a:pt x="156" y="612"/>
                      <a:pt x="305" y="612"/>
                    </a:cubicBezTo>
                    <a:cubicBezTo>
                      <a:pt x="403" y="612"/>
                      <a:pt x="519" y="594"/>
                      <a:pt x="643" y="557"/>
                    </a:cubicBezTo>
                    <a:cubicBezTo>
                      <a:pt x="941" y="447"/>
                      <a:pt x="1176" y="259"/>
                      <a:pt x="1144" y="118"/>
                    </a:cubicBezTo>
                    <a:cubicBezTo>
                      <a:pt x="1135" y="42"/>
                      <a:pt x="1028" y="1"/>
                      <a:pt x="8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4" name="Google Shape;8704;p34">
                <a:extLst>
                  <a:ext uri="{FF2B5EF4-FFF2-40B4-BE49-F238E27FC236}">
                    <a16:creationId xmlns:a16="http://schemas.microsoft.com/office/drawing/2014/main" id="{0866E529-FC36-F82F-D0A0-5C9DC17220D3}"/>
                  </a:ext>
                </a:extLst>
              </p:cNvPr>
              <p:cNvSpPr/>
              <p:nvPr/>
            </p:nvSpPr>
            <p:spPr>
              <a:xfrm>
                <a:off x="3860138" y="4621102"/>
                <a:ext cx="11174" cy="21450"/>
              </a:xfrm>
              <a:custGeom>
                <a:avLst/>
                <a:gdLst/>
                <a:ahLst/>
                <a:cxnLst/>
                <a:rect l="l" t="t" r="r" b="b"/>
                <a:pathLst>
                  <a:path w="597" h="1146" extrusionOk="0">
                    <a:moveTo>
                      <a:pt x="233" y="1"/>
                    </a:moveTo>
                    <a:cubicBezTo>
                      <a:pt x="228" y="1"/>
                      <a:pt x="224" y="1"/>
                      <a:pt x="220" y="1"/>
                    </a:cubicBezTo>
                    <a:cubicBezTo>
                      <a:pt x="79" y="1"/>
                      <a:pt x="1" y="268"/>
                      <a:pt x="48" y="581"/>
                    </a:cubicBezTo>
                    <a:cubicBezTo>
                      <a:pt x="95" y="895"/>
                      <a:pt x="236" y="1145"/>
                      <a:pt x="377" y="1145"/>
                    </a:cubicBezTo>
                    <a:cubicBezTo>
                      <a:pt x="518" y="1130"/>
                      <a:pt x="596" y="879"/>
                      <a:pt x="549" y="550"/>
                    </a:cubicBezTo>
                    <a:cubicBezTo>
                      <a:pt x="519" y="246"/>
                      <a:pt x="370" y="1"/>
                      <a:pt x="2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34">
                <a:extLst>
                  <a:ext uri="{FF2B5EF4-FFF2-40B4-BE49-F238E27FC236}">
                    <a16:creationId xmlns:a16="http://schemas.microsoft.com/office/drawing/2014/main" id="{7FDCA78C-D48F-9C7D-7438-9D2CCF175707}"/>
                  </a:ext>
                </a:extLst>
              </p:cNvPr>
              <p:cNvSpPr/>
              <p:nvPr/>
            </p:nvSpPr>
            <p:spPr>
              <a:xfrm>
                <a:off x="3836666" y="4658050"/>
                <a:ext cx="22910" cy="9471"/>
              </a:xfrm>
              <a:custGeom>
                <a:avLst/>
                <a:gdLst/>
                <a:ahLst/>
                <a:cxnLst/>
                <a:rect l="l" t="t" r="r" b="b"/>
                <a:pathLst>
                  <a:path w="1224" h="506" extrusionOk="0">
                    <a:moveTo>
                      <a:pt x="599" y="1"/>
                    </a:moveTo>
                    <a:cubicBezTo>
                      <a:pt x="310" y="1"/>
                      <a:pt x="61" y="104"/>
                      <a:pt x="32" y="222"/>
                    </a:cubicBezTo>
                    <a:cubicBezTo>
                      <a:pt x="1" y="363"/>
                      <a:pt x="251" y="488"/>
                      <a:pt x="565" y="504"/>
                    </a:cubicBezTo>
                    <a:cubicBezTo>
                      <a:pt x="589" y="505"/>
                      <a:pt x="613" y="506"/>
                      <a:pt x="636" y="506"/>
                    </a:cubicBezTo>
                    <a:cubicBezTo>
                      <a:pt x="934" y="506"/>
                      <a:pt x="1177" y="415"/>
                      <a:pt x="1192" y="284"/>
                    </a:cubicBezTo>
                    <a:cubicBezTo>
                      <a:pt x="1223" y="143"/>
                      <a:pt x="988" y="18"/>
                      <a:pt x="659" y="2"/>
                    </a:cubicBezTo>
                    <a:cubicBezTo>
                      <a:pt x="639" y="1"/>
                      <a:pt x="619" y="1"/>
                      <a:pt x="5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34">
                <a:extLst>
                  <a:ext uri="{FF2B5EF4-FFF2-40B4-BE49-F238E27FC236}">
                    <a16:creationId xmlns:a16="http://schemas.microsoft.com/office/drawing/2014/main" id="{FCA06313-A4DE-A942-E593-60A5408073B0}"/>
                  </a:ext>
                </a:extLst>
              </p:cNvPr>
              <p:cNvSpPr/>
              <p:nvPr/>
            </p:nvSpPr>
            <p:spPr>
              <a:xfrm>
                <a:off x="3839905" y="4634485"/>
                <a:ext cx="11755" cy="21394"/>
              </a:xfrm>
              <a:custGeom>
                <a:avLst/>
                <a:gdLst/>
                <a:ahLst/>
                <a:cxnLst/>
                <a:rect l="l" t="t" r="r" b="b"/>
                <a:pathLst>
                  <a:path w="628" h="1143" extrusionOk="0">
                    <a:moveTo>
                      <a:pt x="416" y="1"/>
                    </a:moveTo>
                    <a:cubicBezTo>
                      <a:pt x="286" y="1"/>
                      <a:pt x="150" y="208"/>
                      <a:pt x="78" y="493"/>
                    </a:cubicBezTo>
                    <a:cubicBezTo>
                      <a:pt x="0" y="807"/>
                      <a:pt x="47" y="1089"/>
                      <a:pt x="188" y="1136"/>
                    </a:cubicBezTo>
                    <a:cubicBezTo>
                      <a:pt x="200" y="1140"/>
                      <a:pt x="211" y="1142"/>
                      <a:pt x="223" y="1142"/>
                    </a:cubicBezTo>
                    <a:cubicBezTo>
                      <a:pt x="344" y="1142"/>
                      <a:pt x="493" y="935"/>
                      <a:pt x="564" y="650"/>
                    </a:cubicBezTo>
                    <a:cubicBezTo>
                      <a:pt x="627" y="336"/>
                      <a:pt x="580" y="54"/>
                      <a:pt x="455" y="7"/>
                    </a:cubicBezTo>
                    <a:cubicBezTo>
                      <a:pt x="442" y="3"/>
                      <a:pt x="429"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34">
                <a:extLst>
                  <a:ext uri="{FF2B5EF4-FFF2-40B4-BE49-F238E27FC236}">
                    <a16:creationId xmlns:a16="http://schemas.microsoft.com/office/drawing/2014/main" id="{E01AF4EF-C079-2D5A-8347-41668B97DA1C}"/>
                  </a:ext>
                </a:extLst>
              </p:cNvPr>
              <p:cNvSpPr/>
              <p:nvPr/>
            </p:nvSpPr>
            <p:spPr>
              <a:xfrm>
                <a:off x="3806157" y="4667390"/>
                <a:ext cx="22611" cy="11624"/>
              </a:xfrm>
              <a:custGeom>
                <a:avLst/>
                <a:gdLst/>
                <a:ahLst/>
                <a:cxnLst/>
                <a:rect l="l" t="t" r="r" b="b"/>
                <a:pathLst>
                  <a:path w="1208" h="621" extrusionOk="0">
                    <a:moveTo>
                      <a:pt x="316" y="1"/>
                    </a:moveTo>
                    <a:cubicBezTo>
                      <a:pt x="196" y="1"/>
                      <a:pt x="102" y="28"/>
                      <a:pt x="63" y="83"/>
                    </a:cubicBezTo>
                    <a:cubicBezTo>
                      <a:pt x="1" y="209"/>
                      <a:pt x="189" y="412"/>
                      <a:pt x="471" y="538"/>
                    </a:cubicBezTo>
                    <a:cubicBezTo>
                      <a:pt x="620" y="593"/>
                      <a:pt x="769" y="620"/>
                      <a:pt x="890" y="620"/>
                    </a:cubicBezTo>
                    <a:cubicBezTo>
                      <a:pt x="1012" y="620"/>
                      <a:pt x="1106" y="593"/>
                      <a:pt x="1145" y="538"/>
                    </a:cubicBezTo>
                    <a:cubicBezTo>
                      <a:pt x="1207" y="412"/>
                      <a:pt x="1019" y="209"/>
                      <a:pt x="722" y="83"/>
                    </a:cubicBezTo>
                    <a:cubicBezTo>
                      <a:pt x="580" y="28"/>
                      <a:pt x="436" y="1"/>
                      <a:pt x="3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34">
                <a:extLst>
                  <a:ext uri="{FF2B5EF4-FFF2-40B4-BE49-F238E27FC236}">
                    <a16:creationId xmlns:a16="http://schemas.microsoft.com/office/drawing/2014/main" id="{BDF2B0AC-EF64-E20E-BE90-AA40790EA337}"/>
                  </a:ext>
                </a:extLst>
              </p:cNvPr>
              <p:cNvSpPr/>
              <p:nvPr/>
            </p:nvSpPr>
            <p:spPr>
              <a:xfrm>
                <a:off x="3813195" y="4645827"/>
                <a:ext cx="15872" cy="19541"/>
              </a:xfrm>
              <a:custGeom>
                <a:avLst/>
                <a:gdLst/>
                <a:ahLst/>
                <a:cxnLst/>
                <a:rect l="l" t="t" r="r" b="b"/>
                <a:pathLst>
                  <a:path w="848" h="1044" extrusionOk="0">
                    <a:moveTo>
                      <a:pt x="666" y="1"/>
                    </a:moveTo>
                    <a:cubicBezTo>
                      <a:pt x="552" y="1"/>
                      <a:pt x="374" y="144"/>
                      <a:pt x="236" y="357"/>
                    </a:cubicBezTo>
                    <a:cubicBezTo>
                      <a:pt x="63" y="640"/>
                      <a:pt x="1" y="922"/>
                      <a:pt x="110" y="1016"/>
                    </a:cubicBezTo>
                    <a:cubicBezTo>
                      <a:pt x="132" y="1034"/>
                      <a:pt x="159" y="1043"/>
                      <a:pt x="189" y="1043"/>
                    </a:cubicBezTo>
                    <a:cubicBezTo>
                      <a:pt x="310" y="1043"/>
                      <a:pt x="489" y="897"/>
                      <a:pt x="628" y="671"/>
                    </a:cubicBezTo>
                    <a:cubicBezTo>
                      <a:pt x="800" y="404"/>
                      <a:pt x="847" y="107"/>
                      <a:pt x="737" y="28"/>
                    </a:cubicBezTo>
                    <a:cubicBezTo>
                      <a:pt x="719" y="10"/>
                      <a:pt x="695" y="1"/>
                      <a:pt x="6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34">
                <a:extLst>
                  <a:ext uri="{FF2B5EF4-FFF2-40B4-BE49-F238E27FC236}">
                    <a16:creationId xmlns:a16="http://schemas.microsoft.com/office/drawing/2014/main" id="{CD2BCEF4-5636-D760-6437-60EDB913060F}"/>
                  </a:ext>
                </a:extLst>
              </p:cNvPr>
              <p:cNvSpPr/>
              <p:nvPr/>
            </p:nvSpPr>
            <p:spPr>
              <a:xfrm>
                <a:off x="3778586" y="4670909"/>
                <a:ext cx="22611" cy="11549"/>
              </a:xfrm>
              <a:custGeom>
                <a:avLst/>
                <a:gdLst/>
                <a:ahLst/>
                <a:cxnLst/>
                <a:rect l="l" t="t" r="r" b="b"/>
                <a:pathLst>
                  <a:path w="1208" h="617" extrusionOk="0">
                    <a:moveTo>
                      <a:pt x="304" y="1"/>
                    </a:moveTo>
                    <a:cubicBezTo>
                      <a:pt x="184" y="1"/>
                      <a:pt x="94" y="28"/>
                      <a:pt x="63" y="83"/>
                    </a:cubicBezTo>
                    <a:cubicBezTo>
                      <a:pt x="0" y="209"/>
                      <a:pt x="173" y="412"/>
                      <a:pt x="470" y="522"/>
                    </a:cubicBezTo>
                    <a:cubicBezTo>
                      <a:pt x="619" y="585"/>
                      <a:pt x="768" y="616"/>
                      <a:pt x="888" y="616"/>
                    </a:cubicBezTo>
                    <a:cubicBezTo>
                      <a:pt x="1007" y="616"/>
                      <a:pt x="1097" y="585"/>
                      <a:pt x="1129" y="522"/>
                    </a:cubicBezTo>
                    <a:cubicBezTo>
                      <a:pt x="1207" y="412"/>
                      <a:pt x="1019" y="209"/>
                      <a:pt x="721" y="83"/>
                    </a:cubicBezTo>
                    <a:cubicBezTo>
                      <a:pt x="572" y="28"/>
                      <a:pt x="423"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0" name="Google Shape;8710;p34">
                <a:extLst>
                  <a:ext uri="{FF2B5EF4-FFF2-40B4-BE49-F238E27FC236}">
                    <a16:creationId xmlns:a16="http://schemas.microsoft.com/office/drawing/2014/main" id="{A2094FC5-E2D7-4E77-4B4A-593DF6FE4A6D}"/>
                  </a:ext>
                </a:extLst>
              </p:cNvPr>
              <p:cNvSpPr/>
              <p:nvPr/>
            </p:nvSpPr>
            <p:spPr>
              <a:xfrm>
                <a:off x="3785624" y="4649346"/>
                <a:ext cx="15854" cy="19429"/>
              </a:xfrm>
              <a:custGeom>
                <a:avLst/>
                <a:gdLst/>
                <a:ahLst/>
                <a:cxnLst/>
                <a:rect l="l" t="t" r="r" b="b"/>
                <a:pathLst>
                  <a:path w="847" h="1038" extrusionOk="0">
                    <a:moveTo>
                      <a:pt x="660" y="1"/>
                    </a:moveTo>
                    <a:cubicBezTo>
                      <a:pt x="541" y="1"/>
                      <a:pt x="371" y="144"/>
                      <a:pt x="220" y="358"/>
                    </a:cubicBezTo>
                    <a:cubicBezTo>
                      <a:pt x="47" y="640"/>
                      <a:pt x="0" y="922"/>
                      <a:pt x="110" y="1016"/>
                    </a:cubicBezTo>
                    <a:cubicBezTo>
                      <a:pt x="130" y="1030"/>
                      <a:pt x="154" y="1037"/>
                      <a:pt x="181" y="1037"/>
                    </a:cubicBezTo>
                    <a:cubicBezTo>
                      <a:pt x="299" y="1037"/>
                      <a:pt x="471" y="901"/>
                      <a:pt x="612" y="671"/>
                    </a:cubicBezTo>
                    <a:cubicBezTo>
                      <a:pt x="800" y="405"/>
                      <a:pt x="847" y="107"/>
                      <a:pt x="737" y="28"/>
                    </a:cubicBezTo>
                    <a:cubicBezTo>
                      <a:pt x="715" y="10"/>
                      <a:pt x="689" y="1"/>
                      <a:pt x="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1" name="Google Shape;8711;p34">
                <a:extLst>
                  <a:ext uri="{FF2B5EF4-FFF2-40B4-BE49-F238E27FC236}">
                    <a16:creationId xmlns:a16="http://schemas.microsoft.com/office/drawing/2014/main" id="{BF354899-AC9B-FB07-57E7-4BF40CF025AC}"/>
                  </a:ext>
                </a:extLst>
              </p:cNvPr>
              <p:cNvSpPr/>
              <p:nvPr/>
            </p:nvSpPr>
            <p:spPr>
              <a:xfrm>
                <a:off x="3748357" y="4670085"/>
                <a:ext cx="21731" cy="13477"/>
              </a:xfrm>
              <a:custGeom>
                <a:avLst/>
                <a:gdLst/>
                <a:ahLst/>
                <a:cxnLst/>
                <a:rect l="l" t="t" r="r" b="b"/>
                <a:pathLst>
                  <a:path w="1161" h="720" extrusionOk="0">
                    <a:moveTo>
                      <a:pt x="267" y="1"/>
                    </a:moveTo>
                    <a:cubicBezTo>
                      <a:pt x="183" y="1"/>
                      <a:pt x="116" y="22"/>
                      <a:pt x="79" y="65"/>
                    </a:cubicBezTo>
                    <a:cubicBezTo>
                      <a:pt x="1" y="174"/>
                      <a:pt x="142" y="394"/>
                      <a:pt x="424" y="566"/>
                    </a:cubicBezTo>
                    <a:cubicBezTo>
                      <a:pt x="592" y="665"/>
                      <a:pt x="772" y="720"/>
                      <a:pt x="902" y="720"/>
                    </a:cubicBezTo>
                    <a:cubicBezTo>
                      <a:pt x="978" y="720"/>
                      <a:pt x="1038" y="701"/>
                      <a:pt x="1067" y="660"/>
                    </a:cubicBezTo>
                    <a:cubicBezTo>
                      <a:pt x="1161" y="550"/>
                      <a:pt x="1004" y="331"/>
                      <a:pt x="737" y="159"/>
                    </a:cubicBezTo>
                    <a:cubicBezTo>
                      <a:pt x="575" y="53"/>
                      <a:pt x="400" y="1"/>
                      <a:pt x="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34">
                <a:extLst>
                  <a:ext uri="{FF2B5EF4-FFF2-40B4-BE49-F238E27FC236}">
                    <a16:creationId xmlns:a16="http://schemas.microsoft.com/office/drawing/2014/main" id="{31ACB462-3C0B-1F7F-967B-843F49E276AD}"/>
                  </a:ext>
                </a:extLst>
              </p:cNvPr>
              <p:cNvSpPr/>
              <p:nvPr/>
            </p:nvSpPr>
            <p:spPr>
              <a:xfrm>
                <a:off x="3756574" y="4650881"/>
                <a:ext cx="17913" cy="17988"/>
              </a:xfrm>
              <a:custGeom>
                <a:avLst/>
                <a:gdLst/>
                <a:ahLst/>
                <a:cxnLst/>
                <a:rect l="l" t="t" r="r" b="b"/>
                <a:pathLst>
                  <a:path w="957" h="961" extrusionOk="0">
                    <a:moveTo>
                      <a:pt x="781" y="0"/>
                    </a:moveTo>
                    <a:cubicBezTo>
                      <a:pt x="661" y="0"/>
                      <a:pt x="479" y="115"/>
                      <a:pt x="314" y="291"/>
                    </a:cubicBezTo>
                    <a:cubicBezTo>
                      <a:pt x="95" y="542"/>
                      <a:pt x="1" y="824"/>
                      <a:pt x="95" y="918"/>
                    </a:cubicBezTo>
                    <a:cubicBezTo>
                      <a:pt x="119" y="947"/>
                      <a:pt x="155" y="961"/>
                      <a:pt x="198" y="961"/>
                    </a:cubicBezTo>
                    <a:cubicBezTo>
                      <a:pt x="318" y="961"/>
                      <a:pt x="497" y="852"/>
                      <a:pt x="659" y="667"/>
                    </a:cubicBezTo>
                    <a:cubicBezTo>
                      <a:pt x="863" y="417"/>
                      <a:pt x="957" y="134"/>
                      <a:pt x="878" y="40"/>
                    </a:cubicBezTo>
                    <a:cubicBezTo>
                      <a:pt x="855" y="13"/>
                      <a:pt x="822" y="0"/>
                      <a:pt x="7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34">
                <a:extLst>
                  <a:ext uri="{FF2B5EF4-FFF2-40B4-BE49-F238E27FC236}">
                    <a16:creationId xmlns:a16="http://schemas.microsoft.com/office/drawing/2014/main" id="{DECB9787-3A82-881E-646D-C9260F014CDF}"/>
                  </a:ext>
                </a:extLst>
              </p:cNvPr>
              <p:cNvSpPr/>
              <p:nvPr/>
            </p:nvSpPr>
            <p:spPr>
              <a:xfrm>
                <a:off x="3719907" y="4667952"/>
                <a:ext cx="20252" cy="15760"/>
              </a:xfrm>
              <a:custGeom>
                <a:avLst/>
                <a:gdLst/>
                <a:ahLst/>
                <a:cxnLst/>
                <a:rect l="l" t="t" r="r" b="b"/>
                <a:pathLst>
                  <a:path w="1082" h="842" extrusionOk="0">
                    <a:moveTo>
                      <a:pt x="227" y="1"/>
                    </a:moveTo>
                    <a:cubicBezTo>
                      <a:pt x="179" y="1"/>
                      <a:pt x="139" y="13"/>
                      <a:pt x="110" y="37"/>
                    </a:cubicBezTo>
                    <a:cubicBezTo>
                      <a:pt x="0" y="132"/>
                      <a:pt x="110" y="382"/>
                      <a:pt x="361" y="586"/>
                    </a:cubicBezTo>
                    <a:cubicBezTo>
                      <a:pt x="534" y="748"/>
                      <a:pt x="734" y="842"/>
                      <a:pt x="864" y="842"/>
                    </a:cubicBezTo>
                    <a:cubicBezTo>
                      <a:pt x="910" y="842"/>
                      <a:pt x="948" y="830"/>
                      <a:pt x="972" y="806"/>
                    </a:cubicBezTo>
                    <a:cubicBezTo>
                      <a:pt x="1082" y="711"/>
                      <a:pt x="972" y="461"/>
                      <a:pt x="737" y="241"/>
                    </a:cubicBezTo>
                    <a:cubicBezTo>
                      <a:pt x="553" y="91"/>
                      <a:pt x="360" y="1"/>
                      <a:pt x="2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34">
                <a:extLst>
                  <a:ext uri="{FF2B5EF4-FFF2-40B4-BE49-F238E27FC236}">
                    <a16:creationId xmlns:a16="http://schemas.microsoft.com/office/drawing/2014/main" id="{0102E19E-B5CD-44C0-37F7-09288713591A}"/>
                  </a:ext>
                </a:extLst>
              </p:cNvPr>
              <p:cNvSpPr/>
              <p:nvPr/>
            </p:nvSpPr>
            <p:spPr>
              <a:xfrm>
                <a:off x="3729284" y="4652098"/>
                <a:ext cx="19972" cy="16078"/>
              </a:xfrm>
              <a:custGeom>
                <a:avLst/>
                <a:gdLst/>
                <a:ahLst/>
                <a:cxnLst/>
                <a:rect l="l" t="t" r="r" b="b"/>
                <a:pathLst>
                  <a:path w="1067" h="859" extrusionOk="0">
                    <a:moveTo>
                      <a:pt x="864" y="1"/>
                    </a:moveTo>
                    <a:cubicBezTo>
                      <a:pt x="746" y="1"/>
                      <a:pt x="573" y="78"/>
                      <a:pt x="393" y="226"/>
                    </a:cubicBezTo>
                    <a:cubicBezTo>
                      <a:pt x="142" y="430"/>
                      <a:pt x="1" y="681"/>
                      <a:pt x="79" y="806"/>
                    </a:cubicBezTo>
                    <a:cubicBezTo>
                      <a:pt x="105" y="842"/>
                      <a:pt x="149" y="859"/>
                      <a:pt x="207" y="859"/>
                    </a:cubicBezTo>
                    <a:cubicBezTo>
                      <a:pt x="328" y="859"/>
                      <a:pt x="505" y="782"/>
                      <a:pt x="675" y="634"/>
                    </a:cubicBezTo>
                    <a:cubicBezTo>
                      <a:pt x="926" y="430"/>
                      <a:pt x="1067" y="179"/>
                      <a:pt x="988" y="54"/>
                    </a:cubicBezTo>
                    <a:cubicBezTo>
                      <a:pt x="963" y="18"/>
                      <a:pt x="920" y="1"/>
                      <a:pt x="8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34">
                <a:extLst>
                  <a:ext uri="{FF2B5EF4-FFF2-40B4-BE49-F238E27FC236}">
                    <a16:creationId xmlns:a16="http://schemas.microsoft.com/office/drawing/2014/main" id="{61B28B06-8F85-D422-7360-62015953AF51}"/>
                  </a:ext>
                </a:extLst>
              </p:cNvPr>
              <p:cNvSpPr/>
              <p:nvPr/>
            </p:nvSpPr>
            <p:spPr>
              <a:xfrm>
                <a:off x="3914120" y="4556451"/>
                <a:ext cx="19672" cy="15816"/>
              </a:xfrm>
              <a:custGeom>
                <a:avLst/>
                <a:gdLst/>
                <a:ahLst/>
                <a:cxnLst/>
                <a:rect l="l" t="t" r="r" b="b"/>
                <a:pathLst>
                  <a:path w="1051" h="845" extrusionOk="0">
                    <a:moveTo>
                      <a:pt x="842" y="1"/>
                    </a:moveTo>
                    <a:cubicBezTo>
                      <a:pt x="723" y="1"/>
                      <a:pt x="551" y="74"/>
                      <a:pt x="393" y="211"/>
                    </a:cubicBezTo>
                    <a:cubicBezTo>
                      <a:pt x="142" y="414"/>
                      <a:pt x="1" y="681"/>
                      <a:pt x="79" y="791"/>
                    </a:cubicBezTo>
                    <a:cubicBezTo>
                      <a:pt x="105" y="827"/>
                      <a:pt x="149" y="844"/>
                      <a:pt x="206" y="844"/>
                    </a:cubicBezTo>
                    <a:cubicBezTo>
                      <a:pt x="322" y="844"/>
                      <a:pt x="490" y="771"/>
                      <a:pt x="659" y="634"/>
                    </a:cubicBezTo>
                    <a:cubicBezTo>
                      <a:pt x="910" y="430"/>
                      <a:pt x="1051" y="164"/>
                      <a:pt x="973" y="54"/>
                    </a:cubicBezTo>
                    <a:cubicBezTo>
                      <a:pt x="947" y="18"/>
                      <a:pt x="901" y="1"/>
                      <a:pt x="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34">
                <a:extLst>
                  <a:ext uri="{FF2B5EF4-FFF2-40B4-BE49-F238E27FC236}">
                    <a16:creationId xmlns:a16="http://schemas.microsoft.com/office/drawing/2014/main" id="{B393BC86-35AA-7D9C-7E7E-EAC7D27C948E}"/>
                  </a:ext>
                </a:extLst>
              </p:cNvPr>
              <p:cNvSpPr/>
              <p:nvPr/>
            </p:nvSpPr>
            <p:spPr>
              <a:xfrm>
                <a:off x="3902103" y="4543724"/>
                <a:ext cx="15854" cy="18980"/>
              </a:xfrm>
              <a:custGeom>
                <a:avLst/>
                <a:gdLst/>
                <a:ahLst/>
                <a:cxnLst/>
                <a:rect l="l" t="t" r="r" b="b"/>
                <a:pathLst>
                  <a:path w="847" h="1014" extrusionOk="0">
                    <a:moveTo>
                      <a:pt x="183" y="0"/>
                    </a:moveTo>
                    <a:cubicBezTo>
                      <a:pt x="162" y="0"/>
                      <a:pt x="143" y="4"/>
                      <a:pt x="125" y="13"/>
                    </a:cubicBezTo>
                    <a:cubicBezTo>
                      <a:pt x="0" y="60"/>
                      <a:pt x="31" y="326"/>
                      <a:pt x="188" y="609"/>
                    </a:cubicBezTo>
                    <a:cubicBezTo>
                      <a:pt x="323" y="852"/>
                      <a:pt x="516" y="1013"/>
                      <a:pt x="658" y="1013"/>
                    </a:cubicBezTo>
                    <a:cubicBezTo>
                      <a:pt x="680" y="1013"/>
                      <a:pt x="702" y="1009"/>
                      <a:pt x="721" y="1000"/>
                    </a:cubicBezTo>
                    <a:cubicBezTo>
                      <a:pt x="846" y="953"/>
                      <a:pt x="815" y="687"/>
                      <a:pt x="658" y="405"/>
                    </a:cubicBezTo>
                    <a:cubicBezTo>
                      <a:pt x="510" y="162"/>
                      <a:pt x="315"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7" name="Google Shape;8717;p34">
                <a:extLst>
                  <a:ext uri="{FF2B5EF4-FFF2-40B4-BE49-F238E27FC236}">
                    <a16:creationId xmlns:a16="http://schemas.microsoft.com/office/drawing/2014/main" id="{49A5BD16-C88B-A54D-83A1-9841D2425973}"/>
                  </a:ext>
                </a:extLst>
              </p:cNvPr>
              <p:cNvSpPr/>
              <p:nvPr/>
            </p:nvSpPr>
            <p:spPr>
              <a:xfrm>
                <a:off x="3900343" y="4586268"/>
                <a:ext cx="20252" cy="14768"/>
              </a:xfrm>
              <a:custGeom>
                <a:avLst/>
                <a:gdLst/>
                <a:ahLst/>
                <a:cxnLst/>
                <a:rect l="l" t="t" r="r" b="b"/>
                <a:pathLst>
                  <a:path w="1082" h="789" extrusionOk="0">
                    <a:moveTo>
                      <a:pt x="880" y="1"/>
                    </a:moveTo>
                    <a:cubicBezTo>
                      <a:pt x="763" y="1"/>
                      <a:pt x="593" y="60"/>
                      <a:pt x="423" y="169"/>
                    </a:cubicBezTo>
                    <a:cubicBezTo>
                      <a:pt x="157" y="358"/>
                      <a:pt x="0" y="593"/>
                      <a:pt x="63" y="718"/>
                    </a:cubicBezTo>
                    <a:cubicBezTo>
                      <a:pt x="86" y="765"/>
                      <a:pt x="139" y="788"/>
                      <a:pt x="209" y="788"/>
                    </a:cubicBezTo>
                    <a:cubicBezTo>
                      <a:pt x="326" y="788"/>
                      <a:pt x="492" y="726"/>
                      <a:pt x="658" y="608"/>
                    </a:cubicBezTo>
                    <a:cubicBezTo>
                      <a:pt x="925" y="436"/>
                      <a:pt x="1082" y="185"/>
                      <a:pt x="1019" y="60"/>
                    </a:cubicBezTo>
                    <a:cubicBezTo>
                      <a:pt x="996" y="20"/>
                      <a:pt x="946" y="1"/>
                      <a:pt x="8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8" name="Google Shape;8718;p34">
                <a:extLst>
                  <a:ext uri="{FF2B5EF4-FFF2-40B4-BE49-F238E27FC236}">
                    <a16:creationId xmlns:a16="http://schemas.microsoft.com/office/drawing/2014/main" id="{65882E33-AE2C-3862-9A93-0478729A80C3}"/>
                  </a:ext>
                </a:extLst>
              </p:cNvPr>
              <p:cNvSpPr/>
              <p:nvPr/>
            </p:nvSpPr>
            <p:spPr>
              <a:xfrm>
                <a:off x="3890367" y="4571407"/>
                <a:ext cx="14394" cy="19635"/>
              </a:xfrm>
              <a:custGeom>
                <a:avLst/>
                <a:gdLst/>
                <a:ahLst/>
                <a:cxnLst/>
                <a:rect l="l" t="t" r="r" b="b"/>
                <a:pathLst>
                  <a:path w="769" h="1049" extrusionOk="0">
                    <a:moveTo>
                      <a:pt x="183" y="0"/>
                    </a:moveTo>
                    <a:cubicBezTo>
                      <a:pt x="168" y="0"/>
                      <a:pt x="154" y="2"/>
                      <a:pt x="141" y="7"/>
                    </a:cubicBezTo>
                    <a:cubicBezTo>
                      <a:pt x="0" y="54"/>
                      <a:pt x="16" y="321"/>
                      <a:pt x="141" y="603"/>
                    </a:cubicBezTo>
                    <a:cubicBezTo>
                      <a:pt x="269" y="858"/>
                      <a:pt x="460" y="1049"/>
                      <a:pt x="600" y="1049"/>
                    </a:cubicBezTo>
                    <a:cubicBezTo>
                      <a:pt x="615" y="1049"/>
                      <a:pt x="629" y="1046"/>
                      <a:pt x="643" y="1042"/>
                    </a:cubicBezTo>
                    <a:cubicBezTo>
                      <a:pt x="768" y="1010"/>
                      <a:pt x="768" y="728"/>
                      <a:pt x="627" y="446"/>
                    </a:cubicBezTo>
                    <a:cubicBezTo>
                      <a:pt x="500" y="179"/>
                      <a:pt x="311" y="0"/>
                      <a:pt x="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34">
                <a:extLst>
                  <a:ext uri="{FF2B5EF4-FFF2-40B4-BE49-F238E27FC236}">
                    <a16:creationId xmlns:a16="http://schemas.microsoft.com/office/drawing/2014/main" id="{61142245-3E4F-79B9-BA7E-B6B1093884B3}"/>
                  </a:ext>
                </a:extLst>
              </p:cNvPr>
              <p:cNvSpPr/>
              <p:nvPr/>
            </p:nvSpPr>
            <p:spPr>
              <a:xfrm>
                <a:off x="3881270" y="4616815"/>
                <a:ext cx="21432" cy="12073"/>
              </a:xfrm>
              <a:custGeom>
                <a:avLst/>
                <a:gdLst/>
                <a:ahLst/>
                <a:cxnLst/>
                <a:rect l="l" t="t" r="r" b="b"/>
                <a:pathLst>
                  <a:path w="1145" h="645" extrusionOk="0">
                    <a:moveTo>
                      <a:pt x="873" y="0"/>
                    </a:moveTo>
                    <a:cubicBezTo>
                      <a:pt x="767" y="0"/>
                      <a:pt x="636" y="24"/>
                      <a:pt x="502" y="74"/>
                    </a:cubicBezTo>
                    <a:cubicBezTo>
                      <a:pt x="204" y="199"/>
                      <a:pt x="0" y="403"/>
                      <a:pt x="32" y="528"/>
                    </a:cubicBezTo>
                    <a:cubicBezTo>
                      <a:pt x="57" y="605"/>
                      <a:pt x="148" y="644"/>
                      <a:pt x="273" y="644"/>
                    </a:cubicBezTo>
                    <a:cubicBezTo>
                      <a:pt x="378" y="644"/>
                      <a:pt x="507" y="617"/>
                      <a:pt x="643" y="559"/>
                    </a:cubicBezTo>
                    <a:cubicBezTo>
                      <a:pt x="941" y="434"/>
                      <a:pt x="1144" y="230"/>
                      <a:pt x="1113" y="105"/>
                    </a:cubicBezTo>
                    <a:cubicBezTo>
                      <a:pt x="1096" y="36"/>
                      <a:pt x="1003" y="0"/>
                      <a:pt x="8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34">
                <a:extLst>
                  <a:ext uri="{FF2B5EF4-FFF2-40B4-BE49-F238E27FC236}">
                    <a16:creationId xmlns:a16="http://schemas.microsoft.com/office/drawing/2014/main" id="{8E93A36B-9CF8-F0B8-0A42-585BA81C5BFE}"/>
                  </a:ext>
                </a:extLst>
              </p:cNvPr>
              <p:cNvSpPr/>
              <p:nvPr/>
            </p:nvSpPr>
            <p:spPr>
              <a:xfrm>
                <a:off x="3876273" y="4597330"/>
                <a:ext cx="12054" cy="21169"/>
              </a:xfrm>
              <a:custGeom>
                <a:avLst/>
                <a:gdLst/>
                <a:ahLst/>
                <a:cxnLst/>
                <a:rect l="l" t="t" r="r" b="b"/>
                <a:pathLst>
                  <a:path w="644" h="1131" extrusionOk="0">
                    <a:moveTo>
                      <a:pt x="202" y="1"/>
                    </a:moveTo>
                    <a:cubicBezTo>
                      <a:pt x="198" y="1"/>
                      <a:pt x="193" y="1"/>
                      <a:pt x="189" y="2"/>
                    </a:cubicBezTo>
                    <a:cubicBezTo>
                      <a:pt x="48" y="17"/>
                      <a:pt x="1" y="284"/>
                      <a:pt x="63" y="597"/>
                    </a:cubicBezTo>
                    <a:cubicBezTo>
                      <a:pt x="139" y="886"/>
                      <a:pt x="289" y="1131"/>
                      <a:pt x="427" y="1131"/>
                    </a:cubicBezTo>
                    <a:cubicBezTo>
                      <a:pt x="431" y="1131"/>
                      <a:pt x="435" y="1131"/>
                      <a:pt x="440" y="1130"/>
                    </a:cubicBezTo>
                    <a:cubicBezTo>
                      <a:pt x="581" y="1115"/>
                      <a:pt x="643" y="848"/>
                      <a:pt x="565" y="535"/>
                    </a:cubicBezTo>
                    <a:cubicBezTo>
                      <a:pt x="504" y="231"/>
                      <a:pt x="341" y="1"/>
                      <a:pt x="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1" name="Google Shape;8721;p34">
              <a:extLst>
                <a:ext uri="{FF2B5EF4-FFF2-40B4-BE49-F238E27FC236}">
                  <a16:creationId xmlns:a16="http://schemas.microsoft.com/office/drawing/2014/main" id="{3B43B071-D3BF-7D48-B1EF-BE8EB0053D02}"/>
                </a:ext>
              </a:extLst>
            </p:cNvPr>
            <p:cNvSpPr/>
            <p:nvPr/>
          </p:nvSpPr>
          <p:spPr>
            <a:xfrm>
              <a:off x="418613" y="248042"/>
              <a:ext cx="314230" cy="179731"/>
            </a:xfrm>
            <a:custGeom>
              <a:avLst/>
              <a:gdLst/>
              <a:ahLst/>
              <a:cxnLst/>
              <a:rect l="l" t="t" r="r" b="b"/>
              <a:pathLst>
                <a:path w="20237" h="11575" extrusionOk="0">
                  <a:moveTo>
                    <a:pt x="7517" y="1"/>
                  </a:moveTo>
                  <a:cubicBezTo>
                    <a:pt x="4410" y="1"/>
                    <a:pt x="1820" y="1157"/>
                    <a:pt x="1098" y="2911"/>
                  </a:cubicBezTo>
                  <a:cubicBezTo>
                    <a:pt x="1" y="5576"/>
                    <a:pt x="3825" y="6720"/>
                    <a:pt x="8810" y="8773"/>
                  </a:cubicBezTo>
                  <a:cubicBezTo>
                    <a:pt x="12142" y="10146"/>
                    <a:pt x="15145" y="11575"/>
                    <a:pt x="17098" y="11575"/>
                  </a:cubicBezTo>
                  <a:cubicBezTo>
                    <a:pt x="18066" y="11575"/>
                    <a:pt x="18776" y="11224"/>
                    <a:pt x="19139" y="10341"/>
                  </a:cubicBezTo>
                  <a:cubicBezTo>
                    <a:pt x="20236" y="7692"/>
                    <a:pt x="17572" y="3068"/>
                    <a:pt x="12587" y="1014"/>
                  </a:cubicBezTo>
                  <a:cubicBezTo>
                    <a:pt x="10884" y="313"/>
                    <a:pt x="9131" y="1"/>
                    <a:pt x="7517" y="1"/>
                  </a:cubicBezTo>
                  <a:close/>
                </a:path>
              </a:pathLst>
            </a:custGeom>
            <a:solidFill>
              <a:srgbClr val="E1E1E1">
                <a:alpha val="227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34">
              <a:extLst>
                <a:ext uri="{FF2B5EF4-FFF2-40B4-BE49-F238E27FC236}">
                  <a16:creationId xmlns:a16="http://schemas.microsoft.com/office/drawing/2014/main" id="{F81EDF0D-5F3C-AB34-8266-DE63D75A81D6}"/>
                </a:ext>
              </a:extLst>
            </p:cNvPr>
            <p:cNvSpPr/>
            <p:nvPr/>
          </p:nvSpPr>
          <p:spPr>
            <a:xfrm>
              <a:off x="318333" y="322934"/>
              <a:ext cx="419367" cy="305783"/>
            </a:xfrm>
            <a:custGeom>
              <a:avLst/>
              <a:gdLst/>
              <a:ahLst/>
              <a:cxnLst/>
              <a:rect l="l" t="t" r="r" b="b"/>
              <a:pathLst>
                <a:path w="27008" h="19693" extrusionOk="0">
                  <a:moveTo>
                    <a:pt x="3778" y="0"/>
                  </a:moveTo>
                  <a:lnTo>
                    <a:pt x="3778" y="0"/>
                  </a:lnTo>
                  <a:cubicBezTo>
                    <a:pt x="3308" y="706"/>
                    <a:pt x="2916" y="1474"/>
                    <a:pt x="2587" y="2289"/>
                  </a:cubicBezTo>
                  <a:cubicBezTo>
                    <a:pt x="1" y="8809"/>
                    <a:pt x="3183" y="16192"/>
                    <a:pt x="9703" y="18794"/>
                  </a:cubicBezTo>
                  <a:cubicBezTo>
                    <a:pt x="11242" y="19404"/>
                    <a:pt x="12828" y="19693"/>
                    <a:pt x="14388" y="19693"/>
                  </a:cubicBezTo>
                  <a:cubicBezTo>
                    <a:pt x="19440" y="19693"/>
                    <a:pt x="24217" y="16660"/>
                    <a:pt x="26193" y="11678"/>
                  </a:cubicBezTo>
                  <a:cubicBezTo>
                    <a:pt x="26616" y="10627"/>
                    <a:pt x="26882" y="9562"/>
                    <a:pt x="27008" y="8496"/>
                  </a:cubicBezTo>
                  <a:lnTo>
                    <a:pt x="27008" y="8496"/>
                  </a:lnTo>
                  <a:cubicBezTo>
                    <a:pt x="25533" y="10742"/>
                    <a:pt x="22859" y="11687"/>
                    <a:pt x="19835" y="11687"/>
                  </a:cubicBezTo>
                  <a:cubicBezTo>
                    <a:pt x="12477" y="11687"/>
                    <a:pt x="3045" y="6088"/>
                    <a:pt x="3778" y="0"/>
                  </a:cubicBezTo>
                  <a:close/>
                </a:path>
              </a:pathLst>
            </a:custGeom>
            <a:solidFill>
              <a:srgbClr val="000000">
                <a:alpha val="56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3" name="Google Shape;8723;p34">
            <a:extLst>
              <a:ext uri="{FF2B5EF4-FFF2-40B4-BE49-F238E27FC236}">
                <a16:creationId xmlns:a16="http://schemas.microsoft.com/office/drawing/2014/main" id="{A2272418-9218-55A8-D867-49E15F1E4DE2}"/>
              </a:ext>
            </a:extLst>
          </p:cNvPr>
          <p:cNvSpPr txBox="1">
            <a:spLocks noGrp="1"/>
          </p:cNvSpPr>
          <p:nvPr>
            <p:ph type="title"/>
          </p:nvPr>
        </p:nvSpPr>
        <p:spPr>
          <a:xfrm>
            <a:off x="2434050" y="2302238"/>
            <a:ext cx="4275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Conclusion</a:t>
            </a:r>
            <a:endParaRPr dirty="0"/>
          </a:p>
        </p:txBody>
      </p:sp>
      <p:sp>
        <p:nvSpPr>
          <p:cNvPr id="8724" name="Google Shape;8724;p34">
            <a:extLst>
              <a:ext uri="{FF2B5EF4-FFF2-40B4-BE49-F238E27FC236}">
                <a16:creationId xmlns:a16="http://schemas.microsoft.com/office/drawing/2014/main" id="{DEFF24C7-FDE8-CD4F-D831-B77198C26434}"/>
              </a:ext>
            </a:extLst>
          </p:cNvPr>
          <p:cNvSpPr txBox="1">
            <a:spLocks noGrp="1"/>
          </p:cNvSpPr>
          <p:nvPr>
            <p:ph type="title" idx="2"/>
          </p:nvPr>
        </p:nvSpPr>
        <p:spPr>
          <a:xfrm>
            <a:off x="3946050" y="1413175"/>
            <a:ext cx="1251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3291901764"/>
      </p:ext>
    </p:extLst>
  </p:cSld>
  <p:clrMapOvr>
    <a:masterClrMapping/>
  </p:clrMapOvr>
  <p:transition spd="slow" advTm="4171">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55"/>
        <p:cNvGrpSpPr/>
        <p:nvPr/>
      </p:nvGrpSpPr>
      <p:grpSpPr>
        <a:xfrm>
          <a:off x="0" y="0"/>
          <a:ext cx="0" cy="0"/>
          <a:chOff x="0" y="0"/>
          <a:chExt cx="0" cy="0"/>
        </a:xfrm>
      </p:grpSpPr>
      <p:sp>
        <p:nvSpPr>
          <p:cNvPr id="11256" name="Google Shape;11256;p53"/>
          <p:cNvSpPr txBox="1">
            <a:spLocks noGrp="1"/>
          </p:cNvSpPr>
          <p:nvPr>
            <p:ph type="title"/>
          </p:nvPr>
        </p:nvSpPr>
        <p:spPr>
          <a:xfrm>
            <a:off x="950290" y="1999427"/>
            <a:ext cx="29967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Future implication</a:t>
            </a:r>
            <a:endParaRPr dirty="0"/>
          </a:p>
        </p:txBody>
      </p:sp>
      <p:sp>
        <p:nvSpPr>
          <p:cNvPr id="11257" name="Google Shape;11257;p53"/>
          <p:cNvSpPr txBox="1">
            <a:spLocks noGrp="1"/>
          </p:cNvSpPr>
          <p:nvPr>
            <p:ph type="subTitle" idx="1"/>
          </p:nvPr>
        </p:nvSpPr>
        <p:spPr>
          <a:xfrm>
            <a:off x="950290" y="2078559"/>
            <a:ext cx="2996700" cy="1208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T</a:t>
            </a:r>
            <a:r>
              <a:rPr lang="en" dirty="0" err="1"/>
              <a:t>eam</a:t>
            </a:r>
            <a:r>
              <a:rPr lang="en" dirty="0"/>
              <a:t> recommendations</a:t>
            </a:r>
          </a:p>
        </p:txBody>
      </p:sp>
      <p:pic>
        <p:nvPicPr>
          <p:cNvPr id="1028" name="Picture 4" descr="MLB player survey: Best player in baseball">
            <a:extLst>
              <a:ext uri="{FF2B5EF4-FFF2-40B4-BE49-F238E27FC236}">
                <a16:creationId xmlns:a16="http://schemas.microsoft.com/office/drawing/2014/main" id="{8DD61D98-FD3C-D41A-3C98-480D4384AD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876" y="1437265"/>
            <a:ext cx="4033724" cy="22689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6765FBE-0D14-01D9-A296-E9A607FB8843}"/>
              </a:ext>
            </a:extLst>
          </p:cNvPr>
          <p:cNvSpPr txBox="1"/>
          <p:nvPr/>
        </p:nvSpPr>
        <p:spPr>
          <a:xfrm>
            <a:off x="4168562" y="3599102"/>
            <a:ext cx="2761130" cy="123111"/>
          </a:xfrm>
          <a:prstGeom prst="rect">
            <a:avLst/>
          </a:prstGeom>
          <a:noFill/>
        </p:spPr>
        <p:txBody>
          <a:bodyPr wrap="square" rtlCol="0">
            <a:spAutoFit/>
          </a:bodyPr>
          <a:lstStyle/>
          <a:p>
            <a:r>
              <a:rPr lang="en-US" sz="200" dirty="0">
                <a:solidFill>
                  <a:schemeClr val="accent6"/>
                </a:solidFill>
              </a:rPr>
              <a:t>https://</a:t>
            </a:r>
            <a:r>
              <a:rPr lang="en-US" sz="200" dirty="0" err="1">
                <a:solidFill>
                  <a:schemeClr val="accent6"/>
                </a:solidFill>
              </a:rPr>
              <a:t>www.mlb.com</a:t>
            </a:r>
            <a:r>
              <a:rPr lang="en-US" sz="200" dirty="0">
                <a:solidFill>
                  <a:schemeClr val="accent6"/>
                </a:solidFill>
              </a:rPr>
              <a:t>/news/mlb-player-survey-best-player-in-baseball-2024</a:t>
            </a:r>
          </a:p>
        </p:txBody>
      </p:sp>
    </p:spTree>
  </p:cSld>
  <p:clrMapOvr>
    <a:masterClrMapping/>
  </p:clrMapOvr>
  <p:transition spd="slow" advTm="50041">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47"/>
        <p:cNvGrpSpPr/>
        <p:nvPr/>
      </p:nvGrpSpPr>
      <p:grpSpPr>
        <a:xfrm>
          <a:off x="0" y="0"/>
          <a:ext cx="0" cy="0"/>
          <a:chOff x="0" y="0"/>
          <a:chExt cx="0" cy="0"/>
        </a:xfrm>
      </p:grpSpPr>
      <p:sp>
        <p:nvSpPr>
          <p:cNvPr id="11248" name="Google Shape;11248;p52"/>
          <p:cNvSpPr txBox="1">
            <a:spLocks noGrp="1"/>
          </p:cNvSpPr>
          <p:nvPr>
            <p:ph type="title"/>
          </p:nvPr>
        </p:nvSpPr>
        <p:spPr>
          <a:xfrm>
            <a:off x="1064563" y="1746413"/>
            <a:ext cx="3175800" cy="93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dirty="0"/>
              <a:t>WHY NOT A STRIKEOUT?</a:t>
            </a:r>
            <a:endParaRPr sz="4800" dirty="0"/>
          </a:p>
        </p:txBody>
      </p:sp>
      <p:sp>
        <p:nvSpPr>
          <p:cNvPr id="11249" name="Google Shape;11249;p52"/>
          <p:cNvSpPr txBox="1">
            <a:spLocks noGrp="1"/>
          </p:cNvSpPr>
          <p:nvPr>
            <p:ph type="subTitle" idx="1"/>
          </p:nvPr>
        </p:nvSpPr>
        <p:spPr>
          <a:xfrm>
            <a:off x="1064575" y="2684591"/>
            <a:ext cx="3175800" cy="712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INFLUENCE ON OTHER VARIABLES</a:t>
            </a:r>
            <a:endParaRPr dirty="0"/>
          </a:p>
        </p:txBody>
      </p:sp>
      <p:pic>
        <p:nvPicPr>
          <p:cNvPr id="6" name="Picture 5">
            <a:extLst>
              <a:ext uri="{FF2B5EF4-FFF2-40B4-BE49-F238E27FC236}">
                <a16:creationId xmlns:a16="http://schemas.microsoft.com/office/drawing/2014/main" id="{2DADD8C1-0966-2B2B-A0EA-735DD88709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40363" y="1362300"/>
            <a:ext cx="3833542" cy="2418899"/>
          </a:xfrm>
          <a:prstGeom prst="rect">
            <a:avLst/>
          </a:prstGeom>
        </p:spPr>
      </p:pic>
    </p:spTree>
    <p:custDataLst>
      <p:tags r:id="rId1"/>
    </p:custDataLst>
  </p:cSld>
  <p:clrMapOvr>
    <a:masterClrMapping/>
  </p:clrMapOvr>
  <p:transition spd="slow" advTm="17414">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4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06"/>
        <p:cNvGrpSpPr/>
        <p:nvPr/>
      </p:nvGrpSpPr>
      <p:grpSpPr>
        <a:xfrm>
          <a:off x="0" y="0"/>
          <a:ext cx="0" cy="0"/>
          <a:chOff x="0" y="0"/>
          <a:chExt cx="0" cy="0"/>
        </a:xfrm>
      </p:grpSpPr>
      <p:sp>
        <p:nvSpPr>
          <p:cNvPr id="9507" name="Google Shape;9507;p42"/>
          <p:cNvSpPr txBox="1">
            <a:spLocks noGrp="1"/>
          </p:cNvSpPr>
          <p:nvPr>
            <p:ph type="title"/>
          </p:nvPr>
        </p:nvSpPr>
        <p:spPr>
          <a:xfrm>
            <a:off x="1971300" y="1182409"/>
            <a:ext cx="52014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QUESTIONS</a:t>
            </a:r>
            <a:endParaRPr dirty="0">
              <a:solidFill>
                <a:schemeClr val="dk2"/>
              </a:solidFill>
            </a:endParaRPr>
          </a:p>
        </p:txBody>
      </p:sp>
    </p:spTree>
  </p:cSld>
  <p:clrMapOvr>
    <a:masterClrMapping/>
  </p:clrMapOvr>
  <p:transition spd="slow" advTm="8470">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00"/>
        <p:cNvGrpSpPr/>
        <p:nvPr/>
      </p:nvGrpSpPr>
      <p:grpSpPr>
        <a:xfrm>
          <a:off x="0" y="0"/>
          <a:ext cx="0" cy="0"/>
          <a:chOff x="0" y="0"/>
          <a:chExt cx="0" cy="0"/>
        </a:xfrm>
      </p:grpSpPr>
      <p:sp>
        <p:nvSpPr>
          <p:cNvPr id="13201" name="Google Shape;13201;p58"/>
          <p:cNvSpPr txBox="1">
            <a:spLocks noGrp="1"/>
          </p:cNvSpPr>
          <p:nvPr>
            <p:ph type="title"/>
          </p:nvPr>
        </p:nvSpPr>
        <p:spPr>
          <a:xfrm>
            <a:off x="720000" y="643050"/>
            <a:ext cx="7704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WORKS CITED</a:t>
            </a:r>
            <a:endParaRPr dirty="0"/>
          </a:p>
        </p:txBody>
      </p:sp>
      <p:sp>
        <p:nvSpPr>
          <p:cNvPr id="13202" name="Google Shape;13202;p58"/>
          <p:cNvSpPr txBox="1">
            <a:spLocks noGrp="1"/>
          </p:cNvSpPr>
          <p:nvPr>
            <p:ph type="body" idx="1"/>
          </p:nvPr>
        </p:nvSpPr>
        <p:spPr>
          <a:xfrm>
            <a:off x="720000" y="1215750"/>
            <a:ext cx="7704000" cy="3388200"/>
          </a:xfrm>
          <a:prstGeom prst="rect">
            <a:avLst/>
          </a:prstGeom>
        </p:spPr>
        <p:txBody>
          <a:bodyPr spcFirstLastPara="1" wrap="square" lIns="91425" tIns="91425" rIns="91425" bIns="91425" anchor="t" anchorCtr="0">
            <a:noAutofit/>
          </a:bodyPr>
          <a:lstStyle/>
          <a:p>
            <a:pPr marL="152400" indent="0">
              <a:buNone/>
            </a:pPr>
            <a:r>
              <a:rPr lang="en-US" dirty="0">
                <a:latin typeface=""/>
              </a:rPr>
              <a:t>“2025 Major League Baseball Attendance &amp; Team Age.” </a:t>
            </a:r>
            <a:r>
              <a:rPr lang="en-US" i="1" dirty="0">
                <a:latin typeface=""/>
              </a:rPr>
              <a:t>Baseball Reference</a:t>
            </a:r>
            <a:r>
              <a:rPr lang="en-US" dirty="0">
                <a:latin typeface=""/>
              </a:rPr>
              <a:t>, 2026, </a:t>
            </a:r>
            <a:r>
              <a:rPr lang="en-US" dirty="0" err="1">
                <a:latin typeface=""/>
              </a:rPr>
              <a:t>www.baseball-reference.com</a:t>
            </a:r>
            <a:r>
              <a:rPr lang="en-US" dirty="0">
                <a:latin typeface=""/>
              </a:rPr>
              <a:t>/leagues/majors/2025-misc.shtml. Accessed 31 Jan. 2026.</a:t>
            </a:r>
          </a:p>
          <a:p>
            <a:pPr marL="152400" indent="0">
              <a:buNone/>
            </a:pPr>
            <a:r>
              <a:rPr lang="en-US" dirty="0">
                <a:latin typeface=""/>
              </a:rPr>
              <a:t>Clem, Andrew G. “Baseball Cities.” </a:t>
            </a:r>
            <a:r>
              <a:rPr lang="en-US" i="1" dirty="0">
                <a:latin typeface=""/>
              </a:rPr>
              <a:t>Clem’s Baseball Blog</a:t>
            </a:r>
            <a:r>
              <a:rPr lang="en-US" dirty="0">
                <a:latin typeface=""/>
              </a:rPr>
              <a:t>, </a:t>
            </a:r>
            <a:r>
              <a:rPr lang="en-US" dirty="0" err="1">
                <a:latin typeface=""/>
              </a:rPr>
              <a:t>www.andrewclem.com</a:t>
            </a:r>
            <a:r>
              <a:rPr lang="en-US" dirty="0">
                <a:latin typeface=""/>
              </a:rPr>
              <a:t>/Baseball/</a:t>
            </a:r>
            <a:r>
              <a:rPr lang="en-US" dirty="0" err="1">
                <a:latin typeface=""/>
              </a:rPr>
              <a:t>Baseball_cities.html</a:t>
            </a:r>
            <a:r>
              <a:rPr lang="en-US" dirty="0">
                <a:latin typeface=""/>
              </a:rPr>
              <a:t>. Accessed 4 Feb. 2026.</a:t>
            </a:r>
          </a:p>
          <a:p>
            <a:pPr marL="152400" indent="0">
              <a:buNone/>
            </a:pPr>
            <a:r>
              <a:rPr lang="en-US" dirty="0">
                <a:latin typeface=""/>
              </a:rPr>
              <a:t>“Los Angeles Dodgers Salaries and Contracts.” </a:t>
            </a:r>
            <a:r>
              <a:rPr lang="en-US" i="1" dirty="0">
                <a:latin typeface=""/>
              </a:rPr>
              <a:t>Baseball Reference</a:t>
            </a:r>
            <a:r>
              <a:rPr lang="en-US" dirty="0">
                <a:latin typeface=""/>
              </a:rPr>
              <a:t>, 2026, </a:t>
            </a:r>
            <a:r>
              <a:rPr lang="en-US" dirty="0" err="1">
                <a:latin typeface=""/>
              </a:rPr>
              <a:t>www.baseball-reference.com</a:t>
            </a:r>
            <a:r>
              <a:rPr lang="en-US" dirty="0">
                <a:latin typeface=""/>
              </a:rPr>
              <a:t>/teams/LAD/</a:t>
            </a:r>
            <a:r>
              <a:rPr lang="en-US" dirty="0" err="1">
                <a:latin typeface=""/>
              </a:rPr>
              <a:t>los</a:t>
            </a:r>
            <a:r>
              <a:rPr lang="en-US" dirty="0">
                <a:latin typeface=""/>
              </a:rPr>
              <a:t>-</a:t>
            </a:r>
            <a:r>
              <a:rPr lang="en-US" dirty="0" err="1">
                <a:latin typeface=""/>
              </a:rPr>
              <a:t>angeles</a:t>
            </a:r>
            <a:r>
              <a:rPr lang="en-US" dirty="0">
                <a:latin typeface=""/>
              </a:rPr>
              <a:t>-dodgers-salaries-and-</a:t>
            </a:r>
            <a:r>
              <a:rPr lang="en-US" dirty="0" err="1">
                <a:latin typeface=""/>
              </a:rPr>
              <a:t>contracts.shtml</a:t>
            </a:r>
            <a:r>
              <a:rPr lang="en-US" dirty="0">
                <a:latin typeface=""/>
              </a:rPr>
              <a:t>. Accessed 9 Feb. 2026.</a:t>
            </a:r>
          </a:p>
          <a:p>
            <a:pPr marL="152400" indent="0">
              <a:buNone/>
            </a:pPr>
            <a:r>
              <a:rPr lang="en-US" dirty="0">
                <a:latin typeface=""/>
              </a:rPr>
              <a:t>“MLB Wins Above Replacement.” </a:t>
            </a:r>
            <a:r>
              <a:rPr lang="en-US" i="1" dirty="0">
                <a:latin typeface=""/>
              </a:rPr>
              <a:t>ESPN</a:t>
            </a:r>
            <a:r>
              <a:rPr lang="en-US" dirty="0">
                <a:latin typeface=""/>
              </a:rPr>
              <a:t>, ESPN Internet Ventures, </a:t>
            </a:r>
            <a:r>
              <a:rPr lang="en-US" dirty="0" err="1">
                <a:latin typeface=""/>
              </a:rPr>
              <a:t>www.espn.com</a:t>
            </a:r>
            <a:r>
              <a:rPr lang="en-US" dirty="0">
                <a:latin typeface=""/>
              </a:rPr>
              <a:t>/</a:t>
            </a:r>
            <a:r>
              <a:rPr lang="en-US" dirty="0" err="1">
                <a:latin typeface=""/>
              </a:rPr>
              <a:t>mlb</a:t>
            </a:r>
            <a:r>
              <a:rPr lang="en-US" dirty="0">
                <a:latin typeface=""/>
              </a:rPr>
              <a:t>/war/leaders/_/type/seasonal/year/2025. Accessed 2 Feb. 2026.</a:t>
            </a:r>
          </a:p>
          <a:p>
            <a:pPr marL="152400" indent="0">
              <a:buNone/>
            </a:pPr>
            <a:r>
              <a:rPr lang="en-US" dirty="0">
                <a:latin typeface=""/>
              </a:rPr>
              <a:t>Rivers, Dominic H., and Timothy D. DeSchriver. “Star Players, Payroll Distribution, and Major League Baseball Attendance.” </a:t>
            </a:r>
            <a:r>
              <a:rPr lang="en-US" i="1" dirty="0">
                <a:latin typeface=""/>
              </a:rPr>
              <a:t>Sport Marketing Quarterly</a:t>
            </a:r>
            <a:r>
              <a:rPr lang="en-US" dirty="0">
                <a:latin typeface=""/>
              </a:rPr>
              <a:t>, vol. 11, issue 3, 2002, pp. 164-173. https://</a:t>
            </a:r>
            <a:r>
              <a:rPr lang="en-US" dirty="0" err="1">
                <a:latin typeface=""/>
              </a:rPr>
              <a:t>doi.org</a:t>
            </a:r>
            <a:r>
              <a:rPr lang="en-US" dirty="0">
                <a:latin typeface=""/>
              </a:rPr>
              <a:t>/10.1177/106169340201100304. Accessed 9 Feb. 2026.</a:t>
            </a:r>
          </a:p>
          <a:p>
            <a:pPr marL="152400" indent="0">
              <a:buNone/>
            </a:pPr>
            <a:r>
              <a:rPr lang="en-US" dirty="0">
                <a:latin typeface=""/>
              </a:rPr>
              <a:t>“War Leaderboards.” </a:t>
            </a:r>
            <a:r>
              <a:rPr lang="en-US" i="1" dirty="0">
                <a:latin typeface=""/>
              </a:rPr>
              <a:t>FanGraphs Baseball</a:t>
            </a:r>
            <a:r>
              <a:rPr lang="en-US" dirty="0">
                <a:latin typeface=""/>
              </a:rPr>
              <a:t>, </a:t>
            </a:r>
            <a:r>
              <a:rPr lang="en-US" dirty="0" err="1">
                <a:latin typeface=""/>
              </a:rPr>
              <a:t>www.fangraphs.com</a:t>
            </a:r>
            <a:r>
              <a:rPr lang="en-US" dirty="0">
                <a:latin typeface=""/>
              </a:rPr>
              <a:t>/leaders/war. Accessed 4 Feb. 2026. Accessed 3 Feb. 2026.</a:t>
            </a:r>
          </a:p>
          <a:p>
            <a:pPr marL="0" lvl="0" indent="0" rtl="0">
              <a:spcBef>
                <a:spcPts val="0"/>
              </a:spcBef>
              <a:spcAft>
                <a:spcPts val="0"/>
              </a:spcAft>
              <a:buNone/>
            </a:pPr>
            <a:endParaRPr sz="1050" dirty="0">
              <a:latin typeface=""/>
            </a:endParaRPr>
          </a:p>
        </p:txBody>
      </p:sp>
    </p:spTree>
  </p:cSld>
  <p:clrMapOvr>
    <a:masterClrMapping/>
  </p:clrMapOvr>
  <p:transition spd="slow" advTm="3200">
    <p:push/>
  </p:transition>
</p:sld>
</file>

<file path=ppt/tags/tag1.xml><?xml version="1.0" encoding="utf-8"?>
<p:tagLst xmlns:a="http://schemas.openxmlformats.org/drawingml/2006/main" xmlns:r="http://schemas.openxmlformats.org/officeDocument/2006/relationships" xmlns:p="http://schemas.openxmlformats.org/presentationml/2006/main">
  <p:tag name="TIMING" val="|4.2|2.1"/>
</p:tagLst>
</file>

<file path=ppt/tags/tag2.xml><?xml version="1.0" encoding="utf-8"?>
<p:tagLst xmlns:a="http://schemas.openxmlformats.org/drawingml/2006/main" xmlns:r="http://schemas.openxmlformats.org/officeDocument/2006/relationships" xmlns:p="http://schemas.openxmlformats.org/presentationml/2006/main">
  <p:tag name="TIMING" val="|4.4"/>
</p:tagLst>
</file>

<file path=ppt/theme/theme1.xml><?xml version="1.0" encoding="utf-8"?>
<a:theme xmlns:a="http://schemas.openxmlformats.org/drawingml/2006/main" name="Korean Baseball Team Company Profile by Slidesgo">
  <a:themeElements>
    <a:clrScheme name="Simple Light">
      <a:dk1>
        <a:srgbClr val="09539E"/>
      </a:dk1>
      <a:lt1>
        <a:srgbClr val="C3D6BC"/>
      </a:lt1>
      <a:dk2>
        <a:srgbClr val="C95353"/>
      </a:dk2>
      <a:lt2>
        <a:srgbClr val="000000"/>
      </a:lt2>
      <a:accent1>
        <a:srgbClr val="BF7679"/>
      </a:accent1>
      <a:accent2>
        <a:srgbClr val="E1E1E1"/>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514</TotalTime>
  <Words>1141</Words>
  <Application>Microsoft Macintosh PowerPoint</Application>
  <PresentationFormat>On-screen Show (16:9)</PresentationFormat>
  <Paragraphs>78</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Rubik</vt:lpstr>
      <vt:lpstr>Racing Sans One</vt:lpstr>
      <vt:lpstr>Roboto Condensed Light</vt:lpstr>
      <vt:lpstr>PT Sans</vt:lpstr>
      <vt:lpstr>Korean Baseball Team Company Profile by Slidesgo</vt:lpstr>
      <vt:lpstr>MLB All-Stars: A GROUNDOUT for Game Attendance</vt:lpstr>
      <vt:lpstr>Introduction</vt:lpstr>
      <vt:lpstr>Introduction</vt:lpstr>
      <vt:lpstr>Baseball’s Business Background</vt:lpstr>
      <vt:lpstr>Methodology</vt:lpstr>
      <vt:lpstr>Data Overview</vt:lpstr>
      <vt:lpstr>Discussion</vt:lpstr>
      <vt:lpstr>PowerPoint Presentation</vt:lpstr>
      <vt:lpstr>CLUSTERING</vt:lpstr>
      <vt:lpstr>XGBOOST WITH SHAP VALUES MODEL</vt:lpstr>
      <vt:lpstr>Conclusion</vt:lpstr>
      <vt:lpstr>Future implication</vt:lpstr>
      <vt:lpstr>WHY NOT A STRIKEOUT?</vt:lpstr>
      <vt:lpstr>QUESTIONS</vt:lpstr>
      <vt:lpstr>WORKS CITED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Ashley Marietta</cp:lastModifiedBy>
  <cp:revision>15</cp:revision>
  <dcterms:modified xsi:type="dcterms:W3CDTF">2026-03-03T15:02:36Z</dcterms:modified>
</cp:coreProperties>
</file>